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charts/chart133.xml" ContentType="application/vnd.openxmlformats-officedocument.drawingml.chart+xml"/>
  <Override PartName="/ppt/charts/chart134.xml" ContentType="application/vnd.openxmlformats-officedocument.drawingml.chart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charts/chart137.xml" ContentType="application/vnd.openxmlformats-officedocument.drawingml.chart+xml"/>
  <Override PartName="/ppt/charts/chart138.xml" ContentType="application/vnd.openxmlformats-officedocument.drawingml.chart+xml"/>
  <Override PartName="/ppt/charts/chart139.xml" ContentType="application/vnd.openxmlformats-officedocument.drawingml.chart+xml"/>
  <Override PartName="/ppt/charts/chart14.xml" ContentType="application/vnd.openxmlformats-officedocument.drawingml.chart+xml"/>
  <Override PartName="/ppt/charts/chart140.xml" ContentType="application/vnd.openxmlformats-officedocument.drawingml.chart+xml"/>
  <Override PartName="/ppt/charts/chart141.xml" ContentType="application/vnd.openxmlformats-officedocument.drawingml.chart+xml"/>
  <Override PartName="/ppt/charts/chart142.xml" ContentType="application/vnd.openxmlformats-officedocument.drawingml.chart+xml"/>
  <Override PartName="/ppt/charts/chart143.xml" ContentType="application/vnd.openxmlformats-officedocument.drawingml.chart+xml"/>
  <Override PartName="/ppt/charts/chart144.xml" ContentType="application/vnd.openxmlformats-officedocument.drawingml.chart+xml"/>
  <Override PartName="/ppt/charts/chart145.xml" ContentType="application/vnd.openxmlformats-officedocument.drawingml.chart+xml"/>
  <Override PartName="/ppt/charts/chart146.xml" ContentType="application/vnd.openxmlformats-officedocument.drawingml.chart+xml"/>
  <Override PartName="/ppt/charts/chart147.xml" ContentType="application/vnd.openxmlformats-officedocument.drawingml.chart+xml"/>
  <Override PartName="/ppt/charts/chart148.xml" ContentType="application/vnd.openxmlformats-officedocument.drawingml.chart+xml"/>
  <Override PartName="/ppt/charts/chart149.xml" ContentType="application/vnd.openxmlformats-officedocument.drawingml.chart+xml"/>
  <Override PartName="/ppt/charts/chart15.xml" ContentType="application/vnd.openxmlformats-officedocument.drawingml.chart+xml"/>
  <Override PartName="/ppt/charts/chart150.xml" ContentType="application/vnd.openxmlformats-officedocument.drawingml.chart+xml"/>
  <Override PartName="/ppt/charts/chart151.xml" ContentType="application/vnd.openxmlformats-officedocument.drawingml.chart+xml"/>
  <Override PartName="/ppt/charts/chart152.xml" ContentType="application/vnd.openxmlformats-officedocument.drawingml.chart+xml"/>
  <Override PartName="/ppt/charts/chart153.xml" ContentType="application/vnd.openxmlformats-officedocument.drawingml.chart+xml"/>
  <Override PartName="/ppt/charts/chart154.xml" ContentType="application/vnd.openxmlformats-officedocument.drawingml.chart+xml"/>
  <Override PartName="/ppt/charts/chart155.xml" ContentType="application/vnd.openxmlformats-officedocument.drawingml.chart+xml"/>
  <Override PartName="/ppt/charts/chart156.xml" ContentType="application/vnd.openxmlformats-officedocument.drawingml.chart+xml"/>
  <Override PartName="/ppt/charts/chart157.xml" ContentType="application/vnd.openxmlformats-officedocument.drawingml.chart+xml"/>
  <Override PartName="/ppt/charts/chart158.xml" ContentType="application/vnd.openxmlformats-officedocument.drawingml.chart+xml"/>
  <Override PartName="/ppt/charts/chart159.xml" ContentType="application/vnd.openxmlformats-officedocument.drawingml.chart+xml"/>
  <Override PartName="/ppt/charts/chart16.xml" ContentType="application/vnd.openxmlformats-officedocument.drawingml.chart+xml"/>
  <Override PartName="/ppt/charts/chart160.xml" ContentType="application/vnd.openxmlformats-officedocument.drawingml.chart+xml"/>
  <Override PartName="/ppt/charts/chart161.xml" ContentType="application/vnd.openxmlformats-officedocument.drawingml.chart+xml"/>
  <Override PartName="/ppt/charts/chart162.xml" ContentType="application/vnd.openxmlformats-officedocument.drawingml.chart+xml"/>
  <Override PartName="/ppt/charts/chart163.xml" ContentType="application/vnd.openxmlformats-officedocument.drawingml.chart+xml"/>
  <Override PartName="/ppt/charts/chart164.xml" ContentType="application/vnd.openxmlformats-officedocument.drawingml.chart+xml"/>
  <Override PartName="/ppt/charts/chart165.xml" ContentType="application/vnd.openxmlformats-officedocument.drawingml.chart+xml"/>
  <Override PartName="/ppt/charts/chart166.xml" ContentType="application/vnd.openxmlformats-officedocument.drawingml.chart+xml"/>
  <Override PartName="/ppt/charts/chart167.xml" ContentType="application/vnd.openxmlformats-officedocument.drawingml.chart+xml"/>
  <Override PartName="/ppt/charts/chart168.xml" ContentType="application/vnd.openxmlformats-officedocument.drawingml.chart+xml"/>
  <Override PartName="/ppt/charts/chart169.xml" ContentType="application/vnd.openxmlformats-officedocument.drawingml.chart+xml"/>
  <Override PartName="/ppt/charts/chart17.xml" ContentType="application/vnd.openxmlformats-officedocument.drawingml.chart+xml"/>
  <Override PartName="/ppt/charts/chart170.xml" ContentType="application/vnd.openxmlformats-officedocument.drawingml.chart+xml"/>
  <Override PartName="/ppt/charts/chart171.xml" ContentType="application/vnd.openxmlformats-officedocument.drawingml.chart+xml"/>
  <Override PartName="/ppt/charts/chart172.xml" ContentType="application/vnd.openxmlformats-officedocument.drawingml.chart+xml"/>
  <Override PartName="/ppt/charts/chart173.xml" ContentType="application/vnd.openxmlformats-officedocument.drawingml.chart+xml"/>
  <Override PartName="/ppt/charts/chart174.xml" ContentType="application/vnd.openxmlformats-officedocument.drawingml.chart+xml"/>
  <Override PartName="/ppt/charts/chart175.xml" ContentType="application/vnd.openxmlformats-officedocument.drawingml.chart+xml"/>
  <Override PartName="/ppt/charts/chart176.xml" ContentType="application/vnd.openxmlformats-officedocument.drawingml.chart+xml"/>
  <Override PartName="/ppt/charts/chart177.xml" ContentType="application/vnd.openxmlformats-officedocument.drawingml.chart+xml"/>
  <Override PartName="/ppt/charts/chart178.xml" ContentType="application/vnd.openxmlformats-officedocument.drawingml.chart+xml"/>
  <Override PartName="/ppt/charts/chart179.xml" ContentType="application/vnd.openxmlformats-officedocument.drawingml.chart+xml"/>
  <Override PartName="/ppt/charts/chart18.xml" ContentType="application/vnd.openxmlformats-officedocument.drawingml.chart+xml"/>
  <Override PartName="/ppt/charts/chart180.xml" ContentType="application/vnd.openxmlformats-officedocument.drawingml.chart+xml"/>
  <Override PartName="/ppt/charts/chart181.xml" ContentType="application/vnd.openxmlformats-officedocument.drawingml.chart+xml"/>
  <Override PartName="/ppt/charts/chart182.xml" ContentType="application/vnd.openxmlformats-officedocument.drawingml.chart+xml"/>
  <Override PartName="/ppt/charts/chart183.xml" ContentType="application/vnd.openxmlformats-officedocument.drawingml.chart+xml"/>
  <Override PartName="/ppt/charts/chart184.xml" ContentType="application/vnd.openxmlformats-officedocument.drawingml.chart+xml"/>
  <Override PartName="/ppt/charts/chart185.xml" ContentType="application/vnd.openxmlformats-officedocument.drawingml.chart+xml"/>
  <Override PartName="/ppt/charts/chart186.xml" ContentType="application/vnd.openxmlformats-officedocument.drawingml.chart+xml"/>
  <Override PartName="/ppt/charts/chart187.xml" ContentType="application/vnd.openxmlformats-officedocument.drawingml.chart+xml"/>
  <Override PartName="/ppt/charts/chart188.xml" ContentType="application/vnd.openxmlformats-officedocument.drawingml.chart+xml"/>
  <Override PartName="/ppt/charts/chart189.xml" ContentType="application/vnd.openxmlformats-officedocument.drawingml.chart+xml"/>
  <Override PartName="/ppt/charts/chart19.xml" ContentType="application/vnd.openxmlformats-officedocument.drawingml.chart+xml"/>
  <Override PartName="/ppt/charts/chart190.xml" ContentType="application/vnd.openxmlformats-officedocument.drawingml.chart+xml"/>
  <Override PartName="/ppt/charts/chart191.xml" ContentType="application/vnd.openxmlformats-officedocument.drawingml.chart+xml"/>
  <Override PartName="/ppt/charts/chart192.xml" ContentType="application/vnd.openxmlformats-officedocument.drawingml.chart+xml"/>
  <Override PartName="/ppt/charts/chart193.xml" ContentType="application/vnd.openxmlformats-officedocument.drawingml.chart+xml"/>
  <Override PartName="/ppt/charts/chart194.xml" ContentType="application/vnd.openxmlformats-officedocument.drawingml.chart+xml"/>
  <Override PartName="/ppt/charts/chart195.xml" ContentType="application/vnd.openxmlformats-officedocument.drawingml.chart+xml"/>
  <Override PartName="/ppt/charts/chart196.xml" ContentType="application/vnd.openxmlformats-officedocument.drawingml.chart+xml"/>
  <Override PartName="/ppt/charts/chart197.xml" ContentType="application/vnd.openxmlformats-officedocument.drawingml.chart+xml"/>
  <Override PartName="/ppt/charts/chart198.xml" ContentType="application/vnd.openxmlformats-officedocument.drawingml.chart+xml"/>
  <Override PartName="/ppt/charts/chart19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00.xml" ContentType="application/vnd.openxmlformats-officedocument.drawingml.chart+xml"/>
  <Override PartName="/ppt/charts/chart201.xml" ContentType="application/vnd.openxmlformats-officedocument.drawingml.chart+xml"/>
  <Override PartName="/ppt/charts/chart202.xml" ContentType="application/vnd.openxmlformats-officedocument.drawingml.chart+xml"/>
  <Override PartName="/ppt/charts/chart203.xml" ContentType="application/vnd.openxmlformats-officedocument.drawingml.chart+xml"/>
  <Override PartName="/ppt/charts/chart204.xml" ContentType="application/vnd.openxmlformats-officedocument.drawingml.chart+xml"/>
  <Override PartName="/ppt/charts/chart205.xml" ContentType="application/vnd.openxmlformats-officedocument.drawingml.chart+xml"/>
  <Override PartName="/ppt/charts/chart206.xml" ContentType="application/vnd.openxmlformats-officedocument.drawingml.chart+xml"/>
  <Override PartName="/ppt/charts/chart207.xml" ContentType="application/vnd.openxmlformats-officedocument.drawingml.chart+xml"/>
  <Override PartName="/ppt/charts/chart208.xml" ContentType="application/vnd.openxmlformats-officedocument.drawingml.chart+xml"/>
  <Override PartName="/ppt/charts/chart209.xml" ContentType="application/vnd.openxmlformats-officedocument.drawingml.chart+xml"/>
  <Override PartName="/ppt/charts/chart21.xml" ContentType="application/vnd.openxmlformats-officedocument.drawingml.chart+xml"/>
  <Override PartName="/ppt/charts/chart210.xml" ContentType="application/vnd.openxmlformats-officedocument.drawingml.chart+xml"/>
  <Override PartName="/ppt/charts/chart211.xml" ContentType="application/vnd.openxmlformats-officedocument.drawingml.chart+xml"/>
  <Override PartName="/ppt/charts/chart212.xml" ContentType="application/vnd.openxmlformats-officedocument.drawingml.chart+xml"/>
  <Override PartName="/ppt/charts/chart213.xml" ContentType="application/vnd.openxmlformats-officedocument.drawingml.chart+xml"/>
  <Override PartName="/ppt/charts/chart214.xml" ContentType="application/vnd.openxmlformats-officedocument.drawingml.chart+xml"/>
  <Override PartName="/ppt/charts/chart215.xml" ContentType="application/vnd.openxmlformats-officedocument.drawingml.chart+xml"/>
  <Override PartName="/ppt/charts/chart216.xml" ContentType="application/vnd.openxmlformats-officedocument.drawingml.chart+xml"/>
  <Override PartName="/ppt/charts/chart217.xml" ContentType="application/vnd.openxmlformats-officedocument.drawingml.chart+xml"/>
  <Override PartName="/ppt/charts/chart218.xml" ContentType="application/vnd.openxmlformats-officedocument.drawingml.chart+xml"/>
  <Override PartName="/ppt/charts/chart219.xml" ContentType="application/vnd.openxmlformats-officedocument.drawingml.chart+xml"/>
  <Override PartName="/ppt/charts/chart22.xml" ContentType="application/vnd.openxmlformats-officedocument.drawingml.chart+xml"/>
  <Override PartName="/ppt/charts/chart220.xml" ContentType="application/vnd.openxmlformats-officedocument.drawingml.chart+xml"/>
  <Override PartName="/ppt/charts/chart221.xml" ContentType="application/vnd.openxmlformats-officedocument.drawingml.chart+xml"/>
  <Override PartName="/ppt/charts/chart222.xml" ContentType="application/vnd.openxmlformats-officedocument.drawingml.chart+xml"/>
  <Override PartName="/ppt/charts/chart223.xml" ContentType="application/vnd.openxmlformats-officedocument.drawingml.chart+xml"/>
  <Override PartName="/ppt/charts/chart224.xml" ContentType="application/vnd.openxmlformats-officedocument.drawingml.chart+xml"/>
  <Override PartName="/ppt/charts/chart225.xml" ContentType="application/vnd.openxmlformats-officedocument.drawingml.chart+xml"/>
  <Override PartName="/ppt/charts/chart226.xml" ContentType="application/vnd.openxmlformats-officedocument.drawingml.chart+xml"/>
  <Override PartName="/ppt/charts/chart227.xml" ContentType="application/vnd.openxmlformats-officedocument.drawingml.chart+xml"/>
  <Override PartName="/ppt/charts/chart228.xml" ContentType="application/vnd.openxmlformats-officedocument.drawingml.chart+xml"/>
  <Override PartName="/ppt/charts/chart229.xml" ContentType="application/vnd.openxmlformats-officedocument.drawingml.chart+xml"/>
  <Override PartName="/ppt/charts/chart23.xml" ContentType="application/vnd.openxmlformats-officedocument.drawingml.chart+xml"/>
  <Override PartName="/ppt/charts/chart230.xml" ContentType="application/vnd.openxmlformats-officedocument.drawingml.chart+xml"/>
  <Override PartName="/ppt/charts/chart231.xml" ContentType="application/vnd.openxmlformats-officedocument.drawingml.chart+xml"/>
  <Override PartName="/ppt/charts/chart232.xml" ContentType="application/vnd.openxmlformats-officedocument.drawingml.chart+xml"/>
  <Override PartName="/ppt/charts/chart233.xml" ContentType="application/vnd.openxmlformats-officedocument.drawingml.chart+xml"/>
  <Override PartName="/ppt/charts/chart234.xml" ContentType="application/vnd.openxmlformats-officedocument.drawingml.chart+xml"/>
  <Override PartName="/ppt/charts/chart235.xml" ContentType="application/vnd.openxmlformats-officedocument.drawingml.chart+xml"/>
  <Override PartName="/ppt/charts/chart236.xml" ContentType="application/vnd.openxmlformats-officedocument.drawingml.chart+xml"/>
  <Override PartName="/ppt/charts/chart237.xml" ContentType="application/vnd.openxmlformats-officedocument.drawingml.chart+xml"/>
  <Override PartName="/ppt/charts/chart238.xml" ContentType="application/vnd.openxmlformats-officedocument.drawingml.chart+xml"/>
  <Override PartName="/ppt/charts/chart239.xml" ContentType="application/vnd.openxmlformats-officedocument.drawingml.chart+xml"/>
  <Override PartName="/ppt/charts/chart24.xml" ContentType="application/vnd.openxmlformats-officedocument.drawingml.chart+xml"/>
  <Override PartName="/ppt/charts/chart240.xml" ContentType="application/vnd.openxmlformats-officedocument.drawingml.chart+xml"/>
  <Override PartName="/ppt/charts/chart241.xml" ContentType="application/vnd.openxmlformats-officedocument.drawingml.chart+xml"/>
  <Override PartName="/ppt/charts/chart242.xml" ContentType="application/vnd.openxmlformats-officedocument.drawingml.chart+xml"/>
  <Override PartName="/ppt/charts/chart243.xml" ContentType="application/vnd.openxmlformats-officedocument.drawingml.chart+xml"/>
  <Override PartName="/ppt/charts/chart244.xml" ContentType="application/vnd.openxmlformats-officedocument.drawingml.chart+xml"/>
  <Override PartName="/ppt/charts/chart245.xml" ContentType="application/vnd.openxmlformats-officedocument.drawingml.chart+xml"/>
  <Override PartName="/ppt/charts/chart246.xml" ContentType="application/vnd.openxmlformats-officedocument.drawingml.chart+xml"/>
  <Override PartName="/ppt/charts/chart247.xml" ContentType="application/vnd.openxmlformats-officedocument.drawingml.chart+xml"/>
  <Override PartName="/ppt/charts/chart248.xml" ContentType="application/vnd.openxmlformats-officedocument.drawingml.chart+xml"/>
  <Override PartName="/ppt/charts/chart249.xml" ContentType="application/vnd.openxmlformats-officedocument.drawingml.chart+xml"/>
  <Override PartName="/ppt/charts/chart25.xml" ContentType="application/vnd.openxmlformats-officedocument.drawingml.chart+xml"/>
  <Override PartName="/ppt/charts/chart250.xml" ContentType="application/vnd.openxmlformats-officedocument.drawingml.chart+xml"/>
  <Override PartName="/ppt/charts/chart251.xml" ContentType="application/vnd.openxmlformats-officedocument.drawingml.chart+xml"/>
  <Override PartName="/ppt/charts/chart252.xml" ContentType="application/vnd.openxmlformats-officedocument.drawingml.chart+xml"/>
  <Override PartName="/ppt/charts/chart253.xml" ContentType="application/vnd.openxmlformats-officedocument.drawingml.chart+xml"/>
  <Override PartName="/ppt/charts/chart254.xml" ContentType="application/vnd.openxmlformats-officedocument.drawingml.chart+xml"/>
  <Override PartName="/ppt/charts/chart255.xml" ContentType="application/vnd.openxmlformats-officedocument.drawingml.chart+xml"/>
  <Override PartName="/ppt/charts/chart256.xml" ContentType="application/vnd.openxmlformats-officedocument.drawingml.chart+xml"/>
  <Override PartName="/ppt/charts/chart257.xml" ContentType="application/vnd.openxmlformats-officedocument.drawingml.chart+xml"/>
  <Override PartName="/ppt/charts/chart258.xml" ContentType="application/vnd.openxmlformats-officedocument.drawingml.chart+xml"/>
  <Override PartName="/ppt/charts/chart259.xml" ContentType="application/vnd.openxmlformats-officedocument.drawingml.chart+xml"/>
  <Override PartName="/ppt/charts/chart26.xml" ContentType="application/vnd.openxmlformats-officedocument.drawingml.chart+xml"/>
  <Override PartName="/ppt/charts/chart260.xml" ContentType="application/vnd.openxmlformats-officedocument.drawingml.chart+xml"/>
  <Override PartName="/ppt/charts/chart261.xml" ContentType="application/vnd.openxmlformats-officedocument.drawingml.chart+xml"/>
  <Override PartName="/ppt/charts/chart262.xml" ContentType="application/vnd.openxmlformats-officedocument.drawingml.chart+xml"/>
  <Override PartName="/ppt/charts/chart263.xml" ContentType="application/vnd.openxmlformats-officedocument.drawingml.chart+xml"/>
  <Override PartName="/ppt/charts/chart264.xml" ContentType="application/vnd.openxmlformats-officedocument.drawingml.chart+xml"/>
  <Override PartName="/ppt/charts/chart265.xml" ContentType="application/vnd.openxmlformats-officedocument.drawingml.chart+xml"/>
  <Override PartName="/ppt/charts/chart266.xml" ContentType="application/vnd.openxmlformats-officedocument.drawingml.chart+xml"/>
  <Override PartName="/ppt/charts/chart267.xml" ContentType="application/vnd.openxmlformats-officedocument.drawingml.chart+xml"/>
  <Override PartName="/ppt/charts/chart268.xml" ContentType="application/vnd.openxmlformats-officedocument.drawingml.chart+xml"/>
  <Override PartName="/ppt/charts/chart269.xml" ContentType="application/vnd.openxmlformats-officedocument.drawingml.chart+xml"/>
  <Override PartName="/ppt/charts/chart27.xml" ContentType="application/vnd.openxmlformats-officedocument.drawingml.chart+xml"/>
  <Override PartName="/ppt/charts/chart270.xml" ContentType="application/vnd.openxmlformats-officedocument.drawingml.chart+xml"/>
  <Override PartName="/ppt/charts/chart271.xml" ContentType="application/vnd.openxmlformats-officedocument.drawingml.chart+xml"/>
  <Override PartName="/ppt/charts/chart272.xml" ContentType="application/vnd.openxmlformats-officedocument.drawingml.chart+xml"/>
  <Override PartName="/ppt/charts/chart273.xml" ContentType="application/vnd.openxmlformats-officedocument.drawingml.chart+xml"/>
  <Override PartName="/ppt/charts/chart274.xml" ContentType="application/vnd.openxmlformats-officedocument.drawingml.chart+xml"/>
  <Override PartName="/ppt/charts/chart275.xml" ContentType="application/vnd.openxmlformats-officedocument.drawingml.chart+xml"/>
  <Override PartName="/ppt/charts/chart276.xml" ContentType="application/vnd.openxmlformats-officedocument.drawingml.chart+xml"/>
  <Override PartName="/ppt/charts/chart277.xml" ContentType="application/vnd.openxmlformats-officedocument.drawingml.chart+xml"/>
  <Override PartName="/ppt/charts/chart278.xml" ContentType="application/vnd.openxmlformats-officedocument.drawingml.chart+xml"/>
  <Override PartName="/ppt/charts/chart279.xml" ContentType="application/vnd.openxmlformats-officedocument.drawingml.chart+xml"/>
  <Override PartName="/ppt/charts/chart28.xml" ContentType="application/vnd.openxmlformats-officedocument.drawingml.chart+xml"/>
  <Override PartName="/ppt/charts/chart280.xml" ContentType="application/vnd.openxmlformats-officedocument.drawingml.chart+xml"/>
  <Override PartName="/ppt/charts/chart281.xml" ContentType="application/vnd.openxmlformats-officedocument.drawingml.chart+xml"/>
  <Override PartName="/ppt/charts/chart282.xml" ContentType="application/vnd.openxmlformats-officedocument.drawingml.chart+xml"/>
  <Override PartName="/ppt/charts/chart283.xml" ContentType="application/vnd.openxmlformats-officedocument.drawingml.chart+xml"/>
  <Override PartName="/ppt/charts/chart284.xml" ContentType="application/vnd.openxmlformats-officedocument.drawingml.chart+xml"/>
  <Override PartName="/ppt/charts/chart285.xml" ContentType="application/vnd.openxmlformats-officedocument.drawingml.chart+xml"/>
  <Override PartName="/ppt/charts/chart286.xml" ContentType="application/vnd.openxmlformats-officedocument.drawingml.chart+xml"/>
  <Override PartName="/ppt/charts/chart287.xml" ContentType="application/vnd.openxmlformats-officedocument.drawingml.chart+xml"/>
  <Override PartName="/ppt/charts/chart288.xml" ContentType="application/vnd.openxmlformats-officedocument.drawingml.chart+xml"/>
  <Override PartName="/ppt/charts/chart289.xml" ContentType="application/vnd.openxmlformats-officedocument.drawingml.chart+xml"/>
  <Override PartName="/ppt/charts/chart29.xml" ContentType="application/vnd.openxmlformats-officedocument.drawingml.chart+xml"/>
  <Override PartName="/ppt/charts/chart290.xml" ContentType="application/vnd.openxmlformats-officedocument.drawingml.chart+xml"/>
  <Override PartName="/ppt/charts/chart291.xml" ContentType="application/vnd.openxmlformats-officedocument.drawingml.chart+xml"/>
  <Override PartName="/ppt/charts/chart292.xml" ContentType="application/vnd.openxmlformats-officedocument.drawingml.chart+xml"/>
  <Override PartName="/ppt/charts/chart293.xml" ContentType="application/vnd.openxmlformats-officedocument.drawingml.chart+xml"/>
  <Override PartName="/ppt/charts/chart294.xml" ContentType="application/vnd.openxmlformats-officedocument.drawingml.chart+xml"/>
  <Override PartName="/ppt/charts/chart295.xml" ContentType="application/vnd.openxmlformats-officedocument.drawingml.chart+xml"/>
  <Override PartName="/ppt/charts/chart296.xml" ContentType="application/vnd.openxmlformats-officedocument.drawingml.chart+xml"/>
  <Override PartName="/ppt/charts/chart297.xml" ContentType="application/vnd.openxmlformats-officedocument.drawingml.chart+xml"/>
  <Override PartName="/ppt/charts/chart298.xml" ContentType="application/vnd.openxmlformats-officedocument.drawingml.chart+xml"/>
  <Override PartName="/ppt/charts/chart29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00.xml" ContentType="application/vnd.openxmlformats-officedocument.drawingml.chart+xml"/>
  <Override PartName="/ppt/charts/chart301.xml" ContentType="application/vnd.openxmlformats-officedocument.drawingml.chart+xml"/>
  <Override PartName="/ppt/charts/chart302.xml" ContentType="application/vnd.openxmlformats-officedocument.drawingml.chart+xml"/>
  <Override PartName="/ppt/charts/chart303.xml" ContentType="application/vnd.openxmlformats-officedocument.drawingml.chart+xml"/>
  <Override PartName="/ppt/charts/chart304.xml" ContentType="application/vnd.openxmlformats-officedocument.drawingml.chart+xml"/>
  <Override PartName="/ppt/charts/chart305.xml" ContentType="application/vnd.openxmlformats-officedocument.drawingml.chart+xml"/>
  <Override PartName="/ppt/charts/chart306.xml" ContentType="application/vnd.openxmlformats-officedocument.drawingml.chart+xml"/>
  <Override PartName="/ppt/charts/chart307.xml" ContentType="application/vnd.openxmlformats-officedocument.drawingml.chart+xml"/>
  <Override PartName="/ppt/charts/chart308.xml" ContentType="application/vnd.openxmlformats-officedocument.drawingml.chart+xml"/>
  <Override PartName="/ppt/charts/chart309.xml" ContentType="application/vnd.openxmlformats-officedocument.drawingml.chart+xml"/>
  <Override PartName="/ppt/charts/chart31.xml" ContentType="application/vnd.openxmlformats-officedocument.drawingml.chart+xml"/>
  <Override PartName="/ppt/charts/chart310.xml" ContentType="application/vnd.openxmlformats-officedocument.drawingml.chart+xml"/>
  <Override PartName="/ppt/charts/chart311.xml" ContentType="application/vnd.openxmlformats-officedocument.drawingml.chart+xml"/>
  <Override PartName="/ppt/charts/chart312.xml" ContentType="application/vnd.openxmlformats-officedocument.drawingml.chart+xml"/>
  <Override PartName="/ppt/charts/chart313.xml" ContentType="application/vnd.openxmlformats-officedocument.drawingml.chart+xml"/>
  <Override PartName="/ppt/charts/chart314.xml" ContentType="application/vnd.openxmlformats-officedocument.drawingml.chart+xml"/>
  <Override PartName="/ppt/charts/chart315.xml" ContentType="application/vnd.openxmlformats-officedocument.drawingml.chart+xml"/>
  <Override PartName="/ppt/charts/chart316.xml" ContentType="application/vnd.openxmlformats-officedocument.drawingml.chart+xml"/>
  <Override PartName="/ppt/charts/chart317.xml" ContentType="application/vnd.openxmlformats-officedocument.drawingml.chart+xml"/>
  <Override PartName="/ppt/charts/chart318.xml" ContentType="application/vnd.openxmlformats-officedocument.drawingml.chart+xml"/>
  <Override PartName="/ppt/charts/chart319.xml" ContentType="application/vnd.openxmlformats-officedocument.drawingml.chart+xml"/>
  <Override PartName="/ppt/charts/chart32.xml" ContentType="application/vnd.openxmlformats-officedocument.drawingml.chart+xml"/>
  <Override PartName="/ppt/charts/chart320.xml" ContentType="application/vnd.openxmlformats-officedocument.drawingml.chart+xml"/>
  <Override PartName="/ppt/charts/chart321.xml" ContentType="application/vnd.openxmlformats-officedocument.drawingml.chart+xml"/>
  <Override PartName="/ppt/charts/chart322.xml" ContentType="application/vnd.openxmlformats-officedocument.drawingml.chart+xml"/>
  <Override PartName="/ppt/charts/chart323.xml" ContentType="application/vnd.openxmlformats-officedocument.drawingml.chart+xml"/>
  <Override PartName="/ppt/charts/chart324.xml" ContentType="application/vnd.openxmlformats-officedocument.drawingml.chart+xml"/>
  <Override PartName="/ppt/charts/chart325.xml" ContentType="application/vnd.openxmlformats-officedocument.drawingml.chart+xml"/>
  <Override PartName="/ppt/charts/chart326.xml" ContentType="application/vnd.openxmlformats-officedocument.drawingml.chart+xml"/>
  <Override PartName="/ppt/charts/chart327.xml" ContentType="application/vnd.openxmlformats-officedocument.drawingml.chart+xml"/>
  <Override PartName="/ppt/charts/chart328.xml" ContentType="application/vnd.openxmlformats-officedocument.drawingml.chart+xml"/>
  <Override PartName="/ppt/charts/chart329.xml" ContentType="application/vnd.openxmlformats-officedocument.drawingml.chart+xml"/>
  <Override PartName="/ppt/charts/chart33.xml" ContentType="application/vnd.openxmlformats-officedocument.drawingml.chart+xml"/>
  <Override PartName="/ppt/charts/chart330.xml" ContentType="application/vnd.openxmlformats-officedocument.drawingml.chart+xml"/>
  <Override PartName="/ppt/charts/chart331.xml" ContentType="application/vnd.openxmlformats-officedocument.drawingml.chart+xml"/>
  <Override PartName="/ppt/charts/chart332.xml" ContentType="application/vnd.openxmlformats-officedocument.drawingml.chart+xml"/>
  <Override PartName="/ppt/charts/chart333.xml" ContentType="application/vnd.openxmlformats-officedocument.drawingml.chart+xml"/>
  <Override PartName="/ppt/charts/chart334.xml" ContentType="application/vnd.openxmlformats-officedocument.drawingml.chart+xml"/>
  <Override PartName="/ppt/charts/chart335.xml" ContentType="application/vnd.openxmlformats-officedocument.drawingml.chart+xml"/>
  <Override PartName="/ppt/charts/chart336.xml" ContentType="application/vnd.openxmlformats-officedocument.drawingml.chart+xml"/>
  <Override PartName="/ppt/charts/chart337.xml" ContentType="application/vnd.openxmlformats-officedocument.drawingml.chart+xml"/>
  <Override PartName="/ppt/charts/chart338.xml" ContentType="application/vnd.openxmlformats-officedocument.drawingml.chart+xml"/>
  <Override PartName="/ppt/charts/chart339.xml" ContentType="application/vnd.openxmlformats-officedocument.drawingml.chart+xml"/>
  <Override PartName="/ppt/charts/chart34.xml" ContentType="application/vnd.openxmlformats-officedocument.drawingml.chart+xml"/>
  <Override PartName="/ppt/charts/chart340.xml" ContentType="application/vnd.openxmlformats-officedocument.drawingml.chart+xml"/>
  <Override PartName="/ppt/charts/chart341.xml" ContentType="application/vnd.openxmlformats-officedocument.drawingml.chart+xml"/>
  <Override PartName="/ppt/charts/chart342.xml" ContentType="application/vnd.openxmlformats-officedocument.drawingml.chart+xml"/>
  <Override PartName="/ppt/charts/chart343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ppt/notesSlides/notesSlide266.xml" ContentType="application/vnd.openxmlformats-officedocument.presentationml.notesSlide+xml"/>
  <Override PartName="/ppt/notesSlides/notesSlide267.xml" ContentType="application/vnd.openxmlformats-officedocument.presentationml.notesSlide+xml"/>
  <Override PartName="/ppt/notesSlides/notesSlide268.xml" ContentType="application/vnd.openxmlformats-officedocument.presentationml.notesSlide+xml"/>
  <Override PartName="/ppt/notesSlides/notesSlide269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70.xml" ContentType="application/vnd.openxmlformats-officedocument.presentationml.notesSlide+xml"/>
  <Override PartName="/ppt/notesSlides/notesSlide271.xml" ContentType="application/vnd.openxmlformats-officedocument.presentationml.notesSlide+xml"/>
  <Override PartName="/ppt/notesSlides/notesSlide272.xml" ContentType="application/vnd.openxmlformats-officedocument.presentationml.notesSlide+xml"/>
  <Override PartName="/ppt/notesSlides/notesSlide273.xml" ContentType="application/vnd.openxmlformats-officedocument.presentationml.notesSlide+xml"/>
  <Override PartName="/ppt/notesSlides/notesSlide274.xml" ContentType="application/vnd.openxmlformats-officedocument.presentationml.notesSlide+xml"/>
  <Override PartName="/ppt/notesSlides/notesSlide275.xml" ContentType="application/vnd.openxmlformats-officedocument.presentationml.notesSlide+xml"/>
  <Override PartName="/ppt/notesSlides/notesSlide276.xml" ContentType="application/vnd.openxmlformats-officedocument.presentationml.notesSlide+xml"/>
  <Override PartName="/ppt/notesSlides/notesSlide277.xml" ContentType="application/vnd.openxmlformats-officedocument.presentationml.notesSlide+xml"/>
  <Override PartName="/ppt/notesSlides/notesSlide278.xml" ContentType="application/vnd.openxmlformats-officedocument.presentationml.notesSlide+xml"/>
  <Override PartName="/ppt/notesSlides/notesSlide279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80.xml" ContentType="application/vnd.openxmlformats-officedocument.presentationml.notesSlide+xml"/>
  <Override PartName="/ppt/notesSlides/notesSlide281.xml" ContentType="application/vnd.openxmlformats-officedocument.presentationml.notesSlide+xml"/>
  <Override PartName="/ppt/notesSlides/notesSlide282.xml" ContentType="application/vnd.openxmlformats-officedocument.presentationml.notesSlide+xml"/>
  <Override PartName="/ppt/notesSlides/notesSlide283.xml" ContentType="application/vnd.openxmlformats-officedocument.presentationml.notesSlide+xml"/>
  <Override PartName="/ppt/notesSlides/notesSlide284.xml" ContentType="application/vnd.openxmlformats-officedocument.presentationml.notesSlide+xml"/>
  <Override PartName="/ppt/notesSlides/notesSlide285.xml" ContentType="application/vnd.openxmlformats-officedocument.presentationml.notesSlide+xml"/>
  <Override PartName="/ppt/notesSlides/notesSlide286.xml" ContentType="application/vnd.openxmlformats-officedocument.presentationml.notesSlide+xml"/>
  <Override PartName="/ppt/notesSlides/notesSlide287.xml" ContentType="application/vnd.openxmlformats-officedocument.presentationml.notesSlide+xml"/>
  <Override PartName="/ppt/notesSlides/notesSlide288.xml" ContentType="application/vnd.openxmlformats-officedocument.presentationml.notesSlide+xml"/>
  <Override PartName="/ppt/notesSlides/notesSlide289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290.xml" ContentType="application/vnd.openxmlformats-officedocument.presentationml.notesSlide+xml"/>
  <Override PartName="/ppt/notesSlides/notesSlide291.xml" ContentType="application/vnd.openxmlformats-officedocument.presentationml.notesSlide+xml"/>
  <Override PartName="/ppt/notesSlides/notesSlide292.xml" ContentType="application/vnd.openxmlformats-officedocument.presentationml.notesSlide+xml"/>
  <Override PartName="/ppt/notesSlides/notesSlide293.xml" ContentType="application/vnd.openxmlformats-officedocument.presentationml.notesSlide+xml"/>
  <Override PartName="/ppt/notesSlides/notesSlide294.xml" ContentType="application/vnd.openxmlformats-officedocument.presentationml.notesSlide+xml"/>
  <Override PartName="/ppt/notesSlides/notesSlide295.xml" ContentType="application/vnd.openxmlformats-officedocument.presentationml.notesSlide+xml"/>
  <Override PartName="/ppt/notesSlides/notesSlide296.xml" ContentType="application/vnd.openxmlformats-officedocument.presentationml.notesSlide+xml"/>
  <Override PartName="/ppt/notesSlides/notesSlide297.xml" ContentType="application/vnd.openxmlformats-officedocument.presentationml.notesSlide+xml"/>
  <Override PartName="/ppt/notesSlides/notesSlide298.xml" ContentType="application/vnd.openxmlformats-officedocument.presentationml.notesSlide+xml"/>
  <Override PartName="/ppt/notesSlides/notesSlide29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00.xml" ContentType="application/vnd.openxmlformats-officedocument.presentationml.notesSlide+xml"/>
  <Override PartName="/ppt/notesSlides/notesSlide301.xml" ContentType="application/vnd.openxmlformats-officedocument.presentationml.notesSlide+xml"/>
  <Override PartName="/ppt/notesSlides/notesSlide302.xml" ContentType="application/vnd.openxmlformats-officedocument.presentationml.notesSlide+xml"/>
  <Override PartName="/ppt/notesSlides/notesSlide303.xml" ContentType="application/vnd.openxmlformats-officedocument.presentationml.notesSlide+xml"/>
  <Override PartName="/ppt/notesSlides/notesSlide304.xml" ContentType="application/vnd.openxmlformats-officedocument.presentationml.notesSlide+xml"/>
  <Override PartName="/ppt/notesSlides/notesSlide305.xml" ContentType="application/vnd.openxmlformats-officedocument.presentationml.notesSlide+xml"/>
  <Override PartName="/ppt/notesSlides/notesSlide306.xml" ContentType="application/vnd.openxmlformats-officedocument.presentationml.notesSlide+xml"/>
  <Override PartName="/ppt/notesSlides/notesSlide307.xml" ContentType="application/vnd.openxmlformats-officedocument.presentationml.notesSlide+xml"/>
  <Override PartName="/ppt/notesSlides/notesSlide308.xml" ContentType="application/vnd.openxmlformats-officedocument.presentationml.notesSlide+xml"/>
  <Override PartName="/ppt/notesSlides/notesSlide309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10.xml" ContentType="application/vnd.openxmlformats-officedocument.presentationml.notesSlide+xml"/>
  <Override PartName="/ppt/notesSlides/notesSlide311.xml" ContentType="application/vnd.openxmlformats-officedocument.presentationml.notesSlide+xml"/>
  <Override PartName="/ppt/notesSlides/notesSlide312.xml" ContentType="application/vnd.openxmlformats-officedocument.presentationml.notesSlide+xml"/>
  <Override PartName="/ppt/notesSlides/notesSlide313.xml" ContentType="application/vnd.openxmlformats-officedocument.presentationml.notesSlide+xml"/>
  <Override PartName="/ppt/notesSlides/notesSlide314.xml" ContentType="application/vnd.openxmlformats-officedocument.presentationml.notesSlide+xml"/>
  <Override PartName="/ppt/notesSlides/notesSlide315.xml" ContentType="application/vnd.openxmlformats-officedocument.presentationml.notesSlide+xml"/>
  <Override PartName="/ppt/notesSlides/notesSlide316.xml" ContentType="application/vnd.openxmlformats-officedocument.presentationml.notesSlide+xml"/>
  <Override PartName="/ppt/notesSlides/notesSlide317.xml" ContentType="application/vnd.openxmlformats-officedocument.presentationml.notesSlide+xml"/>
  <Override PartName="/ppt/notesSlides/notesSlide318.xml" ContentType="application/vnd.openxmlformats-officedocument.presentationml.notesSlide+xml"/>
  <Override PartName="/ppt/notesSlides/notesSlide319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20.xml" ContentType="application/vnd.openxmlformats-officedocument.presentationml.notesSlide+xml"/>
  <Override PartName="/ppt/notesSlides/notesSlide321.xml" ContentType="application/vnd.openxmlformats-officedocument.presentationml.notesSlide+xml"/>
  <Override PartName="/ppt/notesSlides/notesSlide322.xml" ContentType="application/vnd.openxmlformats-officedocument.presentationml.notesSlide+xml"/>
  <Override PartName="/ppt/notesSlides/notesSlide323.xml" ContentType="application/vnd.openxmlformats-officedocument.presentationml.notesSlide+xml"/>
  <Override PartName="/ppt/notesSlides/notesSlide324.xml" ContentType="application/vnd.openxmlformats-officedocument.presentationml.notesSlide+xml"/>
  <Override PartName="/ppt/notesSlides/notesSlide325.xml" ContentType="application/vnd.openxmlformats-officedocument.presentationml.notesSlide+xml"/>
  <Override PartName="/ppt/notesSlides/notesSlide326.xml" ContentType="application/vnd.openxmlformats-officedocument.presentationml.notesSlide+xml"/>
  <Override PartName="/ppt/notesSlides/notesSlide327.xml" ContentType="application/vnd.openxmlformats-officedocument.presentationml.notesSlide+xml"/>
  <Override PartName="/ppt/notesSlides/notesSlide328.xml" ContentType="application/vnd.openxmlformats-officedocument.presentationml.notesSlide+xml"/>
  <Override PartName="/ppt/notesSlides/notesSlide329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30.xml" ContentType="application/vnd.openxmlformats-officedocument.presentationml.notesSlide+xml"/>
  <Override PartName="/ppt/notesSlides/notesSlide331.xml" ContentType="application/vnd.openxmlformats-officedocument.presentationml.notesSlide+xml"/>
  <Override PartName="/ppt/notesSlides/notesSlide332.xml" ContentType="application/vnd.openxmlformats-officedocument.presentationml.notesSlide+xml"/>
  <Override PartName="/ppt/notesSlides/notesSlide333.xml" ContentType="application/vnd.openxmlformats-officedocument.presentationml.notesSlide+xml"/>
  <Override PartName="/ppt/notesSlides/notesSlide334.xml" ContentType="application/vnd.openxmlformats-officedocument.presentationml.notesSlide+xml"/>
  <Override PartName="/ppt/notesSlides/notesSlide335.xml" ContentType="application/vnd.openxmlformats-officedocument.presentationml.notesSlide+xml"/>
  <Override PartName="/ppt/notesSlides/notesSlide336.xml" ContentType="application/vnd.openxmlformats-officedocument.presentationml.notesSlide+xml"/>
  <Override PartName="/ppt/notesSlides/notesSlide337.xml" ContentType="application/vnd.openxmlformats-officedocument.presentationml.notesSlide+xml"/>
  <Override PartName="/ppt/notesSlides/notesSlide338.xml" ContentType="application/vnd.openxmlformats-officedocument.presentationml.notesSlide+xml"/>
  <Override PartName="/ppt/notesSlides/notesSlide339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40.xml" ContentType="application/vnd.openxmlformats-officedocument.presentationml.notesSlide+xml"/>
  <Override PartName="/ppt/notesSlides/notesSlide341.xml" ContentType="application/vnd.openxmlformats-officedocument.presentationml.notesSlide+xml"/>
  <Override PartName="/ppt/notesSlides/notesSlide342.xml" ContentType="application/vnd.openxmlformats-officedocument.presentationml.notesSlide+xml"/>
  <Override PartName="/ppt/notesSlides/notesSlide343.xml" ContentType="application/vnd.openxmlformats-officedocument.presentationml.notesSlide+xml"/>
  <Override PartName="/ppt/notesSlides/notesSlide344.xml" ContentType="application/vnd.openxmlformats-officedocument.presentationml.notesSlide+xml"/>
  <Override PartName="/ppt/notesSlides/notesSlide345.xml" ContentType="application/vnd.openxmlformats-officedocument.presentationml.notesSlide+xml"/>
  <Override PartName="/ppt/notesSlides/notesSlide346.xml" ContentType="application/vnd.openxmlformats-officedocument.presentationml.notesSlide+xml"/>
  <Override PartName="/ppt/notesSlides/notesSlide347.xml" ContentType="application/vnd.openxmlformats-officedocument.presentationml.notesSlide+xml"/>
  <Override PartName="/ppt/notesSlides/notesSlide348.xml" ContentType="application/vnd.openxmlformats-officedocument.presentationml.notesSlide+xml"/>
  <Override PartName="/ppt/notesSlides/notesSlide349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50.xml" ContentType="application/vnd.openxmlformats-officedocument.presentationml.notesSlide+xml"/>
  <Override PartName="/ppt/notesSlides/notesSlide351.xml" ContentType="application/vnd.openxmlformats-officedocument.presentationml.notesSlide+xml"/>
  <Override PartName="/ppt/notesSlides/notesSlide352.xml" ContentType="application/vnd.openxmlformats-officedocument.presentationml.notesSlide+xml"/>
  <Override PartName="/ppt/notesSlides/notesSlide353.xml" ContentType="application/vnd.openxmlformats-officedocument.presentationml.notesSlide+xml"/>
  <Override PartName="/ppt/notesSlides/notesSlide354.xml" ContentType="application/vnd.openxmlformats-officedocument.presentationml.notesSlide+xml"/>
  <Override PartName="/ppt/notesSlides/notesSlide355.xml" ContentType="application/vnd.openxmlformats-officedocument.presentationml.notesSlide+xml"/>
  <Override PartName="/ppt/notesSlides/notesSlide356.xml" ContentType="application/vnd.openxmlformats-officedocument.presentationml.notesSlide+xml"/>
  <Override PartName="/ppt/notesSlides/notesSlide357.xml" ContentType="application/vnd.openxmlformats-officedocument.presentationml.notesSlide+xml"/>
  <Override PartName="/ppt/notesSlides/notesSlide358.xml" ContentType="application/vnd.openxmlformats-officedocument.presentationml.notesSlide+xml"/>
  <Override PartName="/ppt/notesSlides/notesSlide359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60.xml" ContentType="application/vnd.openxmlformats-officedocument.presentationml.notesSlide+xml"/>
  <Override PartName="/ppt/notesSlides/notesSlide361.xml" ContentType="application/vnd.openxmlformats-officedocument.presentationml.notesSlide+xml"/>
  <Override PartName="/ppt/notesSlides/notesSlide362.xml" ContentType="application/vnd.openxmlformats-officedocument.presentationml.notesSlide+xml"/>
  <Override PartName="/ppt/notesSlides/notesSlide363.xml" ContentType="application/vnd.openxmlformats-officedocument.presentationml.notesSlide+xml"/>
  <Override PartName="/ppt/notesSlides/notesSlide364.xml" ContentType="application/vnd.openxmlformats-officedocument.presentationml.notesSlide+xml"/>
  <Override PartName="/ppt/notesSlides/notesSlide365.xml" ContentType="application/vnd.openxmlformats-officedocument.presentationml.notesSlide+xml"/>
  <Override PartName="/ppt/notesSlides/notesSlide366.xml" ContentType="application/vnd.openxmlformats-officedocument.presentationml.notesSlide+xml"/>
  <Override PartName="/ppt/notesSlides/notesSlide367.xml" ContentType="application/vnd.openxmlformats-officedocument.presentationml.notesSlide+xml"/>
  <Override PartName="/ppt/notesSlides/notesSlide368.xml" ContentType="application/vnd.openxmlformats-officedocument.presentationml.notesSlide+xml"/>
  <Override PartName="/ppt/notesSlides/notesSlide369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70.xml" ContentType="application/vnd.openxmlformats-officedocument.presentationml.notesSlide+xml"/>
  <Override PartName="/ppt/notesSlides/notesSlide371.xml" ContentType="application/vnd.openxmlformats-officedocument.presentationml.notesSlide+xml"/>
  <Override PartName="/ppt/notesSlides/notesSlide372.xml" ContentType="application/vnd.openxmlformats-officedocument.presentationml.notesSlide+xml"/>
  <Override PartName="/ppt/notesSlides/notesSlide373.xml" ContentType="application/vnd.openxmlformats-officedocument.presentationml.notesSlide+xml"/>
  <Override PartName="/ppt/notesSlides/notesSlide374.xml" ContentType="application/vnd.openxmlformats-officedocument.presentationml.notesSlide+xml"/>
  <Override PartName="/ppt/notesSlides/notesSlide375.xml" ContentType="application/vnd.openxmlformats-officedocument.presentationml.notesSlide+xml"/>
  <Override PartName="/ppt/notesSlides/notesSlide376.xml" ContentType="application/vnd.openxmlformats-officedocument.presentationml.notesSlide+xml"/>
  <Override PartName="/ppt/notesSlides/notesSlide377.xml" ContentType="application/vnd.openxmlformats-officedocument.presentationml.notesSlide+xml"/>
  <Override PartName="/ppt/notesSlides/notesSlide378.xml" ContentType="application/vnd.openxmlformats-officedocument.presentationml.notesSlide+xml"/>
  <Override PartName="/ppt/notesSlides/notesSlide379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80.xml" ContentType="application/vnd.openxmlformats-officedocument.presentationml.notesSlide+xml"/>
  <Override PartName="/ppt/notesSlides/notesSlide381.xml" ContentType="application/vnd.openxmlformats-officedocument.presentationml.notesSlide+xml"/>
  <Override PartName="/ppt/notesSlides/notesSlide382.xml" ContentType="application/vnd.openxmlformats-officedocument.presentationml.notesSlide+xml"/>
  <Override PartName="/ppt/notesSlides/notesSlide383.xml" ContentType="application/vnd.openxmlformats-officedocument.presentationml.notesSlide+xml"/>
  <Override PartName="/ppt/notesSlides/notesSlide384.xml" ContentType="application/vnd.openxmlformats-officedocument.presentationml.notesSlide+xml"/>
  <Override PartName="/ppt/notesSlides/notesSlide385.xml" ContentType="application/vnd.openxmlformats-officedocument.presentationml.notesSlide+xml"/>
  <Override PartName="/ppt/notesSlides/notesSlide386.xml" ContentType="application/vnd.openxmlformats-officedocument.presentationml.notesSlide+xml"/>
  <Override PartName="/ppt/notesSlides/notesSlide387.xml" ContentType="application/vnd.openxmlformats-officedocument.presentationml.notesSlide+xml"/>
  <Override PartName="/ppt/notesSlides/notesSlide388.xml" ContentType="application/vnd.openxmlformats-officedocument.presentationml.notesSlide+xml"/>
  <Override PartName="/ppt/notesSlides/notesSlide389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390.xml" ContentType="application/vnd.openxmlformats-officedocument.presentationml.notesSlide+xml"/>
  <Override PartName="/ppt/notesSlides/notesSlide391.xml" ContentType="application/vnd.openxmlformats-officedocument.presentationml.notesSlide+xml"/>
  <Override PartName="/ppt/notesSlides/notesSlide392.xml" ContentType="application/vnd.openxmlformats-officedocument.presentationml.notesSlide+xml"/>
  <Override PartName="/ppt/notesSlides/notesSlide393.xml" ContentType="application/vnd.openxmlformats-officedocument.presentationml.notesSlide+xml"/>
  <Override PartName="/ppt/notesSlides/notesSlide394.xml" ContentType="application/vnd.openxmlformats-officedocument.presentationml.notesSlide+xml"/>
  <Override PartName="/ppt/notesSlides/notesSlide395.xml" ContentType="application/vnd.openxmlformats-officedocument.presentationml.notesSlide+xml"/>
  <Override PartName="/ppt/notesSlides/notesSlide396.xml" ContentType="application/vnd.openxmlformats-officedocument.presentationml.notesSlide+xml"/>
  <Override PartName="/ppt/notesSlides/notesSlide397.xml" ContentType="application/vnd.openxmlformats-officedocument.presentationml.notesSlide+xml"/>
  <Override PartName="/ppt/notesSlides/notesSlide398.xml" ContentType="application/vnd.openxmlformats-officedocument.presentationml.notesSlide+xml"/>
  <Override PartName="/ppt/notesSlides/notesSlide39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00.xml" ContentType="application/vnd.openxmlformats-officedocument.presentationml.notesSlide+xml"/>
  <Override PartName="/ppt/notesSlides/notesSlide401.xml" ContentType="application/vnd.openxmlformats-officedocument.presentationml.notesSlide+xml"/>
  <Override PartName="/ppt/notesSlides/notesSlide402.xml" ContentType="application/vnd.openxmlformats-officedocument.presentationml.notesSlide+xml"/>
  <Override PartName="/ppt/notesSlides/notesSlide403.xml" ContentType="application/vnd.openxmlformats-officedocument.presentationml.notesSlide+xml"/>
  <Override PartName="/ppt/notesSlides/notesSlide404.xml" ContentType="application/vnd.openxmlformats-officedocument.presentationml.notesSlide+xml"/>
  <Override PartName="/ppt/notesSlides/notesSlide405.xml" ContentType="application/vnd.openxmlformats-officedocument.presentationml.notesSlide+xml"/>
  <Override PartName="/ppt/notesSlides/notesSlide406.xml" ContentType="application/vnd.openxmlformats-officedocument.presentationml.notesSlide+xml"/>
  <Override PartName="/ppt/notesSlides/notesSlide407.xml" ContentType="application/vnd.openxmlformats-officedocument.presentationml.notesSlide+xml"/>
  <Override PartName="/ppt/notesSlides/notesSlide408.xml" ContentType="application/vnd.openxmlformats-officedocument.presentationml.notesSlide+xml"/>
  <Override PartName="/ppt/notesSlides/notesSlide409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10.xml" ContentType="application/vnd.openxmlformats-officedocument.presentationml.notesSlide+xml"/>
  <Override PartName="/ppt/notesSlides/notesSlide411.xml" ContentType="application/vnd.openxmlformats-officedocument.presentationml.notesSlide+xml"/>
  <Override PartName="/ppt/notesSlides/notesSlide412.xml" ContentType="application/vnd.openxmlformats-officedocument.presentationml.notesSlide+xml"/>
  <Override PartName="/ppt/notesSlides/notesSlide413.xml" ContentType="application/vnd.openxmlformats-officedocument.presentationml.notesSlide+xml"/>
  <Override PartName="/ppt/notesSlides/notesSlide414.xml" ContentType="application/vnd.openxmlformats-officedocument.presentationml.notesSlide+xml"/>
  <Override PartName="/ppt/notesSlides/notesSlide415.xml" ContentType="application/vnd.openxmlformats-officedocument.presentationml.notesSlide+xml"/>
  <Override PartName="/ppt/notesSlides/notesSlide416.xml" ContentType="application/vnd.openxmlformats-officedocument.presentationml.notesSlide+xml"/>
  <Override PartName="/ppt/notesSlides/notesSlide417.xml" ContentType="application/vnd.openxmlformats-officedocument.presentationml.notesSlide+xml"/>
  <Override PartName="/ppt/notesSlides/notesSlide418.xml" ContentType="application/vnd.openxmlformats-officedocument.presentationml.notesSlide+xml"/>
  <Override PartName="/ppt/notesSlides/notesSlide419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20.xml" ContentType="application/vnd.openxmlformats-officedocument.presentationml.notesSlide+xml"/>
  <Override PartName="/ppt/notesSlides/notesSlide421.xml" ContentType="application/vnd.openxmlformats-officedocument.presentationml.notesSlide+xml"/>
  <Override PartName="/ppt/notesSlides/notesSlide422.xml" ContentType="application/vnd.openxmlformats-officedocument.presentationml.notesSlide+xml"/>
  <Override PartName="/ppt/notesSlides/notesSlide423.xml" ContentType="application/vnd.openxmlformats-officedocument.presentationml.notesSlide+xml"/>
  <Override PartName="/ppt/notesSlides/notesSlide424.xml" ContentType="application/vnd.openxmlformats-officedocument.presentationml.notesSlide+xml"/>
  <Override PartName="/ppt/notesSlides/notesSlide425.xml" ContentType="application/vnd.openxmlformats-officedocument.presentationml.notesSlide+xml"/>
  <Override PartName="/ppt/notesSlides/notesSlide426.xml" ContentType="application/vnd.openxmlformats-officedocument.presentationml.notesSlide+xml"/>
  <Override PartName="/ppt/notesSlides/notesSlide427.xml" ContentType="application/vnd.openxmlformats-officedocument.presentationml.notesSlide+xml"/>
  <Override PartName="/ppt/notesSlides/notesSlide428.xml" ContentType="application/vnd.openxmlformats-officedocument.presentationml.notesSlide+xml"/>
  <Override PartName="/ppt/notesSlides/notesSlide429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30.xml" ContentType="application/vnd.openxmlformats-officedocument.presentationml.notesSlide+xml"/>
  <Override PartName="/ppt/notesSlides/notesSlide431.xml" ContentType="application/vnd.openxmlformats-officedocument.presentationml.notesSlide+xml"/>
  <Override PartName="/ppt/notesSlides/notesSlide432.xml" ContentType="application/vnd.openxmlformats-officedocument.presentationml.notesSlide+xml"/>
  <Override PartName="/ppt/notesSlides/notesSlide433.xml" ContentType="application/vnd.openxmlformats-officedocument.presentationml.notesSlide+xml"/>
  <Override PartName="/ppt/notesSlides/notesSlide434.xml" ContentType="application/vnd.openxmlformats-officedocument.presentationml.notesSlide+xml"/>
  <Override PartName="/ppt/notesSlides/notesSlide435.xml" ContentType="application/vnd.openxmlformats-officedocument.presentationml.notesSlide+xml"/>
  <Override PartName="/ppt/notesSlides/notesSlide436.xml" ContentType="application/vnd.openxmlformats-officedocument.presentationml.notesSlide+xml"/>
  <Override PartName="/ppt/notesSlides/notesSlide437.xml" ContentType="application/vnd.openxmlformats-officedocument.presentationml.notesSlide+xml"/>
  <Override PartName="/ppt/notesSlides/notesSlide438.xml" ContentType="application/vnd.openxmlformats-officedocument.presentationml.notesSlide+xml"/>
  <Override PartName="/ppt/notesSlides/notesSlide439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40.xml" ContentType="application/vnd.openxmlformats-officedocument.presentationml.notesSlide+xml"/>
  <Override PartName="/ppt/notesSlides/notesSlide441.xml" ContentType="application/vnd.openxmlformats-officedocument.presentationml.notesSlide+xml"/>
  <Override PartName="/ppt/notesSlides/notesSlide442.xml" ContentType="application/vnd.openxmlformats-officedocument.presentationml.notesSlide+xml"/>
  <Override PartName="/ppt/notesSlides/notesSlide443.xml" ContentType="application/vnd.openxmlformats-officedocument.presentationml.notesSlide+xml"/>
  <Override PartName="/ppt/notesSlides/notesSlide444.xml" ContentType="application/vnd.openxmlformats-officedocument.presentationml.notesSlide+xml"/>
  <Override PartName="/ppt/notesSlides/notesSlide445.xml" ContentType="application/vnd.openxmlformats-officedocument.presentationml.notesSlide+xml"/>
  <Override PartName="/ppt/notesSlides/notesSlide446.xml" ContentType="application/vnd.openxmlformats-officedocument.presentationml.notesSlide+xml"/>
  <Override PartName="/ppt/notesSlides/notesSlide447.xml" ContentType="application/vnd.openxmlformats-officedocument.presentationml.notesSlide+xml"/>
  <Override PartName="/ppt/notesSlides/notesSlide448.xml" ContentType="application/vnd.openxmlformats-officedocument.presentationml.notesSlide+xml"/>
  <Override PartName="/ppt/notesSlides/notesSlide449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50.xml" ContentType="application/vnd.openxmlformats-officedocument.presentationml.notesSlide+xml"/>
  <Override PartName="/ppt/notesSlides/notesSlide451.xml" ContentType="application/vnd.openxmlformats-officedocument.presentationml.notesSlide+xml"/>
  <Override PartName="/ppt/notesSlides/notesSlide452.xml" ContentType="application/vnd.openxmlformats-officedocument.presentationml.notesSlide+xml"/>
  <Override PartName="/ppt/notesSlides/notesSlide453.xml" ContentType="application/vnd.openxmlformats-officedocument.presentationml.notesSlide+xml"/>
  <Override PartName="/ppt/notesSlides/notesSlide454.xml" ContentType="application/vnd.openxmlformats-officedocument.presentationml.notesSlide+xml"/>
  <Override PartName="/ppt/notesSlides/notesSlide455.xml" ContentType="application/vnd.openxmlformats-officedocument.presentationml.notesSlide+xml"/>
  <Override PartName="/ppt/notesSlides/notesSlide456.xml" ContentType="application/vnd.openxmlformats-officedocument.presentationml.notesSlide+xml"/>
  <Override PartName="/ppt/notesSlides/notesSlide457.xml" ContentType="application/vnd.openxmlformats-officedocument.presentationml.notesSlide+xml"/>
  <Override PartName="/ppt/notesSlides/notesSlide458.xml" ContentType="application/vnd.openxmlformats-officedocument.presentationml.notesSlide+xml"/>
  <Override PartName="/ppt/notesSlides/notesSlide459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60.xml" ContentType="application/vnd.openxmlformats-officedocument.presentationml.notesSlide+xml"/>
  <Override PartName="/ppt/notesSlides/notesSlide461.xml" ContentType="application/vnd.openxmlformats-officedocument.presentationml.notesSlide+xml"/>
  <Override PartName="/ppt/notesSlides/notesSlide462.xml" ContentType="application/vnd.openxmlformats-officedocument.presentationml.notesSlide+xml"/>
  <Override PartName="/ppt/notesSlides/notesSlide463.xml" ContentType="application/vnd.openxmlformats-officedocument.presentationml.notesSlide+xml"/>
  <Override PartName="/ppt/notesSlides/notesSlide464.xml" ContentType="application/vnd.openxmlformats-officedocument.presentationml.notesSlide+xml"/>
  <Override PartName="/ppt/notesSlides/notesSlide465.xml" ContentType="application/vnd.openxmlformats-officedocument.presentationml.notesSlide+xml"/>
  <Override PartName="/ppt/notesSlides/notesSlide466.xml" ContentType="application/vnd.openxmlformats-officedocument.presentationml.notesSlide+xml"/>
  <Override PartName="/ppt/notesSlides/notesSlide467.xml" ContentType="application/vnd.openxmlformats-officedocument.presentationml.notesSlide+xml"/>
  <Override PartName="/ppt/notesSlides/notesSlide468.xml" ContentType="application/vnd.openxmlformats-officedocument.presentationml.notesSlide+xml"/>
  <Override PartName="/ppt/notesSlides/notesSlide469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70.xml" ContentType="application/vnd.openxmlformats-officedocument.presentationml.notesSlide+xml"/>
  <Override PartName="/ppt/notesSlides/notesSlide471.xml" ContentType="application/vnd.openxmlformats-officedocument.presentationml.notesSlide+xml"/>
  <Override PartName="/ppt/notesSlides/notesSlide472.xml" ContentType="application/vnd.openxmlformats-officedocument.presentationml.notesSlide+xml"/>
  <Override PartName="/ppt/notesSlides/notesSlide473.xml" ContentType="application/vnd.openxmlformats-officedocument.presentationml.notesSlide+xml"/>
  <Override PartName="/ppt/notesSlides/notesSlide474.xml" ContentType="application/vnd.openxmlformats-officedocument.presentationml.notesSlide+xml"/>
  <Override PartName="/ppt/notesSlides/notesSlide475.xml" ContentType="application/vnd.openxmlformats-officedocument.presentationml.notesSlide+xml"/>
  <Override PartName="/ppt/notesSlides/notesSlide476.xml" ContentType="application/vnd.openxmlformats-officedocument.presentationml.notesSlide+xml"/>
  <Override PartName="/ppt/notesSlides/notesSlide477.xml" ContentType="application/vnd.openxmlformats-officedocument.presentationml.notesSlide+xml"/>
  <Override PartName="/ppt/notesSlides/notesSlide478.xml" ContentType="application/vnd.openxmlformats-officedocument.presentationml.notesSlide+xml"/>
  <Override PartName="/ppt/notesSlides/notesSlide479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80.xml" ContentType="application/vnd.openxmlformats-officedocument.presentationml.notesSlide+xml"/>
  <Override PartName="/ppt/notesSlides/notesSlide481.xml" ContentType="application/vnd.openxmlformats-officedocument.presentationml.notesSlide+xml"/>
  <Override PartName="/ppt/notesSlides/notesSlide482.xml" ContentType="application/vnd.openxmlformats-officedocument.presentationml.notesSlide+xml"/>
  <Override PartName="/ppt/notesSlides/notesSlide483.xml" ContentType="application/vnd.openxmlformats-officedocument.presentationml.notesSlide+xml"/>
  <Override PartName="/ppt/notesSlides/notesSlide484.xml" ContentType="application/vnd.openxmlformats-officedocument.presentationml.notesSlide+xml"/>
  <Override PartName="/ppt/notesSlides/notesSlide485.xml" ContentType="application/vnd.openxmlformats-officedocument.presentationml.notesSlide+xml"/>
  <Override PartName="/ppt/notesSlides/notesSlide486.xml" ContentType="application/vnd.openxmlformats-officedocument.presentationml.notesSlide+xml"/>
  <Override PartName="/ppt/notesSlides/notesSlide487.xml" ContentType="application/vnd.openxmlformats-officedocument.presentationml.notesSlide+xml"/>
  <Override PartName="/ppt/notesSlides/notesSlide488.xml" ContentType="application/vnd.openxmlformats-officedocument.presentationml.notesSlide+xml"/>
  <Override PartName="/ppt/notesSlides/notesSlide489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490.xml" ContentType="application/vnd.openxmlformats-officedocument.presentationml.notesSlide+xml"/>
  <Override PartName="/ppt/notesSlides/notesSlide491.xml" ContentType="application/vnd.openxmlformats-officedocument.presentationml.notesSlide+xml"/>
  <Override PartName="/ppt/notesSlides/notesSlide492.xml" ContentType="application/vnd.openxmlformats-officedocument.presentationml.notesSlide+xml"/>
  <Override PartName="/ppt/notesSlides/notesSlide493.xml" ContentType="application/vnd.openxmlformats-officedocument.presentationml.notesSlide+xml"/>
  <Override PartName="/ppt/notesSlides/notesSlide494.xml" ContentType="application/vnd.openxmlformats-officedocument.presentationml.notesSlide+xml"/>
  <Override PartName="/ppt/notesSlides/notesSlide495.xml" ContentType="application/vnd.openxmlformats-officedocument.presentationml.notesSlide+xml"/>
  <Override PartName="/ppt/notesSlides/notesSlide496.xml" ContentType="application/vnd.openxmlformats-officedocument.presentationml.notesSlide+xml"/>
  <Override PartName="/ppt/notesSlides/notesSlide497.xml" ContentType="application/vnd.openxmlformats-officedocument.presentationml.notesSlide+xml"/>
  <Override PartName="/ppt/notesSlides/notesSlide498.xml" ContentType="application/vnd.openxmlformats-officedocument.presentationml.notesSlide+xml"/>
  <Override PartName="/ppt/notesSlides/notesSlide49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00.xml" ContentType="application/vnd.openxmlformats-officedocument.presentationml.notesSlide+xml"/>
  <Override PartName="/ppt/notesSlides/notesSlide501.xml" ContentType="application/vnd.openxmlformats-officedocument.presentationml.notesSlide+xml"/>
  <Override PartName="/ppt/notesSlides/notesSlide502.xml" ContentType="application/vnd.openxmlformats-officedocument.presentationml.notesSlide+xml"/>
  <Override PartName="/ppt/notesSlides/notesSlide503.xml" ContentType="application/vnd.openxmlformats-officedocument.presentationml.notesSlide+xml"/>
  <Override PartName="/ppt/notesSlides/notesSlide504.xml" ContentType="application/vnd.openxmlformats-officedocument.presentationml.notesSlide+xml"/>
  <Override PartName="/ppt/notesSlides/notesSlide505.xml" ContentType="application/vnd.openxmlformats-officedocument.presentationml.notesSlide+xml"/>
  <Override PartName="/ppt/notesSlides/notesSlide506.xml" ContentType="application/vnd.openxmlformats-officedocument.presentationml.notesSlide+xml"/>
  <Override PartName="/ppt/notesSlides/notesSlide507.xml" ContentType="application/vnd.openxmlformats-officedocument.presentationml.notesSlide+xml"/>
  <Override PartName="/ppt/notesSlides/notesSlide508.xml" ContentType="application/vnd.openxmlformats-officedocument.presentationml.notesSlide+xml"/>
  <Override PartName="/ppt/notesSlides/notesSlide509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10.xml" ContentType="application/vnd.openxmlformats-officedocument.presentationml.notesSlide+xml"/>
  <Override PartName="/ppt/notesSlides/notesSlide511.xml" ContentType="application/vnd.openxmlformats-officedocument.presentationml.notesSlide+xml"/>
  <Override PartName="/ppt/notesSlides/notesSlide512.xml" ContentType="application/vnd.openxmlformats-officedocument.presentationml.notesSlide+xml"/>
  <Override PartName="/ppt/notesSlides/notesSlide513.xml" ContentType="application/vnd.openxmlformats-officedocument.presentationml.notesSlide+xml"/>
  <Override PartName="/ppt/notesSlides/notesSlide514.xml" ContentType="application/vnd.openxmlformats-officedocument.presentationml.notesSlide+xml"/>
  <Override PartName="/ppt/notesSlides/notesSlide515.xml" ContentType="application/vnd.openxmlformats-officedocument.presentationml.notesSlide+xml"/>
  <Override PartName="/ppt/notesSlides/notesSlide516.xml" ContentType="application/vnd.openxmlformats-officedocument.presentationml.notesSlide+xml"/>
  <Override PartName="/ppt/notesSlides/notesSlide517.xml" ContentType="application/vnd.openxmlformats-officedocument.presentationml.notesSlide+xml"/>
  <Override PartName="/ppt/notesSlides/notesSlide518.xml" ContentType="application/vnd.openxmlformats-officedocument.presentationml.notesSlide+xml"/>
  <Override PartName="/ppt/notesSlides/notesSlide519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20.xml" ContentType="application/vnd.openxmlformats-officedocument.presentationml.notesSlide+xml"/>
  <Override PartName="/ppt/notesSlides/notesSlide521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843" r:id="rId595"/>
    <p:sldId id="831" r:id="rId583"/>
    <p:sldId id="832" r:id="rId584"/>
    <p:sldId id="833" r:id="rId585"/>
    <p:sldId id="834" r:id="rId586"/>
    <p:sldId id="835" r:id="rId587"/>
    <p:sldId id="836" r:id="rId588"/>
    <p:sldId id="837" r:id="rId589"/>
    <p:sldId id="838" r:id="rId590"/>
    <p:sldId id="839" r:id="rId591"/>
    <p:sldId id="840" r:id="rId592"/>
    <p:sldId id="841" r:id="rId593"/>
    <p:sldId id="842" r:id="rId594"/>
    <p:sldId id="852" r:id="rId604"/>
    <p:sldId id="844" r:id="rId596"/>
    <p:sldId id="845" r:id="rId597"/>
    <p:sldId id="846" r:id="rId598"/>
    <p:sldId id="847" r:id="rId599"/>
    <p:sldId id="848" r:id="rId600"/>
    <p:sldId id="849" r:id="rId601"/>
    <p:sldId id="850" r:id="rId602"/>
    <p:sldId id="851" r:id="rId603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  <p:sldId id="790" r:id="rId542"/>
    <p:sldId id="791" r:id="rId543"/>
    <p:sldId id="792" r:id="rId544"/>
    <p:sldId id="793" r:id="rId545"/>
    <p:sldId id="794" r:id="rId546"/>
    <p:sldId id="795" r:id="rId547"/>
    <p:sldId id="796" r:id="rId548"/>
    <p:sldId id="797" r:id="rId549"/>
    <p:sldId id="798" r:id="rId550"/>
    <p:sldId id="799" r:id="rId551"/>
    <p:sldId id="800" r:id="rId552"/>
    <p:sldId id="801" r:id="rId553"/>
    <p:sldId id="802" r:id="rId554"/>
    <p:sldId id="803" r:id="rId555"/>
    <p:sldId id="804" r:id="rId556"/>
    <p:sldId id="805" r:id="rId557"/>
    <p:sldId id="806" r:id="rId558"/>
    <p:sldId id="807" r:id="rId559"/>
    <p:sldId id="808" r:id="rId560"/>
    <p:sldId id="809" r:id="rId561"/>
    <p:sldId id="810" r:id="rId562"/>
    <p:sldId id="811" r:id="rId563"/>
    <p:sldId id="812" r:id="rId564"/>
    <p:sldId id="813" r:id="rId565"/>
    <p:sldId id="814" r:id="rId566"/>
    <p:sldId id="815" r:id="rId567"/>
    <p:sldId id="816" r:id="rId568"/>
    <p:sldId id="817" r:id="rId569"/>
    <p:sldId id="818" r:id="rId570"/>
    <p:sldId id="819" r:id="rId571"/>
    <p:sldId id="820" r:id="rId572"/>
    <p:sldId id="821" r:id="rId573"/>
    <p:sldId id="822" r:id="rId574"/>
    <p:sldId id="823" r:id="rId575"/>
    <p:sldId id="824" r:id="rId576"/>
    <p:sldId id="825" r:id="rId577"/>
    <p:sldId id="826" r:id="rId578"/>
    <p:sldId id="827" r:id="rId579"/>
    <p:sldId id="828" r:id="rId580"/>
    <p:sldId id="829" r:id="rId581"/>
    <p:sldId id="830" r:id="rId582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33.xml"/><Relationship Id="rId19" Type="http://schemas.openxmlformats.org/officeDocument/2006/relationships/slide" Target="slides/slide34.xml"/><Relationship Id="rId20" Type="http://schemas.openxmlformats.org/officeDocument/2006/relationships/slide" Target="slides/slide35.xml"/><Relationship Id="rId21" Type="http://schemas.openxmlformats.org/officeDocument/2006/relationships/slide" Target="slides/slide36.xml"/><Relationship Id="rId22" Type="http://schemas.openxmlformats.org/officeDocument/2006/relationships/slide" Target="slides/slide37.xml"/><Relationship Id="rId23" Type="http://schemas.openxmlformats.org/officeDocument/2006/relationships/slide" Target="slides/slide38.xml"/><Relationship Id="rId24" Type="http://schemas.openxmlformats.org/officeDocument/2006/relationships/slide" Target="slides/slide39.xml"/><Relationship Id="rId25" Type="http://schemas.openxmlformats.org/officeDocument/2006/relationships/slide" Target="slides/slide40.xml"/><Relationship Id="rId26" Type="http://schemas.openxmlformats.org/officeDocument/2006/relationships/slide" Target="slides/slide41.xml"/><Relationship Id="rId27" Type="http://schemas.openxmlformats.org/officeDocument/2006/relationships/slide" Target="slides/slide42.xml"/><Relationship Id="rId28" Type="http://schemas.openxmlformats.org/officeDocument/2006/relationships/slide" Target="slides/slide43.xml"/><Relationship Id="rId29" Type="http://schemas.openxmlformats.org/officeDocument/2006/relationships/slide" Target="slides/slide44.xml"/><Relationship Id="rId30" Type="http://schemas.openxmlformats.org/officeDocument/2006/relationships/slide" Target="slides/slide45.xml"/><Relationship Id="rId31" Type="http://schemas.openxmlformats.org/officeDocument/2006/relationships/slide" Target="slides/slide46.xml"/><Relationship Id="rId32" Type="http://schemas.openxmlformats.org/officeDocument/2006/relationships/slide" Target="slides/slide47.xml"/><Relationship Id="rId33" Type="http://schemas.openxmlformats.org/officeDocument/2006/relationships/slide" Target="slides/slide48.xml"/><Relationship Id="rId34" Type="http://schemas.openxmlformats.org/officeDocument/2006/relationships/slide" Target="slides/slide49.xml"/><Relationship Id="rId35" Type="http://schemas.openxmlformats.org/officeDocument/2006/relationships/slide" Target="slides/slide50.xml"/><Relationship Id="rId36" Type="http://schemas.openxmlformats.org/officeDocument/2006/relationships/slide" Target="slides/slide51.xml"/><Relationship Id="rId37" Type="http://schemas.openxmlformats.org/officeDocument/2006/relationships/slide" Target="slides/slide52.xml"/><Relationship Id="rId38" Type="http://schemas.openxmlformats.org/officeDocument/2006/relationships/slide" Target="slides/slide53.xml"/><Relationship Id="rId39" Type="http://schemas.openxmlformats.org/officeDocument/2006/relationships/slide" Target="slides/slide54.xml"/><Relationship Id="rId40" Type="http://schemas.openxmlformats.org/officeDocument/2006/relationships/slide" Target="slides/slide55.xml"/><Relationship Id="rId41" Type="http://schemas.openxmlformats.org/officeDocument/2006/relationships/slide" Target="slides/slide56.xml"/><Relationship Id="rId42" Type="http://schemas.openxmlformats.org/officeDocument/2006/relationships/slide" Target="slides/slide57.xml"/><Relationship Id="rId43" Type="http://schemas.openxmlformats.org/officeDocument/2006/relationships/slide" Target="slides/slide58.xml"/><Relationship Id="rId44" Type="http://schemas.openxmlformats.org/officeDocument/2006/relationships/slide" Target="slides/slide59.xml"/><Relationship Id="rId45" Type="http://schemas.openxmlformats.org/officeDocument/2006/relationships/slide" Target="slides/slide60.xml"/><Relationship Id="rId46" Type="http://schemas.openxmlformats.org/officeDocument/2006/relationships/slide" Target="slides/slide61.xml"/><Relationship Id="rId47" Type="http://schemas.openxmlformats.org/officeDocument/2006/relationships/slide" Target="slides/slide62.xml"/><Relationship Id="rId48" Type="http://schemas.openxmlformats.org/officeDocument/2006/relationships/slide" Target="slides/slide63.xml"/><Relationship Id="rId49" Type="http://schemas.openxmlformats.org/officeDocument/2006/relationships/slide" Target="slides/slide64.xml"/><Relationship Id="rId50" Type="http://schemas.openxmlformats.org/officeDocument/2006/relationships/slide" Target="slides/slide65.xml"/><Relationship Id="rId51" Type="http://schemas.openxmlformats.org/officeDocument/2006/relationships/slide" Target="slides/slide66.xml"/><Relationship Id="rId52" Type="http://schemas.openxmlformats.org/officeDocument/2006/relationships/slide" Target="slides/slide67.xml"/><Relationship Id="rId53" Type="http://schemas.openxmlformats.org/officeDocument/2006/relationships/slide" Target="slides/slide68.xml"/><Relationship Id="rId54" Type="http://schemas.openxmlformats.org/officeDocument/2006/relationships/slide" Target="slides/slide69.xml"/><Relationship Id="rId55" Type="http://schemas.openxmlformats.org/officeDocument/2006/relationships/slide" Target="slides/slide70.xml"/><Relationship Id="rId56" Type="http://schemas.openxmlformats.org/officeDocument/2006/relationships/slide" Target="slides/slide71.xml"/><Relationship Id="rId57" Type="http://schemas.openxmlformats.org/officeDocument/2006/relationships/slide" Target="slides/slide72.xml"/><Relationship Id="rId58" Type="http://schemas.openxmlformats.org/officeDocument/2006/relationships/slide" Target="slides/slide73.xml"/><Relationship Id="rId59" Type="http://schemas.openxmlformats.org/officeDocument/2006/relationships/slide" Target="slides/slide74.xml"/><Relationship Id="rId60" Type="http://schemas.openxmlformats.org/officeDocument/2006/relationships/slide" Target="slides/slide75.xml"/><Relationship Id="rId61" Type="http://schemas.openxmlformats.org/officeDocument/2006/relationships/slide" Target="slides/slide76.xml"/><Relationship Id="rId62" Type="http://schemas.openxmlformats.org/officeDocument/2006/relationships/slide" Target="slides/slide77.xml"/><Relationship Id="rId63" Type="http://schemas.openxmlformats.org/officeDocument/2006/relationships/slide" Target="slides/slide78.xml"/><Relationship Id="rId64" Type="http://schemas.openxmlformats.org/officeDocument/2006/relationships/slide" Target="slides/slide79.xml"/><Relationship Id="rId65" Type="http://schemas.openxmlformats.org/officeDocument/2006/relationships/slide" Target="slides/slide80.xml"/><Relationship Id="rId66" Type="http://schemas.openxmlformats.org/officeDocument/2006/relationships/slide" Target="slides/slide81.xml"/><Relationship Id="rId67" Type="http://schemas.openxmlformats.org/officeDocument/2006/relationships/slide" Target="slides/slide82.xml"/><Relationship Id="rId68" Type="http://schemas.openxmlformats.org/officeDocument/2006/relationships/slide" Target="slides/slide83.xml"/><Relationship Id="rId69" Type="http://schemas.openxmlformats.org/officeDocument/2006/relationships/slide" Target="slides/slide84.xml"/><Relationship Id="rId70" Type="http://schemas.openxmlformats.org/officeDocument/2006/relationships/slide" Target="slides/slide85.xml"/><Relationship Id="rId71" Type="http://schemas.openxmlformats.org/officeDocument/2006/relationships/slide" Target="slides/slide86.xml"/><Relationship Id="rId72" Type="http://schemas.openxmlformats.org/officeDocument/2006/relationships/slide" Target="slides/slide87.xml"/><Relationship Id="rId73" Type="http://schemas.openxmlformats.org/officeDocument/2006/relationships/slide" Target="slides/slide88.xml"/><Relationship Id="rId74" Type="http://schemas.openxmlformats.org/officeDocument/2006/relationships/slide" Target="slides/slide89.xml"/><Relationship Id="rId75" Type="http://schemas.openxmlformats.org/officeDocument/2006/relationships/slide" Target="slides/slide90.xml"/><Relationship Id="rId76" Type="http://schemas.openxmlformats.org/officeDocument/2006/relationships/slide" Target="slides/slide91.xml"/><Relationship Id="rId77" Type="http://schemas.openxmlformats.org/officeDocument/2006/relationships/slide" Target="slides/slide92.xml"/><Relationship Id="rId78" Type="http://schemas.openxmlformats.org/officeDocument/2006/relationships/slide" Target="slides/slide93.xml"/><Relationship Id="rId79" Type="http://schemas.openxmlformats.org/officeDocument/2006/relationships/slide" Target="slides/slide94.xml"/><Relationship Id="rId80" Type="http://schemas.openxmlformats.org/officeDocument/2006/relationships/slide" Target="slides/slide95.xml"/><Relationship Id="rId81" Type="http://schemas.openxmlformats.org/officeDocument/2006/relationships/slide" Target="slides/slide96.xml"/><Relationship Id="rId82" Type="http://schemas.openxmlformats.org/officeDocument/2006/relationships/slide" Target="slides/slide97.xml"/><Relationship Id="rId83" Type="http://schemas.openxmlformats.org/officeDocument/2006/relationships/slide" Target="slides/slide98.xml"/><Relationship Id="rId84" Type="http://schemas.openxmlformats.org/officeDocument/2006/relationships/slide" Target="slides/slide99.xml"/><Relationship Id="rId85" Type="http://schemas.openxmlformats.org/officeDocument/2006/relationships/slide" Target="slides/slide100.xml"/><Relationship Id="rId86" Type="http://schemas.openxmlformats.org/officeDocument/2006/relationships/slide" Target="slides/slide101.xml"/><Relationship Id="rId87" Type="http://schemas.openxmlformats.org/officeDocument/2006/relationships/slide" Target="slides/slide102.xml"/><Relationship Id="rId88" Type="http://schemas.openxmlformats.org/officeDocument/2006/relationships/slide" Target="slides/slide103.xml"/><Relationship Id="rId89" Type="http://schemas.openxmlformats.org/officeDocument/2006/relationships/slide" Target="slides/slide104.xml"/><Relationship Id="rId90" Type="http://schemas.openxmlformats.org/officeDocument/2006/relationships/slide" Target="slides/slide105.xml"/><Relationship Id="rId91" Type="http://schemas.openxmlformats.org/officeDocument/2006/relationships/slide" Target="slides/slide106.xml"/><Relationship Id="rId92" Type="http://schemas.openxmlformats.org/officeDocument/2006/relationships/slide" Target="slides/slide107.xml"/><Relationship Id="rId93" Type="http://schemas.openxmlformats.org/officeDocument/2006/relationships/slide" Target="slides/slide108.xml"/><Relationship Id="rId94" Type="http://schemas.openxmlformats.org/officeDocument/2006/relationships/slide" Target="slides/slide109.xml"/><Relationship Id="rId95" Type="http://schemas.openxmlformats.org/officeDocument/2006/relationships/slide" Target="slides/slide110.xml"/><Relationship Id="rId96" Type="http://schemas.openxmlformats.org/officeDocument/2006/relationships/slide" Target="slides/slide111.xml"/><Relationship Id="rId97" Type="http://schemas.openxmlformats.org/officeDocument/2006/relationships/slide" Target="slides/slide112.xml"/><Relationship Id="rId98" Type="http://schemas.openxmlformats.org/officeDocument/2006/relationships/slide" Target="slides/slide113.xml"/><Relationship Id="rId99" Type="http://schemas.openxmlformats.org/officeDocument/2006/relationships/slide" Target="slides/slide114.xml"/><Relationship Id="rId100" Type="http://schemas.openxmlformats.org/officeDocument/2006/relationships/slide" Target="slides/slide115.xml"/><Relationship Id="rId101" Type="http://schemas.openxmlformats.org/officeDocument/2006/relationships/slide" Target="slides/slide116.xml"/><Relationship Id="rId102" Type="http://schemas.openxmlformats.org/officeDocument/2006/relationships/slide" Target="slides/slide117.xml"/><Relationship Id="rId103" Type="http://schemas.openxmlformats.org/officeDocument/2006/relationships/slide" Target="slides/slide118.xml"/><Relationship Id="rId104" Type="http://schemas.openxmlformats.org/officeDocument/2006/relationships/slide" Target="slides/slide119.xml"/><Relationship Id="rId105" Type="http://schemas.openxmlformats.org/officeDocument/2006/relationships/slide" Target="slides/slide120.xml"/><Relationship Id="rId106" Type="http://schemas.openxmlformats.org/officeDocument/2006/relationships/slide" Target="slides/slide121.xml"/><Relationship Id="rId107" Type="http://schemas.openxmlformats.org/officeDocument/2006/relationships/slide" Target="slides/slide122.xml"/><Relationship Id="rId108" Type="http://schemas.openxmlformats.org/officeDocument/2006/relationships/slide" Target="slides/slide123.xml"/><Relationship Id="rId109" Type="http://schemas.openxmlformats.org/officeDocument/2006/relationships/slide" Target="slides/slide124.xml"/><Relationship Id="rId110" Type="http://schemas.openxmlformats.org/officeDocument/2006/relationships/slide" Target="slides/slide125.xml"/><Relationship Id="rId111" Type="http://schemas.openxmlformats.org/officeDocument/2006/relationships/slide" Target="slides/slide126.xml"/><Relationship Id="rId112" Type="http://schemas.openxmlformats.org/officeDocument/2006/relationships/slide" Target="slides/slide127.xml"/><Relationship Id="rId113" Type="http://schemas.openxmlformats.org/officeDocument/2006/relationships/slide" Target="slides/slide128.xml"/><Relationship Id="rId114" Type="http://schemas.openxmlformats.org/officeDocument/2006/relationships/slide" Target="slides/slide129.xml"/><Relationship Id="rId115" Type="http://schemas.openxmlformats.org/officeDocument/2006/relationships/slide" Target="slides/slide130.xml"/><Relationship Id="rId116" Type="http://schemas.openxmlformats.org/officeDocument/2006/relationships/slide" Target="slides/slide131.xml"/><Relationship Id="rId117" Type="http://schemas.openxmlformats.org/officeDocument/2006/relationships/slide" Target="slides/slide132.xml"/><Relationship Id="rId118" Type="http://schemas.openxmlformats.org/officeDocument/2006/relationships/slide" Target="slides/slide133.xml"/><Relationship Id="rId119" Type="http://schemas.openxmlformats.org/officeDocument/2006/relationships/slide" Target="slides/slide134.xml"/><Relationship Id="rId120" Type="http://schemas.openxmlformats.org/officeDocument/2006/relationships/slide" Target="slides/slide135.xml"/><Relationship Id="rId121" Type="http://schemas.openxmlformats.org/officeDocument/2006/relationships/slide" Target="slides/slide136.xml"/><Relationship Id="rId122" Type="http://schemas.openxmlformats.org/officeDocument/2006/relationships/slide" Target="slides/slide137.xml"/><Relationship Id="rId123" Type="http://schemas.openxmlformats.org/officeDocument/2006/relationships/slide" Target="slides/slide138.xml"/><Relationship Id="rId124" Type="http://schemas.openxmlformats.org/officeDocument/2006/relationships/slide" Target="slides/slide139.xml"/><Relationship Id="rId125" Type="http://schemas.openxmlformats.org/officeDocument/2006/relationships/slide" Target="slides/slide140.xml"/><Relationship Id="rId126" Type="http://schemas.openxmlformats.org/officeDocument/2006/relationships/slide" Target="slides/slide141.xml"/><Relationship Id="rId127" Type="http://schemas.openxmlformats.org/officeDocument/2006/relationships/slide" Target="slides/slide142.xml"/><Relationship Id="rId128" Type="http://schemas.openxmlformats.org/officeDocument/2006/relationships/slide" Target="slides/slide143.xml"/><Relationship Id="rId129" Type="http://schemas.openxmlformats.org/officeDocument/2006/relationships/slide" Target="slides/slide144.xml"/><Relationship Id="rId130" Type="http://schemas.openxmlformats.org/officeDocument/2006/relationships/slide" Target="slides/slide145.xml"/><Relationship Id="rId131" Type="http://schemas.openxmlformats.org/officeDocument/2006/relationships/slide" Target="slides/slide146.xml"/><Relationship Id="rId132" Type="http://schemas.openxmlformats.org/officeDocument/2006/relationships/slide" Target="slides/slide147.xml"/><Relationship Id="rId133" Type="http://schemas.openxmlformats.org/officeDocument/2006/relationships/slide" Target="slides/slide148.xml"/><Relationship Id="rId134" Type="http://schemas.openxmlformats.org/officeDocument/2006/relationships/slide" Target="slides/slide149.xml"/><Relationship Id="rId135" Type="http://schemas.openxmlformats.org/officeDocument/2006/relationships/slide" Target="slides/slide150.xml"/><Relationship Id="rId136" Type="http://schemas.openxmlformats.org/officeDocument/2006/relationships/slide" Target="slides/slide151.xml"/><Relationship Id="rId137" Type="http://schemas.openxmlformats.org/officeDocument/2006/relationships/slide" Target="slides/slide152.xml"/><Relationship Id="rId138" Type="http://schemas.openxmlformats.org/officeDocument/2006/relationships/slide" Target="slides/slide153.xml"/><Relationship Id="rId139" Type="http://schemas.openxmlformats.org/officeDocument/2006/relationships/slide" Target="slides/slide154.xml"/><Relationship Id="rId140" Type="http://schemas.openxmlformats.org/officeDocument/2006/relationships/slide" Target="slides/slide155.xml"/><Relationship Id="rId141" Type="http://schemas.openxmlformats.org/officeDocument/2006/relationships/slide" Target="slides/slide156.xml"/><Relationship Id="rId142" Type="http://schemas.openxmlformats.org/officeDocument/2006/relationships/slide" Target="slides/slide157.xml"/><Relationship Id="rId143" Type="http://schemas.openxmlformats.org/officeDocument/2006/relationships/slide" Target="slides/slide158.xml"/><Relationship Id="rId144" Type="http://schemas.openxmlformats.org/officeDocument/2006/relationships/slide" Target="slides/slide159.xml"/><Relationship Id="rId145" Type="http://schemas.openxmlformats.org/officeDocument/2006/relationships/slide" Target="slides/slide160.xml"/><Relationship Id="rId146" Type="http://schemas.openxmlformats.org/officeDocument/2006/relationships/slide" Target="slides/slide161.xml"/><Relationship Id="rId147" Type="http://schemas.openxmlformats.org/officeDocument/2006/relationships/slide" Target="slides/slide162.xml"/><Relationship Id="rId148" Type="http://schemas.openxmlformats.org/officeDocument/2006/relationships/slide" Target="slides/slide163.xml"/><Relationship Id="rId149" Type="http://schemas.openxmlformats.org/officeDocument/2006/relationships/slide" Target="slides/slide164.xml"/><Relationship Id="rId150" Type="http://schemas.openxmlformats.org/officeDocument/2006/relationships/slide" Target="slides/slide165.xml"/><Relationship Id="rId151" Type="http://schemas.openxmlformats.org/officeDocument/2006/relationships/slide" Target="slides/slide166.xml"/><Relationship Id="rId152" Type="http://schemas.openxmlformats.org/officeDocument/2006/relationships/slide" Target="slides/slide167.xml"/><Relationship Id="rId153" Type="http://schemas.openxmlformats.org/officeDocument/2006/relationships/slide" Target="slides/slide168.xml"/><Relationship Id="rId154" Type="http://schemas.openxmlformats.org/officeDocument/2006/relationships/slide" Target="slides/slide169.xml"/><Relationship Id="rId155" Type="http://schemas.openxmlformats.org/officeDocument/2006/relationships/slide" Target="slides/slide170.xml"/><Relationship Id="rId156" Type="http://schemas.openxmlformats.org/officeDocument/2006/relationships/slide" Target="slides/slide171.xml"/><Relationship Id="rId157" Type="http://schemas.openxmlformats.org/officeDocument/2006/relationships/slide" Target="slides/slide172.xml"/><Relationship Id="rId158" Type="http://schemas.openxmlformats.org/officeDocument/2006/relationships/slide" Target="slides/slide173.xml"/><Relationship Id="rId159" Type="http://schemas.openxmlformats.org/officeDocument/2006/relationships/slide" Target="slides/slide174.xml"/><Relationship Id="rId160" Type="http://schemas.openxmlformats.org/officeDocument/2006/relationships/slide" Target="slides/slide175.xml"/><Relationship Id="rId161" Type="http://schemas.openxmlformats.org/officeDocument/2006/relationships/slide" Target="slides/slide176.xml"/><Relationship Id="rId162" Type="http://schemas.openxmlformats.org/officeDocument/2006/relationships/slide" Target="slides/slide177.xml"/><Relationship Id="rId163" Type="http://schemas.openxmlformats.org/officeDocument/2006/relationships/slide" Target="slides/slide178.xml"/><Relationship Id="rId164" Type="http://schemas.openxmlformats.org/officeDocument/2006/relationships/slide" Target="slides/slide179.xml"/><Relationship Id="rId165" Type="http://schemas.openxmlformats.org/officeDocument/2006/relationships/slide" Target="slides/slide180.xml"/><Relationship Id="rId166" Type="http://schemas.openxmlformats.org/officeDocument/2006/relationships/slide" Target="slides/slide181.xml"/><Relationship Id="rId167" Type="http://schemas.openxmlformats.org/officeDocument/2006/relationships/slide" Target="slides/slide182.xml"/><Relationship Id="rId168" Type="http://schemas.openxmlformats.org/officeDocument/2006/relationships/slide" Target="slides/slide183.xml"/><Relationship Id="rId169" Type="http://schemas.openxmlformats.org/officeDocument/2006/relationships/slide" Target="slides/slide184.xml"/><Relationship Id="rId170" Type="http://schemas.openxmlformats.org/officeDocument/2006/relationships/slide" Target="slides/slide185.xml"/><Relationship Id="rId171" Type="http://schemas.openxmlformats.org/officeDocument/2006/relationships/slide" Target="slides/slide186.xml"/><Relationship Id="rId172" Type="http://schemas.openxmlformats.org/officeDocument/2006/relationships/slide" Target="slides/slide187.xml"/><Relationship Id="rId173" Type="http://schemas.openxmlformats.org/officeDocument/2006/relationships/slide" Target="slides/slide188.xml"/><Relationship Id="rId174" Type="http://schemas.openxmlformats.org/officeDocument/2006/relationships/slide" Target="slides/slide189.xml"/><Relationship Id="rId175" Type="http://schemas.openxmlformats.org/officeDocument/2006/relationships/slide" Target="slides/slide190.xml"/><Relationship Id="rId176" Type="http://schemas.openxmlformats.org/officeDocument/2006/relationships/slide" Target="slides/slide191.xml"/><Relationship Id="rId177" Type="http://schemas.openxmlformats.org/officeDocument/2006/relationships/slide" Target="slides/slide192.xml"/><Relationship Id="rId178" Type="http://schemas.openxmlformats.org/officeDocument/2006/relationships/slide" Target="slides/slide193.xml"/><Relationship Id="rId179" Type="http://schemas.openxmlformats.org/officeDocument/2006/relationships/slide" Target="slides/slide194.xml"/><Relationship Id="rId180" Type="http://schemas.openxmlformats.org/officeDocument/2006/relationships/slide" Target="slides/slide195.xml"/><Relationship Id="rId181" Type="http://schemas.openxmlformats.org/officeDocument/2006/relationships/slide" Target="slides/slide196.xml"/><Relationship Id="rId182" Type="http://schemas.openxmlformats.org/officeDocument/2006/relationships/slide" Target="slides/slide197.xml"/><Relationship Id="rId183" Type="http://schemas.openxmlformats.org/officeDocument/2006/relationships/slide" Target="slides/slide198.xml"/><Relationship Id="rId184" Type="http://schemas.openxmlformats.org/officeDocument/2006/relationships/slide" Target="slides/slide199.xml"/><Relationship Id="rId185" Type="http://schemas.openxmlformats.org/officeDocument/2006/relationships/slide" Target="slides/slide200.xml"/><Relationship Id="rId186" Type="http://schemas.openxmlformats.org/officeDocument/2006/relationships/slide" Target="slides/slide201.xml"/><Relationship Id="rId187" Type="http://schemas.openxmlformats.org/officeDocument/2006/relationships/slide" Target="slides/slide202.xml"/><Relationship Id="rId188" Type="http://schemas.openxmlformats.org/officeDocument/2006/relationships/slide" Target="slides/slide203.xml"/><Relationship Id="rId189" Type="http://schemas.openxmlformats.org/officeDocument/2006/relationships/slide" Target="slides/slide204.xml"/><Relationship Id="rId190" Type="http://schemas.openxmlformats.org/officeDocument/2006/relationships/slide" Target="slides/slide205.xml"/><Relationship Id="rId191" Type="http://schemas.openxmlformats.org/officeDocument/2006/relationships/slide" Target="slides/slide206.xml"/><Relationship Id="rId192" Type="http://schemas.openxmlformats.org/officeDocument/2006/relationships/slide" Target="slides/slide207.xml"/><Relationship Id="rId193" Type="http://schemas.openxmlformats.org/officeDocument/2006/relationships/slide" Target="slides/slide208.xml"/><Relationship Id="rId194" Type="http://schemas.openxmlformats.org/officeDocument/2006/relationships/slide" Target="slides/slide209.xml"/><Relationship Id="rId195" Type="http://schemas.openxmlformats.org/officeDocument/2006/relationships/slide" Target="slides/slide210.xml"/><Relationship Id="rId196" Type="http://schemas.openxmlformats.org/officeDocument/2006/relationships/slide" Target="slides/slide211.xml"/><Relationship Id="rId197" Type="http://schemas.openxmlformats.org/officeDocument/2006/relationships/slide" Target="slides/slide212.xml"/><Relationship Id="rId198" Type="http://schemas.openxmlformats.org/officeDocument/2006/relationships/slide" Target="slides/slide213.xml"/><Relationship Id="rId199" Type="http://schemas.openxmlformats.org/officeDocument/2006/relationships/slide" Target="slides/slide214.xml"/><Relationship Id="rId200" Type="http://schemas.openxmlformats.org/officeDocument/2006/relationships/slide" Target="slides/slide215.xml"/><Relationship Id="rId201" Type="http://schemas.openxmlformats.org/officeDocument/2006/relationships/slide" Target="slides/slide216.xml"/><Relationship Id="rId202" Type="http://schemas.openxmlformats.org/officeDocument/2006/relationships/slide" Target="slides/slide217.xml"/><Relationship Id="rId203" Type="http://schemas.openxmlformats.org/officeDocument/2006/relationships/slide" Target="slides/slide218.xml"/><Relationship Id="rId204" Type="http://schemas.openxmlformats.org/officeDocument/2006/relationships/slide" Target="slides/slide219.xml"/><Relationship Id="rId205" Type="http://schemas.openxmlformats.org/officeDocument/2006/relationships/slide" Target="slides/slide220.xml"/><Relationship Id="rId206" Type="http://schemas.openxmlformats.org/officeDocument/2006/relationships/slide" Target="slides/slide221.xml"/><Relationship Id="rId207" Type="http://schemas.openxmlformats.org/officeDocument/2006/relationships/slide" Target="slides/slide222.xml"/><Relationship Id="rId208" Type="http://schemas.openxmlformats.org/officeDocument/2006/relationships/slide" Target="slides/slide223.xml"/><Relationship Id="rId209" Type="http://schemas.openxmlformats.org/officeDocument/2006/relationships/slide" Target="slides/slide224.xml"/><Relationship Id="rId210" Type="http://schemas.openxmlformats.org/officeDocument/2006/relationships/slide" Target="slides/slide225.xml"/><Relationship Id="rId211" Type="http://schemas.openxmlformats.org/officeDocument/2006/relationships/slide" Target="slides/slide226.xml"/><Relationship Id="rId212" Type="http://schemas.openxmlformats.org/officeDocument/2006/relationships/slide" Target="slides/slide227.xml"/><Relationship Id="rId213" Type="http://schemas.openxmlformats.org/officeDocument/2006/relationships/slide" Target="slides/slide228.xml"/><Relationship Id="rId214" Type="http://schemas.openxmlformats.org/officeDocument/2006/relationships/slide" Target="slides/slide229.xml"/><Relationship Id="rId215" Type="http://schemas.openxmlformats.org/officeDocument/2006/relationships/slide" Target="slides/slide230.xml"/><Relationship Id="rId216" Type="http://schemas.openxmlformats.org/officeDocument/2006/relationships/slide" Target="slides/slide231.xml"/><Relationship Id="rId217" Type="http://schemas.openxmlformats.org/officeDocument/2006/relationships/slide" Target="slides/slide232.xml"/><Relationship Id="rId218" Type="http://schemas.openxmlformats.org/officeDocument/2006/relationships/slide" Target="slides/slide233.xml"/><Relationship Id="rId219" Type="http://schemas.openxmlformats.org/officeDocument/2006/relationships/slide" Target="slides/slide234.xml"/><Relationship Id="rId220" Type="http://schemas.openxmlformats.org/officeDocument/2006/relationships/slide" Target="slides/slide235.xml"/><Relationship Id="rId221" Type="http://schemas.openxmlformats.org/officeDocument/2006/relationships/slide" Target="slides/slide236.xml"/><Relationship Id="rId222" Type="http://schemas.openxmlformats.org/officeDocument/2006/relationships/slide" Target="slides/slide237.xml"/><Relationship Id="rId223" Type="http://schemas.openxmlformats.org/officeDocument/2006/relationships/slide" Target="slides/slide238.xml"/><Relationship Id="rId224" Type="http://schemas.openxmlformats.org/officeDocument/2006/relationships/slide" Target="slides/slide239.xml"/><Relationship Id="rId225" Type="http://schemas.openxmlformats.org/officeDocument/2006/relationships/slide" Target="slides/slide240.xml"/><Relationship Id="rId226" Type="http://schemas.openxmlformats.org/officeDocument/2006/relationships/slide" Target="slides/slide241.xml"/><Relationship Id="rId227" Type="http://schemas.openxmlformats.org/officeDocument/2006/relationships/slide" Target="slides/slide242.xml"/><Relationship Id="rId228" Type="http://schemas.openxmlformats.org/officeDocument/2006/relationships/slide" Target="slides/slide243.xml"/><Relationship Id="rId229" Type="http://schemas.openxmlformats.org/officeDocument/2006/relationships/slide" Target="slides/slide244.xml"/><Relationship Id="rId230" Type="http://schemas.openxmlformats.org/officeDocument/2006/relationships/slide" Target="slides/slide245.xml"/><Relationship Id="rId231" Type="http://schemas.openxmlformats.org/officeDocument/2006/relationships/slide" Target="slides/slide246.xml"/><Relationship Id="rId232" Type="http://schemas.openxmlformats.org/officeDocument/2006/relationships/slide" Target="slides/slide247.xml"/><Relationship Id="rId233" Type="http://schemas.openxmlformats.org/officeDocument/2006/relationships/slide" Target="slides/slide248.xml"/><Relationship Id="rId234" Type="http://schemas.openxmlformats.org/officeDocument/2006/relationships/slide" Target="slides/slide249.xml"/><Relationship Id="rId235" Type="http://schemas.openxmlformats.org/officeDocument/2006/relationships/slide" Target="slides/slide250.xml"/><Relationship Id="rId236" Type="http://schemas.openxmlformats.org/officeDocument/2006/relationships/slide" Target="slides/slide251.xml"/><Relationship Id="rId237" Type="http://schemas.openxmlformats.org/officeDocument/2006/relationships/slide" Target="slides/slide252.xml"/><Relationship Id="rId238" Type="http://schemas.openxmlformats.org/officeDocument/2006/relationships/slide" Target="slides/slide253.xml"/><Relationship Id="rId239" Type="http://schemas.openxmlformats.org/officeDocument/2006/relationships/slide" Target="slides/slide254.xml"/><Relationship Id="rId240" Type="http://schemas.openxmlformats.org/officeDocument/2006/relationships/slide" Target="slides/slide255.xml"/><Relationship Id="rId241" Type="http://schemas.openxmlformats.org/officeDocument/2006/relationships/slide" Target="slides/slide256.xml"/><Relationship Id="rId242" Type="http://schemas.openxmlformats.org/officeDocument/2006/relationships/slide" Target="slides/slide257.xml"/><Relationship Id="rId243" Type="http://schemas.openxmlformats.org/officeDocument/2006/relationships/slide" Target="slides/slide258.xml"/><Relationship Id="rId244" Type="http://schemas.openxmlformats.org/officeDocument/2006/relationships/slide" Target="slides/slide259.xml"/><Relationship Id="rId245" Type="http://schemas.openxmlformats.org/officeDocument/2006/relationships/slide" Target="slides/slide260.xml"/><Relationship Id="rId246" Type="http://schemas.openxmlformats.org/officeDocument/2006/relationships/slide" Target="slides/slide261.xml"/><Relationship Id="rId247" Type="http://schemas.openxmlformats.org/officeDocument/2006/relationships/slide" Target="slides/slide262.xml"/><Relationship Id="rId248" Type="http://schemas.openxmlformats.org/officeDocument/2006/relationships/slide" Target="slides/slide263.xml"/><Relationship Id="rId249" Type="http://schemas.openxmlformats.org/officeDocument/2006/relationships/slide" Target="slides/slide264.xml"/><Relationship Id="rId250" Type="http://schemas.openxmlformats.org/officeDocument/2006/relationships/slide" Target="slides/slide265.xml"/><Relationship Id="rId251" Type="http://schemas.openxmlformats.org/officeDocument/2006/relationships/slide" Target="slides/slide266.xml"/><Relationship Id="rId252" Type="http://schemas.openxmlformats.org/officeDocument/2006/relationships/slide" Target="slides/slide267.xml"/><Relationship Id="rId253" Type="http://schemas.openxmlformats.org/officeDocument/2006/relationships/slide" Target="slides/slide268.xml"/><Relationship Id="rId254" Type="http://schemas.openxmlformats.org/officeDocument/2006/relationships/slide" Target="slides/slide269.xml"/><Relationship Id="rId255" Type="http://schemas.openxmlformats.org/officeDocument/2006/relationships/slide" Target="slides/slide270.xml"/><Relationship Id="rId256" Type="http://schemas.openxmlformats.org/officeDocument/2006/relationships/slide" Target="slides/slide271.xml"/><Relationship Id="rId257" Type="http://schemas.openxmlformats.org/officeDocument/2006/relationships/slide" Target="slides/slide272.xml"/><Relationship Id="rId258" Type="http://schemas.openxmlformats.org/officeDocument/2006/relationships/slide" Target="slides/slide273.xml"/><Relationship Id="rId259" Type="http://schemas.openxmlformats.org/officeDocument/2006/relationships/slide" Target="slides/slide274.xml"/><Relationship Id="rId260" Type="http://schemas.openxmlformats.org/officeDocument/2006/relationships/slide" Target="slides/slide275.xml"/><Relationship Id="rId261" Type="http://schemas.openxmlformats.org/officeDocument/2006/relationships/slide" Target="slides/slide276.xml"/><Relationship Id="rId262" Type="http://schemas.openxmlformats.org/officeDocument/2006/relationships/slide" Target="slides/slide277.xml"/><Relationship Id="rId263" Type="http://schemas.openxmlformats.org/officeDocument/2006/relationships/slide" Target="slides/slide278.xml"/><Relationship Id="rId264" Type="http://schemas.openxmlformats.org/officeDocument/2006/relationships/slide" Target="slides/slide279.xml"/><Relationship Id="rId265" Type="http://schemas.openxmlformats.org/officeDocument/2006/relationships/slide" Target="slides/slide280.xml"/><Relationship Id="rId266" Type="http://schemas.openxmlformats.org/officeDocument/2006/relationships/slide" Target="slides/slide281.xml"/><Relationship Id="rId267" Type="http://schemas.openxmlformats.org/officeDocument/2006/relationships/slide" Target="slides/slide282.xml"/><Relationship Id="rId268" Type="http://schemas.openxmlformats.org/officeDocument/2006/relationships/slide" Target="slides/slide283.xml"/><Relationship Id="rId269" Type="http://schemas.openxmlformats.org/officeDocument/2006/relationships/slide" Target="slides/slide284.xml"/><Relationship Id="rId270" Type="http://schemas.openxmlformats.org/officeDocument/2006/relationships/slide" Target="slides/slide285.xml"/><Relationship Id="rId271" Type="http://schemas.openxmlformats.org/officeDocument/2006/relationships/slide" Target="slides/slide286.xml"/><Relationship Id="rId272" Type="http://schemas.openxmlformats.org/officeDocument/2006/relationships/slide" Target="slides/slide287.xml"/><Relationship Id="rId273" Type="http://schemas.openxmlformats.org/officeDocument/2006/relationships/slide" Target="slides/slide288.xml"/><Relationship Id="rId274" Type="http://schemas.openxmlformats.org/officeDocument/2006/relationships/slide" Target="slides/slide289.xml"/><Relationship Id="rId275" Type="http://schemas.openxmlformats.org/officeDocument/2006/relationships/slide" Target="slides/slide290.xml"/><Relationship Id="rId276" Type="http://schemas.openxmlformats.org/officeDocument/2006/relationships/slide" Target="slides/slide291.xml"/><Relationship Id="rId277" Type="http://schemas.openxmlformats.org/officeDocument/2006/relationships/slide" Target="slides/slide292.xml"/><Relationship Id="rId278" Type="http://schemas.openxmlformats.org/officeDocument/2006/relationships/slide" Target="slides/slide293.xml"/><Relationship Id="rId279" Type="http://schemas.openxmlformats.org/officeDocument/2006/relationships/slide" Target="slides/slide294.xml"/><Relationship Id="rId280" Type="http://schemas.openxmlformats.org/officeDocument/2006/relationships/slide" Target="slides/slide295.xml"/><Relationship Id="rId281" Type="http://schemas.openxmlformats.org/officeDocument/2006/relationships/slide" Target="slides/slide296.xml"/><Relationship Id="rId282" Type="http://schemas.openxmlformats.org/officeDocument/2006/relationships/slide" Target="slides/slide297.xml"/><Relationship Id="rId283" Type="http://schemas.openxmlformats.org/officeDocument/2006/relationships/slide" Target="slides/slide298.xml"/><Relationship Id="rId284" Type="http://schemas.openxmlformats.org/officeDocument/2006/relationships/slide" Target="slides/slide299.xml"/><Relationship Id="rId285" Type="http://schemas.openxmlformats.org/officeDocument/2006/relationships/slide" Target="slides/slide300.xml"/><Relationship Id="rId286" Type="http://schemas.openxmlformats.org/officeDocument/2006/relationships/slide" Target="slides/slide301.xml"/><Relationship Id="rId287" Type="http://schemas.openxmlformats.org/officeDocument/2006/relationships/slide" Target="slides/slide302.xml"/><Relationship Id="rId288" Type="http://schemas.openxmlformats.org/officeDocument/2006/relationships/slide" Target="slides/slide303.xml"/><Relationship Id="rId289" Type="http://schemas.openxmlformats.org/officeDocument/2006/relationships/slide" Target="slides/slide304.xml"/><Relationship Id="rId290" Type="http://schemas.openxmlformats.org/officeDocument/2006/relationships/slide" Target="slides/slide305.xml"/><Relationship Id="rId291" Type="http://schemas.openxmlformats.org/officeDocument/2006/relationships/slide" Target="slides/slide306.xml"/><Relationship Id="rId292" Type="http://schemas.openxmlformats.org/officeDocument/2006/relationships/slide" Target="slides/slide307.xml"/><Relationship Id="rId293" Type="http://schemas.openxmlformats.org/officeDocument/2006/relationships/slide" Target="slides/slide308.xml"/><Relationship Id="rId294" Type="http://schemas.openxmlformats.org/officeDocument/2006/relationships/slide" Target="slides/slide309.xml"/><Relationship Id="rId295" Type="http://schemas.openxmlformats.org/officeDocument/2006/relationships/slide" Target="slides/slide310.xml"/><Relationship Id="rId296" Type="http://schemas.openxmlformats.org/officeDocument/2006/relationships/slide" Target="slides/slide311.xml"/><Relationship Id="rId297" Type="http://schemas.openxmlformats.org/officeDocument/2006/relationships/slide" Target="slides/slide312.xml"/><Relationship Id="rId298" Type="http://schemas.openxmlformats.org/officeDocument/2006/relationships/slide" Target="slides/slide313.xml"/><Relationship Id="rId299" Type="http://schemas.openxmlformats.org/officeDocument/2006/relationships/slide" Target="slides/slide314.xml"/><Relationship Id="rId300" Type="http://schemas.openxmlformats.org/officeDocument/2006/relationships/slide" Target="slides/slide315.xml"/><Relationship Id="rId301" Type="http://schemas.openxmlformats.org/officeDocument/2006/relationships/slide" Target="slides/slide316.xml"/><Relationship Id="rId302" Type="http://schemas.openxmlformats.org/officeDocument/2006/relationships/slide" Target="slides/slide317.xml"/><Relationship Id="rId303" Type="http://schemas.openxmlformats.org/officeDocument/2006/relationships/slide" Target="slides/slide318.xml"/><Relationship Id="rId304" Type="http://schemas.openxmlformats.org/officeDocument/2006/relationships/slide" Target="slides/slide319.xml"/><Relationship Id="rId305" Type="http://schemas.openxmlformats.org/officeDocument/2006/relationships/slide" Target="slides/slide320.xml"/><Relationship Id="rId306" Type="http://schemas.openxmlformats.org/officeDocument/2006/relationships/slide" Target="slides/slide321.xml"/><Relationship Id="rId307" Type="http://schemas.openxmlformats.org/officeDocument/2006/relationships/slide" Target="slides/slide322.xml"/><Relationship Id="rId308" Type="http://schemas.openxmlformats.org/officeDocument/2006/relationships/slide" Target="slides/slide323.xml"/><Relationship Id="rId309" Type="http://schemas.openxmlformats.org/officeDocument/2006/relationships/slide" Target="slides/slide324.xml"/><Relationship Id="rId310" Type="http://schemas.openxmlformats.org/officeDocument/2006/relationships/slide" Target="slides/slide325.xml"/><Relationship Id="rId311" Type="http://schemas.openxmlformats.org/officeDocument/2006/relationships/slide" Target="slides/slide326.xml"/><Relationship Id="rId312" Type="http://schemas.openxmlformats.org/officeDocument/2006/relationships/slide" Target="slides/slide327.xml"/><Relationship Id="rId313" Type="http://schemas.openxmlformats.org/officeDocument/2006/relationships/slide" Target="slides/slide328.xml"/><Relationship Id="rId314" Type="http://schemas.openxmlformats.org/officeDocument/2006/relationships/slide" Target="slides/slide329.xml"/><Relationship Id="rId315" Type="http://schemas.openxmlformats.org/officeDocument/2006/relationships/slide" Target="slides/slide330.xml"/><Relationship Id="rId316" Type="http://schemas.openxmlformats.org/officeDocument/2006/relationships/slide" Target="slides/slide331.xml"/><Relationship Id="rId317" Type="http://schemas.openxmlformats.org/officeDocument/2006/relationships/slide" Target="slides/slide332.xml"/><Relationship Id="rId318" Type="http://schemas.openxmlformats.org/officeDocument/2006/relationships/slide" Target="slides/slide333.xml"/><Relationship Id="rId319" Type="http://schemas.openxmlformats.org/officeDocument/2006/relationships/slide" Target="slides/slide334.xml"/><Relationship Id="rId320" Type="http://schemas.openxmlformats.org/officeDocument/2006/relationships/slide" Target="slides/slide335.xml"/><Relationship Id="rId321" Type="http://schemas.openxmlformats.org/officeDocument/2006/relationships/slide" Target="slides/slide336.xml"/><Relationship Id="rId322" Type="http://schemas.openxmlformats.org/officeDocument/2006/relationships/slide" Target="slides/slide337.xml"/><Relationship Id="rId323" Type="http://schemas.openxmlformats.org/officeDocument/2006/relationships/slide" Target="slides/slide338.xml"/><Relationship Id="rId324" Type="http://schemas.openxmlformats.org/officeDocument/2006/relationships/slide" Target="slides/slide339.xml"/><Relationship Id="rId325" Type="http://schemas.openxmlformats.org/officeDocument/2006/relationships/slide" Target="slides/slide340.xml"/><Relationship Id="rId326" Type="http://schemas.openxmlformats.org/officeDocument/2006/relationships/slide" Target="slides/slide341.xml"/><Relationship Id="rId327" Type="http://schemas.openxmlformats.org/officeDocument/2006/relationships/slide" Target="slides/slide342.xml"/><Relationship Id="rId328" Type="http://schemas.openxmlformats.org/officeDocument/2006/relationships/slide" Target="slides/slide343.xml"/><Relationship Id="rId329" Type="http://schemas.openxmlformats.org/officeDocument/2006/relationships/slide" Target="slides/slide344.xml"/><Relationship Id="rId330" Type="http://schemas.openxmlformats.org/officeDocument/2006/relationships/slide" Target="slides/slide345.xml"/><Relationship Id="rId331" Type="http://schemas.openxmlformats.org/officeDocument/2006/relationships/slide" Target="slides/slide346.xml"/><Relationship Id="rId332" Type="http://schemas.openxmlformats.org/officeDocument/2006/relationships/slide" Target="slides/slide347.xml"/><Relationship Id="rId333" Type="http://schemas.openxmlformats.org/officeDocument/2006/relationships/slide" Target="slides/slide348.xml"/><Relationship Id="rId334" Type="http://schemas.openxmlformats.org/officeDocument/2006/relationships/slide" Target="slides/slide349.xml"/><Relationship Id="rId335" Type="http://schemas.openxmlformats.org/officeDocument/2006/relationships/slide" Target="slides/slide350.xml"/><Relationship Id="rId336" Type="http://schemas.openxmlformats.org/officeDocument/2006/relationships/slide" Target="slides/slide351.xml"/><Relationship Id="rId337" Type="http://schemas.openxmlformats.org/officeDocument/2006/relationships/slide" Target="slides/slide352.xml"/><Relationship Id="rId338" Type="http://schemas.openxmlformats.org/officeDocument/2006/relationships/slide" Target="slides/slide353.xml"/><Relationship Id="rId339" Type="http://schemas.openxmlformats.org/officeDocument/2006/relationships/slide" Target="slides/slide354.xml"/><Relationship Id="rId340" Type="http://schemas.openxmlformats.org/officeDocument/2006/relationships/slide" Target="slides/slide355.xml"/><Relationship Id="rId341" Type="http://schemas.openxmlformats.org/officeDocument/2006/relationships/slide" Target="slides/slide356.xml"/><Relationship Id="rId342" Type="http://schemas.openxmlformats.org/officeDocument/2006/relationships/slide" Target="slides/slide357.xml"/><Relationship Id="rId343" Type="http://schemas.openxmlformats.org/officeDocument/2006/relationships/slide" Target="slides/slide358.xml"/><Relationship Id="rId344" Type="http://schemas.openxmlformats.org/officeDocument/2006/relationships/slide" Target="slides/slide359.xml"/><Relationship Id="rId345" Type="http://schemas.openxmlformats.org/officeDocument/2006/relationships/slide" Target="slides/slide360.xml"/><Relationship Id="rId346" Type="http://schemas.openxmlformats.org/officeDocument/2006/relationships/slide" Target="slides/slide361.xml"/><Relationship Id="rId347" Type="http://schemas.openxmlformats.org/officeDocument/2006/relationships/slide" Target="slides/slide362.xml"/><Relationship Id="rId348" Type="http://schemas.openxmlformats.org/officeDocument/2006/relationships/slide" Target="slides/slide363.xml"/><Relationship Id="rId349" Type="http://schemas.openxmlformats.org/officeDocument/2006/relationships/slide" Target="slides/slide364.xml"/><Relationship Id="rId350" Type="http://schemas.openxmlformats.org/officeDocument/2006/relationships/slide" Target="slides/slide365.xml"/><Relationship Id="rId351" Type="http://schemas.openxmlformats.org/officeDocument/2006/relationships/slide" Target="slides/slide366.xml"/><Relationship Id="rId352" Type="http://schemas.openxmlformats.org/officeDocument/2006/relationships/slide" Target="slides/slide367.xml"/><Relationship Id="rId353" Type="http://schemas.openxmlformats.org/officeDocument/2006/relationships/slide" Target="slides/slide368.xml"/><Relationship Id="rId354" Type="http://schemas.openxmlformats.org/officeDocument/2006/relationships/slide" Target="slides/slide369.xml"/><Relationship Id="rId355" Type="http://schemas.openxmlformats.org/officeDocument/2006/relationships/slide" Target="slides/slide370.xml"/><Relationship Id="rId356" Type="http://schemas.openxmlformats.org/officeDocument/2006/relationships/slide" Target="slides/slide371.xml"/><Relationship Id="rId357" Type="http://schemas.openxmlformats.org/officeDocument/2006/relationships/slide" Target="slides/slide372.xml"/><Relationship Id="rId358" Type="http://schemas.openxmlformats.org/officeDocument/2006/relationships/slide" Target="slides/slide373.xml"/><Relationship Id="rId359" Type="http://schemas.openxmlformats.org/officeDocument/2006/relationships/slide" Target="slides/slide374.xml"/><Relationship Id="rId360" Type="http://schemas.openxmlformats.org/officeDocument/2006/relationships/slide" Target="slides/slide375.xml"/><Relationship Id="rId361" Type="http://schemas.openxmlformats.org/officeDocument/2006/relationships/slide" Target="slides/slide376.xml"/><Relationship Id="rId362" Type="http://schemas.openxmlformats.org/officeDocument/2006/relationships/slide" Target="slides/slide377.xml"/><Relationship Id="rId363" Type="http://schemas.openxmlformats.org/officeDocument/2006/relationships/slide" Target="slides/slide378.xml"/><Relationship Id="rId364" Type="http://schemas.openxmlformats.org/officeDocument/2006/relationships/slide" Target="slides/slide379.xml"/><Relationship Id="rId365" Type="http://schemas.openxmlformats.org/officeDocument/2006/relationships/slide" Target="slides/slide380.xml"/><Relationship Id="rId366" Type="http://schemas.openxmlformats.org/officeDocument/2006/relationships/slide" Target="slides/slide381.xml"/><Relationship Id="rId367" Type="http://schemas.openxmlformats.org/officeDocument/2006/relationships/slide" Target="slides/slide382.xml"/><Relationship Id="rId368" Type="http://schemas.openxmlformats.org/officeDocument/2006/relationships/slide" Target="slides/slide383.xml"/><Relationship Id="rId369" Type="http://schemas.openxmlformats.org/officeDocument/2006/relationships/slide" Target="slides/slide384.xml"/><Relationship Id="rId370" Type="http://schemas.openxmlformats.org/officeDocument/2006/relationships/slide" Target="slides/slide385.xml"/><Relationship Id="rId371" Type="http://schemas.openxmlformats.org/officeDocument/2006/relationships/slide" Target="slides/slide386.xml"/><Relationship Id="rId372" Type="http://schemas.openxmlformats.org/officeDocument/2006/relationships/slide" Target="slides/slide387.xml"/><Relationship Id="rId373" Type="http://schemas.openxmlformats.org/officeDocument/2006/relationships/slide" Target="slides/slide388.xml"/><Relationship Id="rId374" Type="http://schemas.openxmlformats.org/officeDocument/2006/relationships/slide" Target="slides/slide389.xml"/><Relationship Id="rId375" Type="http://schemas.openxmlformats.org/officeDocument/2006/relationships/slide" Target="slides/slide390.xml"/><Relationship Id="rId376" Type="http://schemas.openxmlformats.org/officeDocument/2006/relationships/slide" Target="slides/slide391.xml"/><Relationship Id="rId377" Type="http://schemas.openxmlformats.org/officeDocument/2006/relationships/slide" Target="slides/slide392.xml"/><Relationship Id="rId378" Type="http://schemas.openxmlformats.org/officeDocument/2006/relationships/slide" Target="slides/slide393.xml"/><Relationship Id="rId379" Type="http://schemas.openxmlformats.org/officeDocument/2006/relationships/slide" Target="slides/slide394.xml"/><Relationship Id="rId380" Type="http://schemas.openxmlformats.org/officeDocument/2006/relationships/slide" Target="slides/slide395.xml"/><Relationship Id="rId381" Type="http://schemas.openxmlformats.org/officeDocument/2006/relationships/slide" Target="slides/slide396.xml"/><Relationship Id="rId382" Type="http://schemas.openxmlformats.org/officeDocument/2006/relationships/slide" Target="slides/slide397.xml"/><Relationship Id="rId383" Type="http://schemas.openxmlformats.org/officeDocument/2006/relationships/slide" Target="slides/slide398.xml"/><Relationship Id="rId384" Type="http://schemas.openxmlformats.org/officeDocument/2006/relationships/slide" Target="slides/slide399.xml"/><Relationship Id="rId385" Type="http://schemas.openxmlformats.org/officeDocument/2006/relationships/slide" Target="slides/slide400.xml"/><Relationship Id="rId386" Type="http://schemas.openxmlformats.org/officeDocument/2006/relationships/slide" Target="slides/slide401.xml"/><Relationship Id="rId387" Type="http://schemas.openxmlformats.org/officeDocument/2006/relationships/slide" Target="slides/slide402.xml"/><Relationship Id="rId388" Type="http://schemas.openxmlformats.org/officeDocument/2006/relationships/slide" Target="slides/slide403.xml"/><Relationship Id="rId389" Type="http://schemas.openxmlformats.org/officeDocument/2006/relationships/slide" Target="slides/slide404.xml"/><Relationship Id="rId390" Type="http://schemas.openxmlformats.org/officeDocument/2006/relationships/slide" Target="slides/slide405.xml"/><Relationship Id="rId391" Type="http://schemas.openxmlformats.org/officeDocument/2006/relationships/slide" Target="slides/slide406.xml"/><Relationship Id="rId392" Type="http://schemas.openxmlformats.org/officeDocument/2006/relationships/slide" Target="slides/slide407.xml"/><Relationship Id="rId393" Type="http://schemas.openxmlformats.org/officeDocument/2006/relationships/slide" Target="slides/slide408.xml"/><Relationship Id="rId394" Type="http://schemas.openxmlformats.org/officeDocument/2006/relationships/slide" Target="slides/slide409.xml"/><Relationship Id="rId395" Type="http://schemas.openxmlformats.org/officeDocument/2006/relationships/slide" Target="slides/slide410.xml"/><Relationship Id="rId396" Type="http://schemas.openxmlformats.org/officeDocument/2006/relationships/slide" Target="slides/slide411.xml"/><Relationship Id="rId397" Type="http://schemas.openxmlformats.org/officeDocument/2006/relationships/slide" Target="slides/slide412.xml"/><Relationship Id="rId398" Type="http://schemas.openxmlformats.org/officeDocument/2006/relationships/slide" Target="slides/slide413.xml"/><Relationship Id="rId399" Type="http://schemas.openxmlformats.org/officeDocument/2006/relationships/slide" Target="slides/slide414.xml"/><Relationship Id="rId400" Type="http://schemas.openxmlformats.org/officeDocument/2006/relationships/slide" Target="slides/slide415.xml"/><Relationship Id="rId401" Type="http://schemas.openxmlformats.org/officeDocument/2006/relationships/slide" Target="slides/slide416.xml"/><Relationship Id="rId402" Type="http://schemas.openxmlformats.org/officeDocument/2006/relationships/slide" Target="slides/slide417.xml"/><Relationship Id="rId403" Type="http://schemas.openxmlformats.org/officeDocument/2006/relationships/slide" Target="slides/slide418.xml"/><Relationship Id="rId404" Type="http://schemas.openxmlformats.org/officeDocument/2006/relationships/slide" Target="slides/slide419.xml"/><Relationship Id="rId405" Type="http://schemas.openxmlformats.org/officeDocument/2006/relationships/slide" Target="slides/slide420.xml"/><Relationship Id="rId406" Type="http://schemas.openxmlformats.org/officeDocument/2006/relationships/slide" Target="slides/slide421.xml"/><Relationship Id="rId407" Type="http://schemas.openxmlformats.org/officeDocument/2006/relationships/slide" Target="slides/slide422.xml"/><Relationship Id="rId408" Type="http://schemas.openxmlformats.org/officeDocument/2006/relationships/slide" Target="slides/slide423.xml"/><Relationship Id="rId409" Type="http://schemas.openxmlformats.org/officeDocument/2006/relationships/slide" Target="slides/slide424.xml"/><Relationship Id="rId410" Type="http://schemas.openxmlformats.org/officeDocument/2006/relationships/slide" Target="slides/slide425.xml"/><Relationship Id="rId411" Type="http://schemas.openxmlformats.org/officeDocument/2006/relationships/slide" Target="slides/slide426.xml"/><Relationship Id="rId412" Type="http://schemas.openxmlformats.org/officeDocument/2006/relationships/slide" Target="slides/slide427.xml"/><Relationship Id="rId413" Type="http://schemas.openxmlformats.org/officeDocument/2006/relationships/slide" Target="slides/slide428.xml"/><Relationship Id="rId414" Type="http://schemas.openxmlformats.org/officeDocument/2006/relationships/slide" Target="slides/slide429.xml"/><Relationship Id="rId415" Type="http://schemas.openxmlformats.org/officeDocument/2006/relationships/slide" Target="slides/slide430.xml"/><Relationship Id="rId416" Type="http://schemas.openxmlformats.org/officeDocument/2006/relationships/slide" Target="slides/slide431.xml"/><Relationship Id="rId417" Type="http://schemas.openxmlformats.org/officeDocument/2006/relationships/slide" Target="slides/slide432.xml"/><Relationship Id="rId418" Type="http://schemas.openxmlformats.org/officeDocument/2006/relationships/slide" Target="slides/slide433.xml"/><Relationship Id="rId419" Type="http://schemas.openxmlformats.org/officeDocument/2006/relationships/slide" Target="slides/slide434.xml"/><Relationship Id="rId420" Type="http://schemas.openxmlformats.org/officeDocument/2006/relationships/slide" Target="slides/slide435.xml"/><Relationship Id="rId421" Type="http://schemas.openxmlformats.org/officeDocument/2006/relationships/slide" Target="slides/slide436.xml"/><Relationship Id="rId422" Type="http://schemas.openxmlformats.org/officeDocument/2006/relationships/slide" Target="slides/slide437.xml"/><Relationship Id="rId423" Type="http://schemas.openxmlformats.org/officeDocument/2006/relationships/slide" Target="slides/slide438.xml"/><Relationship Id="rId424" Type="http://schemas.openxmlformats.org/officeDocument/2006/relationships/slide" Target="slides/slide439.xml"/><Relationship Id="rId425" Type="http://schemas.openxmlformats.org/officeDocument/2006/relationships/slide" Target="slides/slide440.xml"/><Relationship Id="rId426" Type="http://schemas.openxmlformats.org/officeDocument/2006/relationships/slide" Target="slides/slide441.xml"/><Relationship Id="rId427" Type="http://schemas.openxmlformats.org/officeDocument/2006/relationships/slide" Target="slides/slide442.xml"/><Relationship Id="rId428" Type="http://schemas.openxmlformats.org/officeDocument/2006/relationships/slide" Target="slides/slide443.xml"/><Relationship Id="rId429" Type="http://schemas.openxmlformats.org/officeDocument/2006/relationships/slide" Target="slides/slide444.xml"/><Relationship Id="rId430" Type="http://schemas.openxmlformats.org/officeDocument/2006/relationships/slide" Target="slides/slide445.xml"/><Relationship Id="rId431" Type="http://schemas.openxmlformats.org/officeDocument/2006/relationships/slide" Target="slides/slide446.xml"/><Relationship Id="rId432" Type="http://schemas.openxmlformats.org/officeDocument/2006/relationships/slide" Target="slides/slide447.xml"/><Relationship Id="rId433" Type="http://schemas.openxmlformats.org/officeDocument/2006/relationships/slide" Target="slides/slide448.xml"/><Relationship Id="rId434" Type="http://schemas.openxmlformats.org/officeDocument/2006/relationships/slide" Target="slides/slide449.xml"/><Relationship Id="rId435" Type="http://schemas.openxmlformats.org/officeDocument/2006/relationships/slide" Target="slides/slide450.xml"/><Relationship Id="rId436" Type="http://schemas.openxmlformats.org/officeDocument/2006/relationships/slide" Target="slides/slide451.xml"/><Relationship Id="rId437" Type="http://schemas.openxmlformats.org/officeDocument/2006/relationships/slide" Target="slides/slide452.xml"/><Relationship Id="rId438" Type="http://schemas.openxmlformats.org/officeDocument/2006/relationships/slide" Target="slides/slide453.xml"/><Relationship Id="rId439" Type="http://schemas.openxmlformats.org/officeDocument/2006/relationships/slide" Target="slides/slide454.xml"/><Relationship Id="rId440" Type="http://schemas.openxmlformats.org/officeDocument/2006/relationships/slide" Target="slides/slide455.xml"/><Relationship Id="rId441" Type="http://schemas.openxmlformats.org/officeDocument/2006/relationships/slide" Target="slides/slide456.xml"/><Relationship Id="rId442" Type="http://schemas.openxmlformats.org/officeDocument/2006/relationships/slide" Target="slides/slide457.xml"/><Relationship Id="rId443" Type="http://schemas.openxmlformats.org/officeDocument/2006/relationships/slide" Target="slides/slide458.xml"/><Relationship Id="rId444" Type="http://schemas.openxmlformats.org/officeDocument/2006/relationships/slide" Target="slides/slide459.xml"/><Relationship Id="rId445" Type="http://schemas.openxmlformats.org/officeDocument/2006/relationships/slide" Target="slides/slide460.xml"/><Relationship Id="rId446" Type="http://schemas.openxmlformats.org/officeDocument/2006/relationships/slide" Target="slides/slide461.xml"/><Relationship Id="rId447" Type="http://schemas.openxmlformats.org/officeDocument/2006/relationships/slide" Target="slides/slide462.xml"/><Relationship Id="rId448" Type="http://schemas.openxmlformats.org/officeDocument/2006/relationships/slide" Target="slides/slide463.xml"/><Relationship Id="rId449" Type="http://schemas.openxmlformats.org/officeDocument/2006/relationships/slide" Target="slides/slide464.xml"/><Relationship Id="rId450" Type="http://schemas.openxmlformats.org/officeDocument/2006/relationships/slide" Target="slides/slide465.xml"/><Relationship Id="rId451" Type="http://schemas.openxmlformats.org/officeDocument/2006/relationships/slide" Target="slides/slide466.xml"/><Relationship Id="rId452" Type="http://schemas.openxmlformats.org/officeDocument/2006/relationships/slide" Target="slides/slide467.xml"/><Relationship Id="rId453" Type="http://schemas.openxmlformats.org/officeDocument/2006/relationships/slide" Target="slides/slide468.xml"/><Relationship Id="rId454" Type="http://schemas.openxmlformats.org/officeDocument/2006/relationships/slide" Target="slides/slide469.xml"/><Relationship Id="rId455" Type="http://schemas.openxmlformats.org/officeDocument/2006/relationships/slide" Target="slides/slide470.xml"/><Relationship Id="rId456" Type="http://schemas.openxmlformats.org/officeDocument/2006/relationships/slide" Target="slides/slide471.xml"/><Relationship Id="rId457" Type="http://schemas.openxmlformats.org/officeDocument/2006/relationships/slide" Target="slides/slide472.xml"/><Relationship Id="rId458" Type="http://schemas.openxmlformats.org/officeDocument/2006/relationships/slide" Target="slides/slide473.xml"/><Relationship Id="rId459" Type="http://schemas.openxmlformats.org/officeDocument/2006/relationships/slide" Target="slides/slide474.xml"/><Relationship Id="rId460" Type="http://schemas.openxmlformats.org/officeDocument/2006/relationships/slide" Target="slides/slide475.xml"/><Relationship Id="rId461" Type="http://schemas.openxmlformats.org/officeDocument/2006/relationships/slide" Target="slides/slide476.xml"/><Relationship Id="rId462" Type="http://schemas.openxmlformats.org/officeDocument/2006/relationships/slide" Target="slides/slide477.xml"/><Relationship Id="rId463" Type="http://schemas.openxmlformats.org/officeDocument/2006/relationships/slide" Target="slides/slide478.xml"/><Relationship Id="rId464" Type="http://schemas.openxmlformats.org/officeDocument/2006/relationships/slide" Target="slides/slide479.xml"/><Relationship Id="rId465" Type="http://schemas.openxmlformats.org/officeDocument/2006/relationships/slide" Target="slides/slide480.xml"/><Relationship Id="rId466" Type="http://schemas.openxmlformats.org/officeDocument/2006/relationships/slide" Target="slides/slide481.xml"/><Relationship Id="rId467" Type="http://schemas.openxmlformats.org/officeDocument/2006/relationships/slide" Target="slides/slide482.xml"/><Relationship Id="rId468" Type="http://schemas.openxmlformats.org/officeDocument/2006/relationships/slide" Target="slides/slide483.xml"/><Relationship Id="rId469" Type="http://schemas.openxmlformats.org/officeDocument/2006/relationships/slide" Target="slides/slide484.xml"/><Relationship Id="rId470" Type="http://schemas.openxmlformats.org/officeDocument/2006/relationships/slide" Target="slides/slide485.xml"/><Relationship Id="rId471" Type="http://schemas.openxmlformats.org/officeDocument/2006/relationships/slide" Target="slides/slide486.xml"/><Relationship Id="rId472" Type="http://schemas.openxmlformats.org/officeDocument/2006/relationships/slide" Target="slides/slide487.xml"/><Relationship Id="rId473" Type="http://schemas.openxmlformats.org/officeDocument/2006/relationships/slide" Target="slides/slide488.xml"/><Relationship Id="rId474" Type="http://schemas.openxmlformats.org/officeDocument/2006/relationships/slide" Target="slides/slide489.xml"/><Relationship Id="rId475" Type="http://schemas.openxmlformats.org/officeDocument/2006/relationships/slide" Target="slides/slide490.xml"/><Relationship Id="rId476" Type="http://schemas.openxmlformats.org/officeDocument/2006/relationships/slide" Target="slides/slide491.xml"/><Relationship Id="rId477" Type="http://schemas.openxmlformats.org/officeDocument/2006/relationships/slide" Target="slides/slide492.xml"/><Relationship Id="rId478" Type="http://schemas.openxmlformats.org/officeDocument/2006/relationships/slide" Target="slides/slide493.xml"/><Relationship Id="rId479" Type="http://schemas.openxmlformats.org/officeDocument/2006/relationships/slide" Target="slides/slide494.xml"/><Relationship Id="rId480" Type="http://schemas.openxmlformats.org/officeDocument/2006/relationships/slide" Target="slides/slide495.xml"/><Relationship Id="rId481" Type="http://schemas.openxmlformats.org/officeDocument/2006/relationships/slide" Target="slides/slide496.xml"/><Relationship Id="rId482" Type="http://schemas.openxmlformats.org/officeDocument/2006/relationships/slide" Target="slides/slide497.xml"/><Relationship Id="rId483" Type="http://schemas.openxmlformats.org/officeDocument/2006/relationships/slide" Target="slides/slide498.xml"/><Relationship Id="rId484" Type="http://schemas.openxmlformats.org/officeDocument/2006/relationships/slide" Target="slides/slide499.xml"/><Relationship Id="rId485" Type="http://schemas.openxmlformats.org/officeDocument/2006/relationships/slide" Target="slides/slide500.xml"/><Relationship Id="rId486" Type="http://schemas.openxmlformats.org/officeDocument/2006/relationships/slide" Target="slides/slide501.xml"/><Relationship Id="rId487" Type="http://schemas.openxmlformats.org/officeDocument/2006/relationships/slide" Target="slides/slide502.xml"/><Relationship Id="rId488" Type="http://schemas.openxmlformats.org/officeDocument/2006/relationships/slide" Target="slides/slide503.xml"/><Relationship Id="rId489" Type="http://schemas.openxmlformats.org/officeDocument/2006/relationships/slide" Target="slides/slide504.xml"/><Relationship Id="rId490" Type="http://schemas.openxmlformats.org/officeDocument/2006/relationships/slide" Target="slides/slide505.xml"/><Relationship Id="rId491" Type="http://schemas.openxmlformats.org/officeDocument/2006/relationships/slide" Target="slides/slide506.xml"/><Relationship Id="rId492" Type="http://schemas.openxmlformats.org/officeDocument/2006/relationships/slide" Target="slides/slide507.xml"/><Relationship Id="rId493" Type="http://schemas.openxmlformats.org/officeDocument/2006/relationships/slide" Target="slides/slide508.xml"/><Relationship Id="rId494" Type="http://schemas.openxmlformats.org/officeDocument/2006/relationships/slide" Target="slides/slide509.xml"/><Relationship Id="rId495" Type="http://schemas.openxmlformats.org/officeDocument/2006/relationships/slide" Target="slides/slide510.xml"/><Relationship Id="rId496" Type="http://schemas.openxmlformats.org/officeDocument/2006/relationships/slide" Target="slides/slide511.xml"/><Relationship Id="rId497" Type="http://schemas.openxmlformats.org/officeDocument/2006/relationships/slide" Target="slides/slide512.xml"/><Relationship Id="rId498" Type="http://schemas.openxmlformats.org/officeDocument/2006/relationships/slide" Target="slides/slide513.xml"/><Relationship Id="rId499" Type="http://schemas.openxmlformats.org/officeDocument/2006/relationships/slide" Target="slides/slide514.xml"/><Relationship Id="rId500" Type="http://schemas.openxmlformats.org/officeDocument/2006/relationships/slide" Target="slides/slide515.xml"/><Relationship Id="rId501" Type="http://schemas.openxmlformats.org/officeDocument/2006/relationships/slide" Target="slides/slide516.xml"/><Relationship Id="rId502" Type="http://schemas.openxmlformats.org/officeDocument/2006/relationships/slide" Target="slides/slide517.xml"/><Relationship Id="rId503" Type="http://schemas.openxmlformats.org/officeDocument/2006/relationships/slide" Target="slides/slide518.xml"/><Relationship Id="rId504" Type="http://schemas.openxmlformats.org/officeDocument/2006/relationships/slide" Target="slides/slide519.xml"/><Relationship Id="rId505" Type="http://schemas.openxmlformats.org/officeDocument/2006/relationships/slide" Target="slides/slide520.xml"/><Relationship Id="rId506" Type="http://schemas.openxmlformats.org/officeDocument/2006/relationships/slide" Target="slides/slide521.xml"/><Relationship Id="rId507" Type="http://schemas.openxmlformats.org/officeDocument/2006/relationships/slide" Target="slides/slide522.xml"/><Relationship Id="rId508" Type="http://schemas.openxmlformats.org/officeDocument/2006/relationships/slide" Target="slides/slide523.xml"/><Relationship Id="rId509" Type="http://schemas.openxmlformats.org/officeDocument/2006/relationships/slide" Target="slides/slide524.xml"/><Relationship Id="rId510" Type="http://schemas.openxmlformats.org/officeDocument/2006/relationships/slide" Target="slides/slide525.xml"/><Relationship Id="rId511" Type="http://schemas.openxmlformats.org/officeDocument/2006/relationships/slide" Target="slides/slide526.xml"/><Relationship Id="rId512" Type="http://schemas.openxmlformats.org/officeDocument/2006/relationships/slide" Target="slides/slide527.xml"/><Relationship Id="rId513" Type="http://schemas.openxmlformats.org/officeDocument/2006/relationships/slide" Target="slides/slide528.xml"/><Relationship Id="rId514" Type="http://schemas.openxmlformats.org/officeDocument/2006/relationships/slide" Target="slides/slide529.xml"/><Relationship Id="rId515" Type="http://schemas.openxmlformats.org/officeDocument/2006/relationships/slide" Target="slides/slide530.xml"/><Relationship Id="rId516" Type="http://schemas.openxmlformats.org/officeDocument/2006/relationships/slide" Target="slides/slide531.xml"/><Relationship Id="rId517" Type="http://schemas.openxmlformats.org/officeDocument/2006/relationships/slide" Target="slides/slide532.xml"/><Relationship Id="rId518" Type="http://schemas.openxmlformats.org/officeDocument/2006/relationships/slide" Target="slides/slide533.xml"/><Relationship Id="rId519" Type="http://schemas.openxmlformats.org/officeDocument/2006/relationships/slide" Target="slides/slide534.xml"/><Relationship Id="rId520" Type="http://schemas.openxmlformats.org/officeDocument/2006/relationships/slide" Target="slides/slide535.xml"/><Relationship Id="rId521" Type="http://schemas.openxmlformats.org/officeDocument/2006/relationships/slide" Target="slides/slide536.xml"/><Relationship Id="rId522" Type="http://schemas.openxmlformats.org/officeDocument/2006/relationships/slide" Target="slides/slide537.xml"/><Relationship Id="rId523" Type="http://schemas.openxmlformats.org/officeDocument/2006/relationships/slide" Target="slides/slide538.xml"/><Relationship Id="rId524" Type="http://schemas.openxmlformats.org/officeDocument/2006/relationships/slide" Target="slides/slide539.xml"/><Relationship Id="rId525" Type="http://schemas.openxmlformats.org/officeDocument/2006/relationships/slide" Target="slides/slide540.xml"/><Relationship Id="rId526" Type="http://schemas.openxmlformats.org/officeDocument/2006/relationships/slide" Target="slides/slide541.xml"/><Relationship Id="rId527" Type="http://schemas.openxmlformats.org/officeDocument/2006/relationships/slide" Target="slides/slide542.xml"/><Relationship Id="rId528" Type="http://schemas.openxmlformats.org/officeDocument/2006/relationships/slide" Target="slides/slide543.xml"/><Relationship Id="rId529" Type="http://schemas.openxmlformats.org/officeDocument/2006/relationships/slide" Target="slides/slide544.xml"/><Relationship Id="rId530" Type="http://schemas.openxmlformats.org/officeDocument/2006/relationships/slide" Target="slides/slide545.xml"/><Relationship Id="rId531" Type="http://schemas.openxmlformats.org/officeDocument/2006/relationships/slide" Target="slides/slide546.xml"/><Relationship Id="rId532" Type="http://schemas.openxmlformats.org/officeDocument/2006/relationships/slide" Target="slides/slide547.xml"/><Relationship Id="rId533" Type="http://schemas.openxmlformats.org/officeDocument/2006/relationships/slide" Target="slides/slide548.xml"/><Relationship Id="rId534" Type="http://schemas.openxmlformats.org/officeDocument/2006/relationships/slide" Target="slides/slide549.xml"/><Relationship Id="rId535" Type="http://schemas.openxmlformats.org/officeDocument/2006/relationships/slide" Target="slides/slide550.xml"/><Relationship Id="rId536" Type="http://schemas.openxmlformats.org/officeDocument/2006/relationships/slide" Target="slides/slide551.xml"/><Relationship Id="rId537" Type="http://schemas.openxmlformats.org/officeDocument/2006/relationships/slide" Target="slides/slide552.xml"/><Relationship Id="rId538" Type="http://schemas.openxmlformats.org/officeDocument/2006/relationships/slide" Target="slides/slide553.xml"/><Relationship Id="rId539" Type="http://schemas.openxmlformats.org/officeDocument/2006/relationships/slide" Target="slides/slide554.xml"/><Relationship Id="rId540" Type="http://schemas.openxmlformats.org/officeDocument/2006/relationships/slide" Target="slides/slide555.xml"/><Relationship Id="rId541" Type="http://schemas.openxmlformats.org/officeDocument/2006/relationships/slide" Target="slides/slide556.xml"/><Relationship Id="rId542" Type="http://schemas.openxmlformats.org/officeDocument/2006/relationships/slide" Target="slides/slide557.xml"/><Relationship Id="rId543" Type="http://schemas.openxmlformats.org/officeDocument/2006/relationships/slide" Target="slides/slide558.xml"/><Relationship Id="rId544" Type="http://schemas.openxmlformats.org/officeDocument/2006/relationships/slide" Target="slides/slide559.xml"/><Relationship Id="rId545" Type="http://schemas.openxmlformats.org/officeDocument/2006/relationships/slide" Target="slides/slide560.xml"/><Relationship Id="rId546" Type="http://schemas.openxmlformats.org/officeDocument/2006/relationships/slide" Target="slides/slide561.xml"/><Relationship Id="rId547" Type="http://schemas.openxmlformats.org/officeDocument/2006/relationships/slide" Target="slides/slide562.xml"/><Relationship Id="rId548" Type="http://schemas.openxmlformats.org/officeDocument/2006/relationships/slide" Target="slides/slide563.xml"/><Relationship Id="rId549" Type="http://schemas.openxmlformats.org/officeDocument/2006/relationships/slide" Target="slides/slide564.xml"/><Relationship Id="rId550" Type="http://schemas.openxmlformats.org/officeDocument/2006/relationships/slide" Target="slides/slide565.xml"/><Relationship Id="rId551" Type="http://schemas.openxmlformats.org/officeDocument/2006/relationships/slide" Target="slides/slide566.xml"/><Relationship Id="rId552" Type="http://schemas.openxmlformats.org/officeDocument/2006/relationships/slide" Target="slides/slide567.xml"/><Relationship Id="rId553" Type="http://schemas.openxmlformats.org/officeDocument/2006/relationships/slide" Target="slides/slide568.xml"/><Relationship Id="rId554" Type="http://schemas.openxmlformats.org/officeDocument/2006/relationships/slide" Target="slides/slide569.xml"/><Relationship Id="rId555" Type="http://schemas.openxmlformats.org/officeDocument/2006/relationships/slide" Target="slides/slide570.xml"/><Relationship Id="rId556" Type="http://schemas.openxmlformats.org/officeDocument/2006/relationships/slide" Target="slides/slide571.xml"/><Relationship Id="rId557" Type="http://schemas.openxmlformats.org/officeDocument/2006/relationships/slide" Target="slides/slide572.xml"/><Relationship Id="rId558" Type="http://schemas.openxmlformats.org/officeDocument/2006/relationships/slide" Target="slides/slide573.xml"/><Relationship Id="rId559" Type="http://schemas.openxmlformats.org/officeDocument/2006/relationships/slide" Target="slides/slide574.xml"/><Relationship Id="rId560" Type="http://schemas.openxmlformats.org/officeDocument/2006/relationships/slide" Target="slides/slide575.xml"/><Relationship Id="rId561" Type="http://schemas.openxmlformats.org/officeDocument/2006/relationships/slide" Target="slides/slide576.xml"/><Relationship Id="rId562" Type="http://schemas.openxmlformats.org/officeDocument/2006/relationships/slide" Target="slides/slide577.xml"/><Relationship Id="rId563" Type="http://schemas.openxmlformats.org/officeDocument/2006/relationships/slide" Target="slides/slide578.xml"/><Relationship Id="rId564" Type="http://schemas.openxmlformats.org/officeDocument/2006/relationships/slide" Target="slides/slide579.xml"/><Relationship Id="rId565" Type="http://schemas.openxmlformats.org/officeDocument/2006/relationships/slide" Target="slides/slide580.xml"/><Relationship Id="rId566" Type="http://schemas.openxmlformats.org/officeDocument/2006/relationships/slide" Target="slides/slide581.xml"/><Relationship Id="rId567" Type="http://schemas.openxmlformats.org/officeDocument/2006/relationships/slide" Target="slides/slide582.xml"/><Relationship Id="rId568" Type="http://schemas.openxmlformats.org/officeDocument/2006/relationships/slide" Target="slides/slide583.xml"/><Relationship Id="rId569" Type="http://schemas.openxmlformats.org/officeDocument/2006/relationships/slide" Target="slides/slide584.xml"/><Relationship Id="rId570" Type="http://schemas.openxmlformats.org/officeDocument/2006/relationships/slide" Target="slides/slide585.xml"/><Relationship Id="rId571" Type="http://schemas.openxmlformats.org/officeDocument/2006/relationships/slide" Target="slides/slide586.xml"/><Relationship Id="rId572" Type="http://schemas.openxmlformats.org/officeDocument/2006/relationships/slide" Target="slides/slide587.xml"/><Relationship Id="rId573" Type="http://schemas.openxmlformats.org/officeDocument/2006/relationships/slide" Target="slides/slide588.xml"/><Relationship Id="rId574" Type="http://schemas.openxmlformats.org/officeDocument/2006/relationships/slide" Target="slides/slide589.xml"/><Relationship Id="rId575" Type="http://schemas.openxmlformats.org/officeDocument/2006/relationships/slide" Target="slides/slide590.xml"/><Relationship Id="rId576" Type="http://schemas.openxmlformats.org/officeDocument/2006/relationships/slide" Target="slides/slide591.xml"/><Relationship Id="rId577" Type="http://schemas.openxmlformats.org/officeDocument/2006/relationships/slide" Target="slides/slide592.xml"/><Relationship Id="rId578" Type="http://schemas.openxmlformats.org/officeDocument/2006/relationships/slide" Target="slides/slide593.xml"/><Relationship Id="rId579" Type="http://schemas.openxmlformats.org/officeDocument/2006/relationships/slide" Target="slides/slide594.xml"/><Relationship Id="rId580" Type="http://schemas.openxmlformats.org/officeDocument/2006/relationships/slide" Target="slides/slide595.xml"/><Relationship Id="rId581" Type="http://schemas.openxmlformats.org/officeDocument/2006/relationships/slide" Target="slides/slide596.xml"/><Relationship Id="rId582" Type="http://schemas.openxmlformats.org/officeDocument/2006/relationships/slide" Target="slides/slide597.xml"/><Relationship Id="rId583" Type="http://schemas.openxmlformats.org/officeDocument/2006/relationships/slide" Target="slides/slide12.xml"/><Relationship Id="rId584" Type="http://schemas.openxmlformats.org/officeDocument/2006/relationships/slide" Target="slides/slide13.xml"/><Relationship Id="rId585" Type="http://schemas.openxmlformats.org/officeDocument/2006/relationships/slide" Target="slides/slide14.xml"/><Relationship Id="rId586" Type="http://schemas.openxmlformats.org/officeDocument/2006/relationships/slide" Target="slides/slide15.xml"/><Relationship Id="rId587" Type="http://schemas.openxmlformats.org/officeDocument/2006/relationships/slide" Target="slides/slide16.xml"/><Relationship Id="rId588" Type="http://schemas.openxmlformats.org/officeDocument/2006/relationships/slide" Target="slides/slide17.xml"/><Relationship Id="rId589" Type="http://schemas.openxmlformats.org/officeDocument/2006/relationships/slide" Target="slides/slide18.xml"/><Relationship Id="rId590" Type="http://schemas.openxmlformats.org/officeDocument/2006/relationships/slide" Target="slides/slide19.xml"/><Relationship Id="rId591" Type="http://schemas.openxmlformats.org/officeDocument/2006/relationships/slide" Target="slides/slide20.xml"/><Relationship Id="rId592" Type="http://schemas.openxmlformats.org/officeDocument/2006/relationships/slide" Target="slides/slide21.xml"/><Relationship Id="rId593" Type="http://schemas.openxmlformats.org/officeDocument/2006/relationships/slide" Target="slides/slide22.xml"/><Relationship Id="rId594" Type="http://schemas.openxmlformats.org/officeDocument/2006/relationships/slide" Target="slides/slide23.xml"/><Relationship Id="rId595" Type="http://schemas.openxmlformats.org/officeDocument/2006/relationships/slide" Target="slides/slide11.xml"/><Relationship Id="rId596" Type="http://schemas.openxmlformats.org/officeDocument/2006/relationships/slide" Target="slides/slide25.xml"/><Relationship Id="rId597" Type="http://schemas.openxmlformats.org/officeDocument/2006/relationships/slide" Target="slides/slide26.xml"/><Relationship Id="rId598" Type="http://schemas.openxmlformats.org/officeDocument/2006/relationships/slide" Target="slides/slide27.xml"/><Relationship Id="rId599" Type="http://schemas.openxmlformats.org/officeDocument/2006/relationships/slide" Target="slides/slide28.xml"/><Relationship Id="rId600" Type="http://schemas.openxmlformats.org/officeDocument/2006/relationships/slide" Target="slides/slide29.xml"/><Relationship Id="rId601" Type="http://schemas.openxmlformats.org/officeDocument/2006/relationships/slide" Target="slides/slide30.xml"/><Relationship Id="rId602" Type="http://schemas.openxmlformats.org/officeDocument/2006/relationships/slide" Target="slides/slide31.xml"/><Relationship Id="rId603" Type="http://schemas.openxmlformats.org/officeDocument/2006/relationships/slide" Target="slides/slide32.xml"/><Relationship Id="rId604" Type="http://schemas.openxmlformats.org/officeDocument/2006/relationships/slide" Target="slides/slide24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3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11.png"/><Relationship Id="rId9" Type="http://schemas.openxmlformats.org/officeDocument/2006/relationships/image" Target="../media/image12.png"/><Relationship Id="rId10" Type="http://schemas.openxmlformats.org/officeDocument/2006/relationships/image" Target="../media/image13.png"/><Relationship Id="rId11" Type="http://schemas.openxmlformats.org/officeDocument/2006/relationships/image" Target="../media/image14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5.png"/><Relationship Id="rId3" Type="http://schemas.openxmlformats.org/officeDocument/2006/relationships/image" Target="../media/image16.png"/><Relationship Id="rId4" Type="http://schemas.openxmlformats.org/officeDocument/2006/relationships/image" Target="../media/image17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20.png"/><Relationship Id="rId8" Type="http://schemas.openxmlformats.org/officeDocument/2006/relationships/image" Target="../media/image21.png"/><Relationship Id="rId9" Type="http://schemas.openxmlformats.org/officeDocument/2006/relationships/image" Target="../media/image22.png"/><Relationship Id="rId10" Type="http://schemas.openxmlformats.org/officeDocument/2006/relationships/image" Target="../media/image23.png"/><Relationship Id="rId11" Type="http://schemas.openxmlformats.org/officeDocument/2006/relationships/image" Target="../media/image24.png"/><Relationship Id="rId12" Type="http://schemas.openxmlformats.org/officeDocument/2006/relationships/image" Target="../media/image25.png"/><Relationship Id="rId13" Type="http://schemas.openxmlformats.org/officeDocument/2006/relationships/image" Target="../media/image26.png"/><Relationship Id="rId14" Type="http://schemas.openxmlformats.org/officeDocument/2006/relationships/image" Target="../media/image27.png"/><Relationship Id="rId15" Type="http://schemas.openxmlformats.org/officeDocument/2006/relationships/image" Target="../media/image28.png"/><Relationship Id="rId16" Type="http://schemas.openxmlformats.org/officeDocument/2006/relationships/image" Target="../media/image29.png"/><Relationship Id="rId17" Type="http://schemas.openxmlformats.org/officeDocument/2006/relationships/image" Target="../media/image30.png"/><Relationship Id="rId18" Type="http://schemas.openxmlformats.org/officeDocument/2006/relationships/image" Target="../media/image31.png"/><Relationship Id="rId19" Type="http://schemas.openxmlformats.org/officeDocument/2006/relationships/image" Target="../media/image32.png"/><Relationship Id="rId20" Type="http://schemas.openxmlformats.org/officeDocument/2006/relationships/image" Target="../media/image33.png"/><Relationship Id="rId21" Type="http://schemas.openxmlformats.org/officeDocument/2006/relationships/image" Target="../media/image34.png"/><Relationship Id="rId22" Type="http://schemas.openxmlformats.org/officeDocument/2006/relationships/image" Target="../media/image35.png"/><Relationship Id="rId23" Type="http://schemas.openxmlformats.org/officeDocument/2006/relationships/image" Target="../media/image36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7.png"/><Relationship Id="rId3" Type="http://schemas.openxmlformats.org/officeDocument/2006/relationships/image" Target="../media/image38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6" Type="http://schemas.openxmlformats.org/officeDocument/2006/relationships/image" Target="../media/image41.png"/><Relationship Id="rId7" Type="http://schemas.openxmlformats.org/officeDocument/2006/relationships/image" Target="../media/image42.png"/><Relationship Id="rId8" Type="http://schemas.openxmlformats.org/officeDocument/2006/relationships/image" Target="../media/image43.png"/><Relationship Id="rId9" Type="http://schemas.openxmlformats.org/officeDocument/2006/relationships/image" Target="../media/image44.png"/><Relationship Id="rId10" Type="http://schemas.openxmlformats.org/officeDocument/2006/relationships/image" Target="../media/image45.png"/><Relationship Id="rId11" Type="http://schemas.openxmlformats.org/officeDocument/2006/relationships/image" Target="../media/image46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47.png"/><Relationship Id="rId3" Type="http://schemas.openxmlformats.org/officeDocument/2006/relationships/image" Target="../media/image48.png"/><Relationship Id="rId4" Type="http://schemas.openxmlformats.org/officeDocument/2006/relationships/image" Target="../media/image49.png"/><Relationship Id="rId5" Type="http://schemas.openxmlformats.org/officeDocument/2006/relationships/image" Target="../media/image50.png"/><Relationship Id="rId6" Type="http://schemas.openxmlformats.org/officeDocument/2006/relationships/image" Target="../media/image51.png"/><Relationship Id="rId7" Type="http://schemas.openxmlformats.org/officeDocument/2006/relationships/image" Target="../media/image52.png"/><Relationship Id="rId8" Type="http://schemas.openxmlformats.org/officeDocument/2006/relationships/image" Target="../media/image53.png"/><Relationship Id="rId9" Type="http://schemas.openxmlformats.org/officeDocument/2006/relationships/image" Target="../media/image54.png"/><Relationship Id="rId10" Type="http://schemas.openxmlformats.org/officeDocument/2006/relationships/image" Target="../media/image55.png"/><Relationship Id="rId11" Type="http://schemas.openxmlformats.org/officeDocument/2006/relationships/image" Target="../media/image56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57.png"/><Relationship Id="rId3" Type="http://schemas.openxmlformats.org/officeDocument/2006/relationships/image" Target="../media/image58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77.png"/><Relationship Id="rId3" Type="http://schemas.openxmlformats.org/officeDocument/2006/relationships/image" Target="../media/image78.png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84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88.png"/><Relationship Id="rId3" Type="http://schemas.openxmlformats.org/officeDocument/2006/relationships/image" Target="../media/image89.png"/><Relationship Id="rId4" Type="http://schemas.openxmlformats.org/officeDocument/2006/relationships/image" Target="../media/image90.png"/><Relationship Id="rId5" Type="http://schemas.openxmlformats.org/officeDocument/2006/relationships/image" Target="../media/image91.png"/><Relationship Id="rId6" Type="http://schemas.openxmlformats.org/officeDocument/2006/relationships/image" Target="../media/image92.png"/><Relationship Id="rId7" Type="http://schemas.openxmlformats.org/officeDocument/2006/relationships/image" Target="../media/image93.png"/><Relationship Id="rId8" Type="http://schemas.openxmlformats.org/officeDocument/2006/relationships/image" Target="../media/image94.png"/><Relationship Id="rId9" Type="http://schemas.openxmlformats.org/officeDocument/2006/relationships/image" Target="../media/image95.png"/><Relationship Id="rId10" Type="http://schemas.openxmlformats.org/officeDocument/2006/relationships/image" Target="../media/image96.png"/><Relationship Id="rId11" Type="http://schemas.openxmlformats.org/officeDocument/2006/relationships/image" Target="../media/image97.png"/><Relationship Id="rId12" Type="http://schemas.openxmlformats.org/officeDocument/2006/relationships/image" Target="../media/image98.png"/></Relationships>
</file>

<file path=ppt/charts/_rels/chart13.xml.rels><?xml version='1.0' encoding='UTF-8' standalone='yes'?>
<Relationships xmlns="http://schemas.openxmlformats.org/package/2006/relationships"><Relationship Id="rId2" Type="http://schemas.openxmlformats.org/officeDocument/2006/relationships/image" Target="../media/image102.png"/></Relationships>
</file>

<file path=ppt/charts/_rels/chart14.xml.rels><?xml version='1.0' encoding='UTF-8' standalone='yes'?>
<Relationships xmlns="http://schemas.openxmlformats.org/package/2006/relationships"><Relationship Id="rId2" Type="http://schemas.openxmlformats.org/officeDocument/2006/relationships/image" Target="../media/image103.png"/></Relationships>
</file>

<file path=ppt/charts/_rels/chart15.xml.rels><?xml version='1.0' encoding='UTF-8' standalone='yes'?>
<Relationships xmlns="http://schemas.openxmlformats.org/package/2006/relationships"><Relationship Id="rId2" Type="http://schemas.openxmlformats.org/officeDocument/2006/relationships/image" Target="../media/image110.png"/><Relationship Id="rId3" Type="http://schemas.openxmlformats.org/officeDocument/2006/relationships/image" Target="../media/image111.png"/><Relationship Id="rId4" Type="http://schemas.openxmlformats.org/officeDocument/2006/relationships/image" Target="../media/image112.png"/><Relationship Id="rId5" Type="http://schemas.openxmlformats.org/officeDocument/2006/relationships/image" Target="../media/image113.png"/><Relationship Id="rId6" Type="http://schemas.openxmlformats.org/officeDocument/2006/relationships/image" Target="../media/image114.png"/><Relationship Id="rId7" Type="http://schemas.openxmlformats.org/officeDocument/2006/relationships/image" Target="../media/image115.png"/><Relationship Id="rId8" Type="http://schemas.openxmlformats.org/officeDocument/2006/relationships/image" Target="../media/image116.png"/><Relationship Id="rId9" Type="http://schemas.openxmlformats.org/officeDocument/2006/relationships/image" Target="../media/image117.png"/><Relationship Id="rId10" Type="http://schemas.openxmlformats.org/officeDocument/2006/relationships/image" Target="../media/image118.png"/><Relationship Id="rId11" Type="http://schemas.openxmlformats.org/officeDocument/2006/relationships/image" Target="../media/image119.png"/></Relationships>
</file>

<file path=ppt/charts/_rels/chart19.xml.rels><?xml version='1.0' encoding='UTF-8' standalone='yes'?>
<Relationships xmlns="http://schemas.openxmlformats.org/package/2006/relationships"><Relationship Id="rId2" Type="http://schemas.openxmlformats.org/officeDocument/2006/relationships/image" Target="../media/image120.png"/><Relationship Id="rId3" Type="http://schemas.openxmlformats.org/officeDocument/2006/relationships/image" Target="../media/image121.png"/><Relationship Id="rId4" Type="http://schemas.openxmlformats.org/officeDocument/2006/relationships/image" Target="../media/image122.png"/><Relationship Id="rId5" Type="http://schemas.openxmlformats.org/officeDocument/2006/relationships/image" Target="../media/image123.png"/><Relationship Id="rId6" Type="http://schemas.openxmlformats.org/officeDocument/2006/relationships/image" Target="../media/image124.png"/><Relationship Id="rId7" Type="http://schemas.openxmlformats.org/officeDocument/2006/relationships/image" Target="../media/image125.png"/></Relationships>
</file>

<file path=ppt/charts/_rels/chart20.xml.rels><?xml version='1.0' encoding='UTF-8' standalone='yes'?>
<Relationships xmlns="http://schemas.openxmlformats.org/package/2006/relationships"><Relationship Id="rId2" Type="http://schemas.openxmlformats.org/officeDocument/2006/relationships/image" Target="../media/image132.png"/><Relationship Id="rId3" Type="http://schemas.openxmlformats.org/officeDocument/2006/relationships/image" Target="../media/image133.png"/><Relationship Id="rId4" Type="http://schemas.openxmlformats.org/officeDocument/2006/relationships/image" Target="../media/image134.png"/><Relationship Id="rId5" Type="http://schemas.openxmlformats.org/officeDocument/2006/relationships/image" Target="../media/image135.png"/><Relationship Id="rId6" Type="http://schemas.openxmlformats.org/officeDocument/2006/relationships/image" Target="../media/image136.png"/><Relationship Id="rId7" Type="http://schemas.openxmlformats.org/officeDocument/2006/relationships/image" Target="../media/image137.png"/><Relationship Id="rId8" Type="http://schemas.openxmlformats.org/officeDocument/2006/relationships/image" Target="../media/image138.png"/><Relationship Id="rId9" Type="http://schemas.openxmlformats.org/officeDocument/2006/relationships/image" Target="../media/image139.png"/><Relationship Id="rId10" Type="http://schemas.openxmlformats.org/officeDocument/2006/relationships/image" Target="../media/image140.png"/><Relationship Id="rId11" Type="http://schemas.openxmlformats.org/officeDocument/2006/relationships/image" Target="../media/image141.png"/><Relationship Id="rId12" Type="http://schemas.openxmlformats.org/officeDocument/2006/relationships/image" Target="../media/image142.png"/><Relationship Id="rId13" Type="http://schemas.openxmlformats.org/officeDocument/2006/relationships/image" Target="../media/image143.png"/></Relationships>
</file>

<file path=ppt/charts/_rels/chart24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.png"/><Relationship Id="rId3" Type="http://schemas.openxmlformats.org/officeDocument/2006/relationships/image" Target="../media/image145.png"/><Relationship Id="rId4" Type="http://schemas.openxmlformats.org/officeDocument/2006/relationships/image" Target="../media/image146.png"/><Relationship Id="rId5" Type="http://schemas.openxmlformats.org/officeDocument/2006/relationships/image" Target="../media/image147.png"/><Relationship Id="rId6" Type="http://schemas.openxmlformats.org/officeDocument/2006/relationships/image" Target="../media/image148.png"/><Relationship Id="rId7" Type="http://schemas.openxmlformats.org/officeDocument/2006/relationships/image" Target="../media/image149.png"/></Relationships>
</file>

<file path=ppt/charts/_rels/chart25.xml.rels><?xml version='1.0' encoding='UTF-8' standalone='yes'?>
<Relationships xmlns="http://schemas.openxmlformats.org/package/2006/relationships"><Relationship Id="rId2" Type="http://schemas.openxmlformats.org/officeDocument/2006/relationships/image" Target="../media/image171.png"/><Relationship Id="rId3" Type="http://schemas.openxmlformats.org/officeDocument/2006/relationships/image" Target="../media/image172.png"/><Relationship Id="rId4" Type="http://schemas.openxmlformats.org/officeDocument/2006/relationships/image" Target="../media/image173.png"/><Relationship Id="rId5" Type="http://schemas.openxmlformats.org/officeDocument/2006/relationships/image" Target="../media/image174.png"/><Relationship Id="rId6" Type="http://schemas.openxmlformats.org/officeDocument/2006/relationships/image" Target="../media/image175.png"/><Relationship Id="rId7" Type="http://schemas.openxmlformats.org/officeDocument/2006/relationships/image" Target="../media/image176.png"/><Relationship Id="rId8" Type="http://schemas.openxmlformats.org/officeDocument/2006/relationships/image" Target="../media/image177.png"/><Relationship Id="rId9" Type="http://schemas.openxmlformats.org/officeDocument/2006/relationships/image" Target="../media/image178.png"/><Relationship Id="rId10" Type="http://schemas.openxmlformats.org/officeDocument/2006/relationships/image" Target="../media/image179.png"/><Relationship Id="rId11" Type="http://schemas.openxmlformats.org/officeDocument/2006/relationships/image" Target="../media/image180.png"/><Relationship Id="rId12" Type="http://schemas.openxmlformats.org/officeDocument/2006/relationships/image" Target="../media/image181.png"/><Relationship Id="rId13" Type="http://schemas.openxmlformats.org/officeDocument/2006/relationships/image" Target="../media/image182.png"/><Relationship Id="rId14" Type="http://schemas.openxmlformats.org/officeDocument/2006/relationships/image" Target="../media/image183.png"/><Relationship Id="rId15" Type="http://schemas.openxmlformats.org/officeDocument/2006/relationships/image" Target="../media/image184.png"/><Relationship Id="rId16" Type="http://schemas.openxmlformats.org/officeDocument/2006/relationships/image" Target="../media/image185.png"/><Relationship Id="rId17" Type="http://schemas.openxmlformats.org/officeDocument/2006/relationships/image" Target="../media/image186.png"/><Relationship Id="rId18" Type="http://schemas.openxmlformats.org/officeDocument/2006/relationships/image" Target="../media/image187.png"/><Relationship Id="rId19" Type="http://schemas.openxmlformats.org/officeDocument/2006/relationships/image" Target="../media/image188.png"/><Relationship Id="rId20" Type="http://schemas.openxmlformats.org/officeDocument/2006/relationships/image" Target="../media/image189.png"/><Relationship Id="rId21" Type="http://schemas.openxmlformats.org/officeDocument/2006/relationships/image" Target="../media/image190.png"/><Relationship Id="rId22" Type="http://schemas.openxmlformats.org/officeDocument/2006/relationships/image" Target="../media/image191.png"/><Relationship Id="rId23" Type="http://schemas.openxmlformats.org/officeDocument/2006/relationships/image" Target="../media/image192.png"/><Relationship Id="rId24" Type="http://schemas.openxmlformats.org/officeDocument/2006/relationships/image" Target="../media/image193.png"/><Relationship Id="rId25" Type="http://schemas.openxmlformats.org/officeDocument/2006/relationships/image" Target="../media/image194.png"/><Relationship Id="rId26" Type="http://schemas.openxmlformats.org/officeDocument/2006/relationships/image" Target="../media/image195.png"/><Relationship Id="rId27" Type="http://schemas.openxmlformats.org/officeDocument/2006/relationships/image" Target="../media/image196.png"/><Relationship Id="rId28" Type="http://schemas.openxmlformats.org/officeDocument/2006/relationships/image" Target="../media/image197.png"/><Relationship Id="rId29" Type="http://schemas.openxmlformats.org/officeDocument/2006/relationships/image" Target="../media/image198.png"/><Relationship Id="rId30" Type="http://schemas.openxmlformats.org/officeDocument/2006/relationships/image" Target="../media/image199.png"/><Relationship Id="rId31" Type="http://schemas.openxmlformats.org/officeDocument/2006/relationships/image" Target="../media/image200.png"/><Relationship Id="rId32" Type="http://schemas.openxmlformats.org/officeDocument/2006/relationships/image" Target="../media/image201.png"/><Relationship Id="rId33" Type="http://schemas.openxmlformats.org/officeDocument/2006/relationships/image" Target="../media/image202.png"/><Relationship Id="rId34" Type="http://schemas.openxmlformats.org/officeDocument/2006/relationships/image" Target="../media/image203.png"/><Relationship Id="rId35" Type="http://schemas.openxmlformats.org/officeDocument/2006/relationships/image" Target="../media/image204.png"/><Relationship Id="rId36" Type="http://schemas.openxmlformats.org/officeDocument/2006/relationships/image" Target="../media/image205.png"/><Relationship Id="rId37" Type="http://schemas.openxmlformats.org/officeDocument/2006/relationships/image" Target="../media/image206.png"/><Relationship Id="rId38" Type="http://schemas.openxmlformats.org/officeDocument/2006/relationships/image" Target="../media/image207.png"/><Relationship Id="rId39" Type="http://schemas.openxmlformats.org/officeDocument/2006/relationships/image" Target="../media/image208.png"/><Relationship Id="rId40" Type="http://schemas.openxmlformats.org/officeDocument/2006/relationships/image" Target="../media/image209.png"/><Relationship Id="rId41" Type="http://schemas.openxmlformats.org/officeDocument/2006/relationships/image" Target="../media/image210.png"/><Relationship Id="rId42" Type="http://schemas.openxmlformats.org/officeDocument/2006/relationships/image" Target="../media/image211.png"/><Relationship Id="rId43" Type="http://schemas.openxmlformats.org/officeDocument/2006/relationships/image" Target="../media/image212.png"/><Relationship Id="rId44" Type="http://schemas.openxmlformats.org/officeDocument/2006/relationships/image" Target="../media/image213.png"/></Relationships>
</file>

<file path=ppt/charts/_rels/chart35.xml.rels><?xml version='1.0' encoding='UTF-8' standalone='yes'?>
<Relationships xmlns="http://schemas.openxmlformats.org/package/2006/relationships"><Relationship Id="rId2" Type="http://schemas.openxmlformats.org/officeDocument/2006/relationships/image" Target="../media/image214.png"/><Relationship Id="rId3" Type="http://schemas.openxmlformats.org/officeDocument/2006/relationships/image" Target="../media/image215.png"/><Relationship Id="rId4" Type="http://schemas.openxmlformats.org/officeDocument/2006/relationships/image" Target="../media/image216.png"/><Relationship Id="rId5" Type="http://schemas.openxmlformats.org/officeDocument/2006/relationships/image" Target="../media/image217.png"/><Relationship Id="rId6" Type="http://schemas.openxmlformats.org/officeDocument/2006/relationships/image" Target="../media/image218.png"/><Relationship Id="rId7" Type="http://schemas.openxmlformats.org/officeDocument/2006/relationships/image" Target="../media/image219.png"/><Relationship Id="rId8" Type="http://schemas.openxmlformats.org/officeDocument/2006/relationships/image" Target="../media/image220.png"/><Relationship Id="rId9" Type="http://schemas.openxmlformats.org/officeDocument/2006/relationships/image" Target="../media/image221.png"/><Relationship Id="rId10" Type="http://schemas.openxmlformats.org/officeDocument/2006/relationships/image" Target="../media/image222.png"/><Relationship Id="rId11" Type="http://schemas.openxmlformats.org/officeDocument/2006/relationships/image" Target="../media/image223.png"/><Relationship Id="rId12" Type="http://schemas.openxmlformats.org/officeDocument/2006/relationships/image" Target="../media/image224.png"/><Relationship Id="rId13" Type="http://schemas.openxmlformats.org/officeDocument/2006/relationships/image" Target="../media/image225.png"/><Relationship Id="rId14" Type="http://schemas.openxmlformats.org/officeDocument/2006/relationships/image" Target="../media/image226.png"/><Relationship Id="rId15" Type="http://schemas.openxmlformats.org/officeDocument/2006/relationships/image" Target="../media/image227.png"/><Relationship Id="rId16" Type="http://schemas.openxmlformats.org/officeDocument/2006/relationships/image" Target="../media/image228.png"/><Relationship Id="rId17" Type="http://schemas.openxmlformats.org/officeDocument/2006/relationships/image" Target="../media/image229.png"/><Relationship Id="rId18" Type="http://schemas.openxmlformats.org/officeDocument/2006/relationships/image" Target="../media/image230.png"/><Relationship Id="rId19" Type="http://schemas.openxmlformats.org/officeDocument/2006/relationships/image" Target="../media/image231.png"/><Relationship Id="rId20" Type="http://schemas.openxmlformats.org/officeDocument/2006/relationships/image" Target="../media/image232.png"/><Relationship Id="rId21" Type="http://schemas.openxmlformats.org/officeDocument/2006/relationships/image" Target="../media/image233.png"/><Relationship Id="rId22" Type="http://schemas.openxmlformats.org/officeDocument/2006/relationships/image" Target="../media/image234.png"/></Relationships>
</file>

<file path=ppt/charts/_rels/chart36.xml.rels><?xml version='1.0' encoding='UTF-8' standalone='yes'?>
<Relationships xmlns="http://schemas.openxmlformats.org/package/2006/relationships"><Relationship Id="rId2" Type="http://schemas.openxmlformats.org/officeDocument/2006/relationships/image" Target="../media/image245.png"/><Relationship Id="rId3" Type="http://schemas.openxmlformats.org/officeDocument/2006/relationships/image" Target="../media/image246.png"/><Relationship Id="rId4" Type="http://schemas.openxmlformats.org/officeDocument/2006/relationships/image" Target="../media/image247.png"/><Relationship Id="rId5" Type="http://schemas.openxmlformats.org/officeDocument/2006/relationships/image" Target="../media/image248.png"/><Relationship Id="rId6" Type="http://schemas.openxmlformats.org/officeDocument/2006/relationships/image" Target="../media/image249.png"/><Relationship Id="rId7" Type="http://schemas.openxmlformats.org/officeDocument/2006/relationships/image" Target="../media/image250.png"/><Relationship Id="rId8" Type="http://schemas.openxmlformats.org/officeDocument/2006/relationships/image" Target="../media/image251.png"/><Relationship Id="rId9" Type="http://schemas.openxmlformats.org/officeDocument/2006/relationships/image" Target="../media/image252.png"/><Relationship Id="rId10" Type="http://schemas.openxmlformats.org/officeDocument/2006/relationships/image" Target="../media/image253.png"/><Relationship Id="rId11" Type="http://schemas.openxmlformats.org/officeDocument/2006/relationships/image" Target="../media/image254.png"/><Relationship Id="rId12" Type="http://schemas.openxmlformats.org/officeDocument/2006/relationships/image" Target="../media/image255.png"/><Relationship Id="rId13" Type="http://schemas.openxmlformats.org/officeDocument/2006/relationships/image" Target="../media/image256.png"/><Relationship Id="rId14" Type="http://schemas.openxmlformats.org/officeDocument/2006/relationships/image" Target="../media/image257.png"/><Relationship Id="rId15" Type="http://schemas.openxmlformats.org/officeDocument/2006/relationships/image" Target="../media/image258.png"/><Relationship Id="rId16" Type="http://schemas.openxmlformats.org/officeDocument/2006/relationships/image" Target="../media/image259.png"/><Relationship Id="rId17" Type="http://schemas.openxmlformats.org/officeDocument/2006/relationships/image" Target="../media/image260.png"/><Relationship Id="rId18" Type="http://schemas.openxmlformats.org/officeDocument/2006/relationships/image" Target="../media/image261.png"/><Relationship Id="rId19" Type="http://schemas.openxmlformats.org/officeDocument/2006/relationships/image" Target="../media/image262.png"/><Relationship Id="rId20" Type="http://schemas.openxmlformats.org/officeDocument/2006/relationships/image" Target="../media/image263.png"/><Relationship Id="rId21" Type="http://schemas.openxmlformats.org/officeDocument/2006/relationships/image" Target="../media/image264.png"/><Relationship Id="rId22" Type="http://schemas.openxmlformats.org/officeDocument/2006/relationships/image" Target="../media/image265.png"/><Relationship Id="rId23" Type="http://schemas.openxmlformats.org/officeDocument/2006/relationships/image" Target="../media/image266.png"/></Relationships>
</file>

<file path=ppt/charts/_rels/chart42.xml.rels><?xml version='1.0' encoding='UTF-8' standalone='yes'?>
<Relationships xmlns="http://schemas.openxmlformats.org/package/2006/relationships"><Relationship Id="rId2" Type="http://schemas.openxmlformats.org/officeDocument/2006/relationships/image" Target="../media/image267.png"/><Relationship Id="rId3" Type="http://schemas.openxmlformats.org/officeDocument/2006/relationships/image" Target="../media/image268.png"/><Relationship Id="rId4" Type="http://schemas.openxmlformats.org/officeDocument/2006/relationships/image" Target="../media/image269.png"/><Relationship Id="rId5" Type="http://schemas.openxmlformats.org/officeDocument/2006/relationships/image" Target="../media/image270.png"/><Relationship Id="rId6" Type="http://schemas.openxmlformats.org/officeDocument/2006/relationships/image" Target="../media/image271.png"/><Relationship Id="rId7" Type="http://schemas.openxmlformats.org/officeDocument/2006/relationships/image" Target="../media/image272.png"/><Relationship Id="rId8" Type="http://schemas.openxmlformats.org/officeDocument/2006/relationships/image" Target="../media/image273.png"/><Relationship Id="rId9" Type="http://schemas.openxmlformats.org/officeDocument/2006/relationships/image" Target="../media/image274.png"/><Relationship Id="rId10" Type="http://schemas.openxmlformats.org/officeDocument/2006/relationships/image" Target="../media/image275.png"/><Relationship Id="rId11" Type="http://schemas.openxmlformats.org/officeDocument/2006/relationships/image" Target="../media/image276.png"/><Relationship Id="rId12" Type="http://schemas.openxmlformats.org/officeDocument/2006/relationships/image" Target="../media/image277.png"/><Relationship Id="rId13" Type="http://schemas.openxmlformats.org/officeDocument/2006/relationships/image" Target="../media/image278.png"/></Relationships>
</file>

<file path=ppt/charts/_rels/chart43.xml.rels><?xml version='1.0' encoding='UTF-8' standalone='yes'?>
<Relationships xmlns="http://schemas.openxmlformats.org/package/2006/relationships"><Relationship Id="rId2" Type="http://schemas.openxmlformats.org/officeDocument/2006/relationships/image" Target="../media/image298.png"/><Relationship Id="rId3" Type="http://schemas.openxmlformats.org/officeDocument/2006/relationships/image" Target="../media/image299.png"/><Relationship Id="rId4" Type="http://schemas.openxmlformats.org/officeDocument/2006/relationships/image" Target="../media/image300.png"/><Relationship Id="rId5" Type="http://schemas.openxmlformats.org/officeDocument/2006/relationships/image" Target="../media/image301.png"/><Relationship Id="rId6" Type="http://schemas.openxmlformats.org/officeDocument/2006/relationships/image" Target="../media/image302.png"/><Relationship Id="rId7" Type="http://schemas.openxmlformats.org/officeDocument/2006/relationships/image" Target="../media/image303.png"/><Relationship Id="rId8" Type="http://schemas.openxmlformats.org/officeDocument/2006/relationships/image" Target="../media/image304.png"/><Relationship Id="rId9" Type="http://schemas.openxmlformats.org/officeDocument/2006/relationships/image" Target="../media/image305.png"/><Relationship Id="rId10" Type="http://schemas.openxmlformats.org/officeDocument/2006/relationships/image" Target="../media/image306.png"/><Relationship Id="rId11" Type="http://schemas.openxmlformats.org/officeDocument/2006/relationships/image" Target="../media/image307.png"/><Relationship Id="rId12" Type="http://schemas.openxmlformats.org/officeDocument/2006/relationships/image" Target="../media/image308.png"/><Relationship Id="rId13" Type="http://schemas.openxmlformats.org/officeDocument/2006/relationships/image" Target="../media/image309.png"/><Relationship Id="rId14" Type="http://schemas.openxmlformats.org/officeDocument/2006/relationships/image" Target="../media/image310.png"/><Relationship Id="rId15" Type="http://schemas.openxmlformats.org/officeDocument/2006/relationships/image" Target="../media/image311.png"/><Relationship Id="rId16" Type="http://schemas.openxmlformats.org/officeDocument/2006/relationships/image" Target="../media/image312.png"/><Relationship Id="rId17" Type="http://schemas.openxmlformats.org/officeDocument/2006/relationships/image" Target="../media/image313.png"/><Relationship Id="rId18" Type="http://schemas.openxmlformats.org/officeDocument/2006/relationships/image" Target="../media/image314.png"/><Relationship Id="rId19" Type="http://schemas.openxmlformats.org/officeDocument/2006/relationships/image" Target="../media/image315.png"/><Relationship Id="rId20" Type="http://schemas.openxmlformats.org/officeDocument/2006/relationships/image" Target="../media/image316.png"/><Relationship Id="rId21" Type="http://schemas.openxmlformats.org/officeDocument/2006/relationships/image" Target="../media/image317.png"/><Relationship Id="rId22" Type="http://schemas.openxmlformats.org/officeDocument/2006/relationships/image" Target="../media/image318.png"/><Relationship Id="rId23" Type="http://schemas.openxmlformats.org/officeDocument/2006/relationships/image" Target="../media/image319.png"/><Relationship Id="rId24" Type="http://schemas.openxmlformats.org/officeDocument/2006/relationships/image" Target="../media/image320.png"/><Relationship Id="rId25" Type="http://schemas.openxmlformats.org/officeDocument/2006/relationships/image" Target="../media/image321.png"/><Relationship Id="rId26" Type="http://schemas.openxmlformats.org/officeDocument/2006/relationships/image" Target="../media/image322.png"/><Relationship Id="rId27" Type="http://schemas.openxmlformats.org/officeDocument/2006/relationships/image" Target="../media/image323.png"/><Relationship Id="rId28" Type="http://schemas.openxmlformats.org/officeDocument/2006/relationships/image" Target="../media/image324.png"/><Relationship Id="rId29" Type="http://schemas.openxmlformats.org/officeDocument/2006/relationships/image" Target="../media/image325.png"/><Relationship Id="rId30" Type="http://schemas.openxmlformats.org/officeDocument/2006/relationships/image" Target="../media/image326.png"/><Relationship Id="rId31" Type="http://schemas.openxmlformats.org/officeDocument/2006/relationships/image" Target="../media/image327.png"/><Relationship Id="rId32" Type="http://schemas.openxmlformats.org/officeDocument/2006/relationships/image" Target="../media/image328.png"/><Relationship Id="rId33" Type="http://schemas.openxmlformats.org/officeDocument/2006/relationships/image" Target="../media/image329.png"/><Relationship Id="rId34" Type="http://schemas.openxmlformats.org/officeDocument/2006/relationships/image" Target="../media/image330.png"/><Relationship Id="rId35" Type="http://schemas.openxmlformats.org/officeDocument/2006/relationships/image" Target="../media/image331.png"/><Relationship Id="rId36" Type="http://schemas.openxmlformats.org/officeDocument/2006/relationships/image" Target="../media/image332.png"/><Relationship Id="rId37" Type="http://schemas.openxmlformats.org/officeDocument/2006/relationships/image" Target="../media/image333.png"/><Relationship Id="rId38" Type="http://schemas.openxmlformats.org/officeDocument/2006/relationships/image" Target="../media/image334.png"/><Relationship Id="rId39" Type="http://schemas.openxmlformats.org/officeDocument/2006/relationships/image" Target="../media/image335.png"/><Relationship Id="rId40" Type="http://schemas.openxmlformats.org/officeDocument/2006/relationships/image" Target="../media/image336.png"/><Relationship Id="rId41" Type="http://schemas.openxmlformats.org/officeDocument/2006/relationships/image" Target="../media/image337.png"/></Relationships>
</file>

<file path=ppt/charts/_rels/chart52.xml.rels><?xml version='1.0' encoding='UTF-8' standalone='yes'?>
<Relationships xmlns="http://schemas.openxmlformats.org/package/2006/relationships"><Relationship Id="rId2" Type="http://schemas.openxmlformats.org/officeDocument/2006/relationships/image" Target="../media/image338.png"/><Relationship Id="rId3" Type="http://schemas.openxmlformats.org/officeDocument/2006/relationships/image" Target="../media/image339.png"/><Relationship Id="rId4" Type="http://schemas.openxmlformats.org/officeDocument/2006/relationships/image" Target="../media/image340.png"/><Relationship Id="rId5" Type="http://schemas.openxmlformats.org/officeDocument/2006/relationships/image" Target="../media/image341.png"/><Relationship Id="rId6" Type="http://schemas.openxmlformats.org/officeDocument/2006/relationships/image" Target="../media/image342.png"/><Relationship Id="rId7" Type="http://schemas.openxmlformats.org/officeDocument/2006/relationships/image" Target="../media/image343.png"/><Relationship Id="rId8" Type="http://schemas.openxmlformats.org/officeDocument/2006/relationships/image" Target="../media/image344.png"/><Relationship Id="rId9" Type="http://schemas.openxmlformats.org/officeDocument/2006/relationships/image" Target="../media/image345.png"/><Relationship Id="rId10" Type="http://schemas.openxmlformats.org/officeDocument/2006/relationships/image" Target="../media/image346.png"/><Relationship Id="rId11" Type="http://schemas.openxmlformats.org/officeDocument/2006/relationships/image" Target="../media/image347.png"/><Relationship Id="rId12" Type="http://schemas.openxmlformats.org/officeDocument/2006/relationships/image" Target="../media/image348.png"/><Relationship Id="rId13" Type="http://schemas.openxmlformats.org/officeDocument/2006/relationships/image" Target="../media/image349.png"/><Relationship Id="rId14" Type="http://schemas.openxmlformats.org/officeDocument/2006/relationships/image" Target="../media/image350.png"/><Relationship Id="rId15" Type="http://schemas.openxmlformats.org/officeDocument/2006/relationships/image" Target="../media/image351.png"/><Relationship Id="rId16" Type="http://schemas.openxmlformats.org/officeDocument/2006/relationships/image" Target="../media/image352.png"/><Relationship Id="rId17" Type="http://schemas.openxmlformats.org/officeDocument/2006/relationships/image" Target="../media/image353.png"/><Relationship Id="rId18" Type="http://schemas.openxmlformats.org/officeDocument/2006/relationships/image" Target="../media/image354.png"/><Relationship Id="rId19" Type="http://schemas.openxmlformats.org/officeDocument/2006/relationships/image" Target="../media/image355.png"/><Relationship Id="rId20" Type="http://schemas.openxmlformats.org/officeDocument/2006/relationships/image" Target="../media/image356.png"/><Relationship Id="rId21" Type="http://schemas.openxmlformats.org/officeDocument/2006/relationships/image" Target="../media/image357.png"/><Relationship Id="rId22" Type="http://schemas.openxmlformats.org/officeDocument/2006/relationships/image" Target="../media/image358.png"/></Relationships>
</file>

<file path=ppt/charts/_rels/chart53.xml.rels><?xml version='1.0' encoding='UTF-8' standalone='yes'?>
<Relationships xmlns="http://schemas.openxmlformats.org/package/2006/relationships"><Relationship Id="rId2" Type="http://schemas.openxmlformats.org/officeDocument/2006/relationships/image" Target="../media/image367.png"/><Relationship Id="rId3" Type="http://schemas.openxmlformats.org/officeDocument/2006/relationships/image" Target="../media/image368.png"/><Relationship Id="rId4" Type="http://schemas.openxmlformats.org/officeDocument/2006/relationships/image" Target="../media/image369.png"/><Relationship Id="rId5" Type="http://schemas.openxmlformats.org/officeDocument/2006/relationships/image" Target="../media/image370.png"/><Relationship Id="rId6" Type="http://schemas.openxmlformats.org/officeDocument/2006/relationships/image" Target="../media/image371.png"/><Relationship Id="rId7" Type="http://schemas.openxmlformats.org/officeDocument/2006/relationships/image" Target="../media/image372.png"/><Relationship Id="rId8" Type="http://schemas.openxmlformats.org/officeDocument/2006/relationships/image" Target="../media/image373.png"/><Relationship Id="rId9" Type="http://schemas.openxmlformats.org/officeDocument/2006/relationships/image" Target="../media/image374.png"/><Relationship Id="rId10" Type="http://schemas.openxmlformats.org/officeDocument/2006/relationships/image" Target="../media/image375.png"/><Relationship Id="rId11" Type="http://schemas.openxmlformats.org/officeDocument/2006/relationships/image" Target="../media/image376.png"/><Relationship Id="rId12" Type="http://schemas.openxmlformats.org/officeDocument/2006/relationships/image" Target="../media/image377.png"/><Relationship Id="rId13" Type="http://schemas.openxmlformats.org/officeDocument/2006/relationships/image" Target="../media/image378.png"/><Relationship Id="rId14" Type="http://schemas.openxmlformats.org/officeDocument/2006/relationships/image" Target="../media/image379.png"/><Relationship Id="rId15" Type="http://schemas.openxmlformats.org/officeDocument/2006/relationships/image" Target="../media/image380.png"/><Relationship Id="rId16" Type="http://schemas.openxmlformats.org/officeDocument/2006/relationships/image" Target="../media/image381.png"/></Relationships>
</file>

<file path=ppt/charts/_rels/chart58.xml.rels><?xml version='1.0' encoding='UTF-8' standalone='yes'?>
<Relationships xmlns="http://schemas.openxmlformats.org/package/2006/relationships"><Relationship Id="rId2" Type="http://schemas.openxmlformats.org/officeDocument/2006/relationships/image" Target="../media/image382.png"/><Relationship Id="rId3" Type="http://schemas.openxmlformats.org/officeDocument/2006/relationships/image" Target="../media/image383.png"/><Relationship Id="rId4" Type="http://schemas.openxmlformats.org/officeDocument/2006/relationships/image" Target="../media/image384.png"/><Relationship Id="rId5" Type="http://schemas.openxmlformats.org/officeDocument/2006/relationships/image" Target="../media/image385.png"/><Relationship Id="rId6" Type="http://schemas.openxmlformats.org/officeDocument/2006/relationships/image" Target="../media/image386.png"/><Relationship Id="rId7" Type="http://schemas.openxmlformats.org/officeDocument/2006/relationships/image" Target="../media/image387.png"/><Relationship Id="rId8" Type="http://schemas.openxmlformats.org/officeDocument/2006/relationships/image" Target="../media/image388.png"/><Relationship Id="rId9" Type="http://schemas.openxmlformats.org/officeDocument/2006/relationships/image" Target="../media/image389.png"/><Relationship Id="rId10" Type="http://schemas.openxmlformats.org/officeDocument/2006/relationships/image" Target="../media/image390.png"/></Relationships>
</file>

<file path=ppt/charts/_rels/chart59.xml.rels><?xml version='1.0' encoding='UTF-8' standalone='yes'?>
<Relationships xmlns="http://schemas.openxmlformats.org/package/2006/relationships"><Relationship Id="rId2" Type="http://schemas.openxmlformats.org/officeDocument/2006/relationships/image" Target="../media/image395.png"/><Relationship Id="rId3" Type="http://schemas.openxmlformats.org/officeDocument/2006/relationships/image" Target="../media/image396.png"/><Relationship Id="rId4" Type="http://schemas.openxmlformats.org/officeDocument/2006/relationships/image" Target="../media/image397.png"/><Relationship Id="rId5" Type="http://schemas.openxmlformats.org/officeDocument/2006/relationships/image" Target="../media/image398.png"/><Relationship Id="rId6" Type="http://schemas.openxmlformats.org/officeDocument/2006/relationships/image" Target="../media/image399.png"/><Relationship Id="rId7" Type="http://schemas.openxmlformats.org/officeDocument/2006/relationships/image" Target="../media/image400.png"/><Relationship Id="rId8" Type="http://schemas.openxmlformats.org/officeDocument/2006/relationships/image" Target="../media/image401.png"/><Relationship Id="rId9" Type="http://schemas.openxmlformats.org/officeDocument/2006/relationships/image" Target="../media/image402.png"/><Relationship Id="rId10" Type="http://schemas.openxmlformats.org/officeDocument/2006/relationships/image" Target="../media/image403.png"/><Relationship Id="rId11" Type="http://schemas.openxmlformats.org/officeDocument/2006/relationships/image" Target="../media/image404.png"/><Relationship Id="rId12" Type="http://schemas.openxmlformats.org/officeDocument/2006/relationships/image" Target="../media/image405.png"/><Relationship Id="rId13" Type="http://schemas.openxmlformats.org/officeDocument/2006/relationships/image" Target="../media/image406.png"/></Relationships>
</file>

<file path=ppt/charts/_rels/chart63.xml.rels><?xml version='1.0' encoding='UTF-8' standalone='yes'?>
<Relationships xmlns="http://schemas.openxmlformats.org/package/2006/relationships"><Relationship Id="rId2" Type="http://schemas.openxmlformats.org/officeDocument/2006/relationships/image" Target="../media/image407.png"/><Relationship Id="rId3" Type="http://schemas.openxmlformats.org/officeDocument/2006/relationships/image" Target="../media/image408.png"/><Relationship Id="rId4" Type="http://schemas.openxmlformats.org/officeDocument/2006/relationships/image" Target="../media/image409.png"/><Relationship Id="rId5" Type="http://schemas.openxmlformats.org/officeDocument/2006/relationships/image" Target="../media/image410.png"/><Relationship Id="rId6" Type="http://schemas.openxmlformats.org/officeDocument/2006/relationships/image" Target="../media/image411.png"/><Relationship Id="rId7" Type="http://schemas.openxmlformats.org/officeDocument/2006/relationships/image" Target="../media/image412.png"/></Relationships>
</file>

<file path=ppt/charts/_rels/chart64.xml.rels><?xml version='1.0' encoding='UTF-8' standalone='yes'?>
<Relationships xmlns="http://schemas.openxmlformats.org/package/2006/relationships"><Relationship Id="rId2" Type="http://schemas.openxmlformats.org/officeDocument/2006/relationships/image" Target="../media/image430.png"/><Relationship Id="rId3" Type="http://schemas.openxmlformats.org/officeDocument/2006/relationships/image" Target="../media/image431.png"/><Relationship Id="rId4" Type="http://schemas.openxmlformats.org/officeDocument/2006/relationships/image" Target="../media/image432.png"/><Relationship Id="rId5" Type="http://schemas.openxmlformats.org/officeDocument/2006/relationships/image" Target="../media/image433.png"/><Relationship Id="rId6" Type="http://schemas.openxmlformats.org/officeDocument/2006/relationships/image" Target="../media/image434.png"/><Relationship Id="rId7" Type="http://schemas.openxmlformats.org/officeDocument/2006/relationships/image" Target="../media/image435.png"/><Relationship Id="rId8" Type="http://schemas.openxmlformats.org/officeDocument/2006/relationships/image" Target="../media/image436.png"/><Relationship Id="rId9" Type="http://schemas.openxmlformats.org/officeDocument/2006/relationships/image" Target="../media/image437.png"/><Relationship Id="rId10" Type="http://schemas.openxmlformats.org/officeDocument/2006/relationships/image" Target="../media/image438.png"/><Relationship Id="rId11" Type="http://schemas.openxmlformats.org/officeDocument/2006/relationships/image" Target="../media/image439.png"/><Relationship Id="rId12" Type="http://schemas.openxmlformats.org/officeDocument/2006/relationships/image" Target="../media/image440.png"/><Relationship Id="rId13" Type="http://schemas.openxmlformats.org/officeDocument/2006/relationships/image" Target="../media/image441.png"/><Relationship Id="rId14" Type="http://schemas.openxmlformats.org/officeDocument/2006/relationships/image" Target="../media/image442.png"/><Relationship Id="rId15" Type="http://schemas.openxmlformats.org/officeDocument/2006/relationships/image" Target="../media/image443.png"/><Relationship Id="rId16" Type="http://schemas.openxmlformats.org/officeDocument/2006/relationships/image" Target="../media/image444.png"/><Relationship Id="rId17" Type="http://schemas.openxmlformats.org/officeDocument/2006/relationships/image" Target="../media/image445.png"/><Relationship Id="rId18" Type="http://schemas.openxmlformats.org/officeDocument/2006/relationships/image" Target="../media/image446.png"/><Relationship Id="rId19" Type="http://schemas.openxmlformats.org/officeDocument/2006/relationships/image" Target="../media/image447.png"/><Relationship Id="rId20" Type="http://schemas.openxmlformats.org/officeDocument/2006/relationships/image" Target="../media/image448.png"/><Relationship Id="rId21" Type="http://schemas.openxmlformats.org/officeDocument/2006/relationships/image" Target="../media/image449.png"/><Relationship Id="rId22" Type="http://schemas.openxmlformats.org/officeDocument/2006/relationships/image" Target="../media/image450.png"/><Relationship Id="rId23" Type="http://schemas.openxmlformats.org/officeDocument/2006/relationships/image" Target="../media/image451.png"/><Relationship Id="rId24" Type="http://schemas.openxmlformats.org/officeDocument/2006/relationships/image" Target="../media/image452.png"/><Relationship Id="rId25" Type="http://schemas.openxmlformats.org/officeDocument/2006/relationships/image" Target="../media/image453.png"/><Relationship Id="rId26" Type="http://schemas.openxmlformats.org/officeDocument/2006/relationships/image" Target="../media/image454.png"/><Relationship Id="rId27" Type="http://schemas.openxmlformats.org/officeDocument/2006/relationships/image" Target="../media/image455.png"/><Relationship Id="rId28" Type="http://schemas.openxmlformats.org/officeDocument/2006/relationships/image" Target="../media/image456.png"/><Relationship Id="rId29" Type="http://schemas.openxmlformats.org/officeDocument/2006/relationships/image" Target="../media/image457.png"/><Relationship Id="rId30" Type="http://schemas.openxmlformats.org/officeDocument/2006/relationships/image" Target="../media/image458.png"/><Relationship Id="rId31" Type="http://schemas.openxmlformats.org/officeDocument/2006/relationships/image" Target="../media/image459.png"/><Relationship Id="rId32" Type="http://schemas.openxmlformats.org/officeDocument/2006/relationships/image" Target="../media/image460.png"/><Relationship Id="rId33" Type="http://schemas.openxmlformats.org/officeDocument/2006/relationships/image" Target="../media/image461.png"/><Relationship Id="rId34" Type="http://schemas.openxmlformats.org/officeDocument/2006/relationships/image" Target="../media/image462.png"/><Relationship Id="rId35" Type="http://schemas.openxmlformats.org/officeDocument/2006/relationships/image" Target="../media/image463.png"/><Relationship Id="rId36" Type="http://schemas.openxmlformats.org/officeDocument/2006/relationships/image" Target="../media/image464.png"/></Relationships>
</file>

<file path=ppt/charts/_rels/chart72.xml.rels><?xml version='1.0' encoding='UTF-8' standalone='yes'?>
<Relationships xmlns="http://schemas.openxmlformats.org/package/2006/relationships"><Relationship Id="rId2" Type="http://schemas.openxmlformats.org/officeDocument/2006/relationships/image" Target="../media/image465.png"/><Relationship Id="rId3" Type="http://schemas.openxmlformats.org/officeDocument/2006/relationships/image" Target="../media/image466.png"/><Relationship Id="rId4" Type="http://schemas.openxmlformats.org/officeDocument/2006/relationships/image" Target="../media/image467.png"/><Relationship Id="rId5" Type="http://schemas.openxmlformats.org/officeDocument/2006/relationships/image" Target="../media/image468.png"/><Relationship Id="rId6" Type="http://schemas.openxmlformats.org/officeDocument/2006/relationships/image" Target="../media/image469.png"/><Relationship Id="rId7" Type="http://schemas.openxmlformats.org/officeDocument/2006/relationships/image" Target="../media/image470.png"/><Relationship Id="rId8" Type="http://schemas.openxmlformats.org/officeDocument/2006/relationships/image" Target="../media/image471.png"/><Relationship Id="rId9" Type="http://schemas.openxmlformats.org/officeDocument/2006/relationships/image" Target="../media/image472.png"/><Relationship Id="rId10" Type="http://schemas.openxmlformats.org/officeDocument/2006/relationships/image" Target="../media/image473.png"/><Relationship Id="rId11" Type="http://schemas.openxmlformats.org/officeDocument/2006/relationships/image" Target="../media/image474.png"/><Relationship Id="rId12" Type="http://schemas.openxmlformats.org/officeDocument/2006/relationships/image" Target="../media/image475.png"/><Relationship Id="rId13" Type="http://schemas.openxmlformats.org/officeDocument/2006/relationships/image" Target="../media/image476.png"/><Relationship Id="rId14" Type="http://schemas.openxmlformats.org/officeDocument/2006/relationships/image" Target="../media/image477.png"/><Relationship Id="rId15" Type="http://schemas.openxmlformats.org/officeDocument/2006/relationships/image" Target="../media/image478.png"/><Relationship Id="rId16" Type="http://schemas.openxmlformats.org/officeDocument/2006/relationships/image" Target="../media/image479.png"/><Relationship Id="rId17" Type="http://schemas.openxmlformats.org/officeDocument/2006/relationships/image" Target="../media/image480.png"/></Relationships>
</file>

<file path=ppt/charts/_rels/chart73.xml.rels><?xml version='1.0' encoding='UTF-8' standalone='yes'?>
<Relationships xmlns="http://schemas.openxmlformats.org/package/2006/relationships"><Relationship Id="rId2" Type="http://schemas.openxmlformats.org/officeDocument/2006/relationships/image" Target="../media/image490.png"/><Relationship Id="rId3" Type="http://schemas.openxmlformats.org/officeDocument/2006/relationships/image" Target="../media/image491.png"/><Relationship Id="rId4" Type="http://schemas.openxmlformats.org/officeDocument/2006/relationships/image" Target="../media/image492.png"/><Relationship Id="rId5" Type="http://schemas.openxmlformats.org/officeDocument/2006/relationships/image" Target="../media/image493.png"/><Relationship Id="rId6" Type="http://schemas.openxmlformats.org/officeDocument/2006/relationships/image" Target="../media/image494.png"/><Relationship Id="rId7" Type="http://schemas.openxmlformats.org/officeDocument/2006/relationships/image" Target="../media/image495.png"/><Relationship Id="rId8" Type="http://schemas.openxmlformats.org/officeDocument/2006/relationships/image" Target="../media/image496.png"/><Relationship Id="rId9" Type="http://schemas.openxmlformats.org/officeDocument/2006/relationships/image" Target="../media/image497.png"/><Relationship Id="rId10" Type="http://schemas.openxmlformats.org/officeDocument/2006/relationships/image" Target="../media/image498.png"/><Relationship Id="rId11" Type="http://schemas.openxmlformats.org/officeDocument/2006/relationships/image" Target="../media/image499.png"/><Relationship Id="rId12" Type="http://schemas.openxmlformats.org/officeDocument/2006/relationships/image" Target="../media/image500.png"/><Relationship Id="rId13" Type="http://schemas.openxmlformats.org/officeDocument/2006/relationships/image" Target="../media/image501.png"/><Relationship Id="rId14" Type="http://schemas.openxmlformats.org/officeDocument/2006/relationships/image" Target="../media/image502.png"/><Relationship Id="rId15" Type="http://schemas.openxmlformats.org/officeDocument/2006/relationships/image" Target="../media/image503.png"/><Relationship Id="rId16" Type="http://schemas.openxmlformats.org/officeDocument/2006/relationships/image" Target="../media/image504.png"/><Relationship Id="rId17" Type="http://schemas.openxmlformats.org/officeDocument/2006/relationships/image" Target="../media/image505.png"/><Relationship Id="rId18" Type="http://schemas.openxmlformats.org/officeDocument/2006/relationships/image" Target="../media/image506.png"/><Relationship Id="rId19" Type="http://schemas.openxmlformats.org/officeDocument/2006/relationships/image" Target="../media/image507.png"/><Relationship Id="rId20" Type="http://schemas.openxmlformats.org/officeDocument/2006/relationships/image" Target="../media/image508.png"/><Relationship Id="rId21" Type="http://schemas.openxmlformats.org/officeDocument/2006/relationships/image" Target="../media/image509.png"/><Relationship Id="rId22" Type="http://schemas.openxmlformats.org/officeDocument/2006/relationships/image" Target="../media/image510.png"/><Relationship Id="rId23" Type="http://schemas.openxmlformats.org/officeDocument/2006/relationships/image" Target="../media/image511.png"/></Relationships>
</file>

<file path=ppt/charts/_rels/chart79.xml.rels><?xml version='1.0' encoding='UTF-8' standalone='yes'?>
<Relationships xmlns="http://schemas.openxmlformats.org/package/2006/relationships"><Relationship Id="rId2" Type="http://schemas.openxmlformats.org/officeDocument/2006/relationships/image" Target="../media/image512.png"/><Relationship Id="rId3" Type="http://schemas.openxmlformats.org/officeDocument/2006/relationships/image" Target="../media/image513.png"/><Relationship Id="rId4" Type="http://schemas.openxmlformats.org/officeDocument/2006/relationships/image" Target="../media/image514.png"/><Relationship Id="rId5" Type="http://schemas.openxmlformats.org/officeDocument/2006/relationships/image" Target="../media/image515.png"/><Relationship Id="rId6" Type="http://schemas.openxmlformats.org/officeDocument/2006/relationships/image" Target="../media/image516.png"/><Relationship Id="rId7" Type="http://schemas.openxmlformats.org/officeDocument/2006/relationships/image" Target="../media/image517.png"/><Relationship Id="rId8" Type="http://schemas.openxmlformats.org/officeDocument/2006/relationships/image" Target="../media/image518.png"/><Relationship Id="rId9" Type="http://schemas.openxmlformats.org/officeDocument/2006/relationships/image" Target="../media/image519.png"/><Relationship Id="rId10" Type="http://schemas.openxmlformats.org/officeDocument/2006/relationships/image" Target="../media/image520.png"/><Relationship Id="rId11" Type="http://schemas.openxmlformats.org/officeDocument/2006/relationships/image" Target="../media/image521.png"/></Relationships>
</file>

<file path=ppt/charts/_rels/chart80.xml.rels><?xml version='1.0' encoding='UTF-8' standalone='yes'?>
<Relationships xmlns="http://schemas.openxmlformats.org/package/2006/relationships"><Relationship Id="rId2" Type="http://schemas.openxmlformats.org/officeDocument/2006/relationships/image" Target="../media/image530.png"/><Relationship Id="rId3" Type="http://schemas.openxmlformats.org/officeDocument/2006/relationships/image" Target="../media/image531.png"/><Relationship Id="rId4" Type="http://schemas.openxmlformats.org/officeDocument/2006/relationships/image" Target="../media/image532.png"/><Relationship Id="rId5" Type="http://schemas.openxmlformats.org/officeDocument/2006/relationships/image" Target="../media/image533.png"/><Relationship Id="rId6" Type="http://schemas.openxmlformats.org/officeDocument/2006/relationships/image" Target="../media/image534.png"/><Relationship Id="rId7" Type="http://schemas.openxmlformats.org/officeDocument/2006/relationships/image" Target="../media/image535.png"/><Relationship Id="rId8" Type="http://schemas.openxmlformats.org/officeDocument/2006/relationships/image" Target="../media/image536.png"/><Relationship Id="rId9" Type="http://schemas.openxmlformats.org/officeDocument/2006/relationships/image" Target="../media/image537.png"/><Relationship Id="rId10" Type="http://schemas.openxmlformats.org/officeDocument/2006/relationships/image" Target="../media/image538.png"/><Relationship Id="rId11" Type="http://schemas.openxmlformats.org/officeDocument/2006/relationships/image" Target="../media/image539.png"/><Relationship Id="rId12" Type="http://schemas.openxmlformats.org/officeDocument/2006/relationships/image" Target="../media/image540.png"/><Relationship Id="rId13" Type="http://schemas.openxmlformats.org/officeDocument/2006/relationships/image" Target="../media/image541.png"/><Relationship Id="rId14" Type="http://schemas.openxmlformats.org/officeDocument/2006/relationships/image" Target="../media/image542.png"/><Relationship Id="rId15" Type="http://schemas.openxmlformats.org/officeDocument/2006/relationships/image" Target="../media/image543.png"/><Relationship Id="rId16" Type="http://schemas.openxmlformats.org/officeDocument/2006/relationships/image" Target="../media/image544.png"/><Relationship Id="rId17" Type="http://schemas.openxmlformats.org/officeDocument/2006/relationships/image" Target="../media/image545.png"/><Relationship Id="rId18" Type="http://schemas.openxmlformats.org/officeDocument/2006/relationships/image" Target="../media/image546.png"/><Relationship Id="rId19" Type="http://schemas.openxmlformats.org/officeDocument/2006/relationships/image" Target="../media/image547.png"/></Relationships>
</file>

<file path=ppt/charts/_rels/chart85.xml.rels><?xml version='1.0' encoding='UTF-8' standalone='yes'?>
<Relationships xmlns="http://schemas.openxmlformats.org/package/2006/relationships"><Relationship Id="rId2" Type="http://schemas.openxmlformats.org/officeDocument/2006/relationships/image" Target="../media/image548.png"/><Relationship Id="rId3" Type="http://schemas.openxmlformats.org/officeDocument/2006/relationships/image" Target="../media/image549.png"/><Relationship Id="rId4" Type="http://schemas.openxmlformats.org/officeDocument/2006/relationships/image" Target="../media/image550.png"/><Relationship Id="rId5" Type="http://schemas.openxmlformats.org/officeDocument/2006/relationships/image" Target="../media/image551.png"/><Relationship Id="rId6" Type="http://schemas.openxmlformats.org/officeDocument/2006/relationships/image" Target="../media/image552.png"/><Relationship Id="rId7" Type="http://schemas.openxmlformats.org/officeDocument/2006/relationships/image" Target="../media/image553.png"/><Relationship Id="rId8" Type="http://schemas.openxmlformats.org/officeDocument/2006/relationships/image" Target="../media/image554.png"/><Relationship Id="rId9" Type="http://schemas.openxmlformats.org/officeDocument/2006/relationships/image" Target="../media/image555.png"/><Relationship Id="rId10" Type="http://schemas.openxmlformats.org/officeDocument/2006/relationships/image" Target="../media/image556.png"/></Relationships>
</file>

<file path=ppt/charts/_rels/chart86.xml.rels><?xml version='1.0' encoding='UTF-8' standalone='yes'?>
<Relationships xmlns="http://schemas.openxmlformats.org/package/2006/relationships"><Relationship Id="rId2" Type="http://schemas.openxmlformats.org/officeDocument/2006/relationships/image" Target="../media/image567.png"/><Relationship Id="rId3" Type="http://schemas.openxmlformats.org/officeDocument/2006/relationships/image" Target="../media/image568.png"/><Relationship Id="rId4" Type="http://schemas.openxmlformats.org/officeDocument/2006/relationships/image" Target="../media/image569.png"/><Relationship Id="rId5" Type="http://schemas.openxmlformats.org/officeDocument/2006/relationships/image" Target="../media/image570.png"/><Relationship Id="rId6" Type="http://schemas.openxmlformats.org/officeDocument/2006/relationships/image" Target="../media/image571.png"/><Relationship Id="rId7" Type="http://schemas.openxmlformats.org/officeDocument/2006/relationships/image" Target="../media/image572.png"/><Relationship Id="rId8" Type="http://schemas.openxmlformats.org/officeDocument/2006/relationships/image" Target="../media/image573.png"/><Relationship Id="rId9" Type="http://schemas.openxmlformats.org/officeDocument/2006/relationships/image" Target="../media/image574.png"/><Relationship Id="rId10" Type="http://schemas.openxmlformats.org/officeDocument/2006/relationships/image" Target="../media/image575.png"/><Relationship Id="rId11" Type="http://schemas.openxmlformats.org/officeDocument/2006/relationships/image" Target="../media/image576.png"/><Relationship Id="rId12" Type="http://schemas.openxmlformats.org/officeDocument/2006/relationships/image" Target="../media/image577.png"/><Relationship Id="rId13" Type="http://schemas.openxmlformats.org/officeDocument/2006/relationships/image" Target="../media/image578.png"/><Relationship Id="rId14" Type="http://schemas.openxmlformats.org/officeDocument/2006/relationships/image" Target="../media/image579.png"/><Relationship Id="rId15" Type="http://schemas.openxmlformats.org/officeDocument/2006/relationships/image" Target="../media/image580.png"/><Relationship Id="rId16" Type="http://schemas.openxmlformats.org/officeDocument/2006/relationships/image" Target="../media/image581.png"/><Relationship Id="rId17" Type="http://schemas.openxmlformats.org/officeDocument/2006/relationships/image" Target="../media/image582.png"/><Relationship Id="rId18" Type="http://schemas.openxmlformats.org/officeDocument/2006/relationships/image" Target="../media/image583.png"/><Relationship Id="rId19" Type="http://schemas.openxmlformats.org/officeDocument/2006/relationships/image" Target="../media/image584.png"/><Relationship Id="rId20" Type="http://schemas.openxmlformats.org/officeDocument/2006/relationships/image" Target="../media/image585.png"/></Relationships>
</file>

<file path=ppt/charts/_rels/chart92.xml.rels><?xml version='1.0' encoding='UTF-8' standalone='yes'?>
<Relationships xmlns="http://schemas.openxmlformats.org/package/2006/relationships"><Relationship Id="rId2" Type="http://schemas.openxmlformats.org/officeDocument/2006/relationships/image" Target="../media/image586.png"/><Relationship Id="rId3" Type="http://schemas.openxmlformats.org/officeDocument/2006/relationships/image" Target="../media/image587.png"/><Relationship Id="rId4" Type="http://schemas.openxmlformats.org/officeDocument/2006/relationships/image" Target="../media/image588.png"/><Relationship Id="rId5" Type="http://schemas.openxmlformats.org/officeDocument/2006/relationships/image" Target="../media/image589.png"/><Relationship Id="rId6" Type="http://schemas.openxmlformats.org/officeDocument/2006/relationships/image" Target="../media/image590.png"/><Relationship Id="rId7" Type="http://schemas.openxmlformats.org/officeDocument/2006/relationships/image" Target="../media/image591.png"/><Relationship Id="rId8" Type="http://schemas.openxmlformats.org/officeDocument/2006/relationships/image" Target="../media/image592.png"/><Relationship Id="rId9" Type="http://schemas.openxmlformats.org/officeDocument/2006/relationships/image" Target="../media/image593.png"/><Relationship Id="rId10" Type="http://schemas.openxmlformats.org/officeDocument/2006/relationships/image" Target="../media/image594.png"/><Relationship Id="rId11" Type="http://schemas.openxmlformats.org/officeDocument/2006/relationships/image" Target="../media/image595.png"/><Relationship Id="rId12" Type="http://schemas.openxmlformats.org/officeDocument/2006/relationships/image" Target="../media/image596.png"/></Relationships>
</file>

<file path=ppt/charts/_rels/chart93.xml.rels><?xml version='1.0' encoding='UTF-8' standalone='yes'?>
<Relationships xmlns="http://schemas.openxmlformats.org/package/2006/relationships"><Relationship Id="rId2" Type="http://schemas.openxmlformats.org/officeDocument/2006/relationships/image" Target="../media/image607.png"/><Relationship Id="rId3" Type="http://schemas.openxmlformats.org/officeDocument/2006/relationships/image" Target="../media/image608.png"/><Relationship Id="rId4" Type="http://schemas.openxmlformats.org/officeDocument/2006/relationships/image" Target="../media/image609.png"/><Relationship Id="rId5" Type="http://schemas.openxmlformats.org/officeDocument/2006/relationships/image" Target="../media/image610.png"/><Relationship Id="rId6" Type="http://schemas.openxmlformats.org/officeDocument/2006/relationships/image" Target="../media/image611.png"/><Relationship Id="rId7" Type="http://schemas.openxmlformats.org/officeDocument/2006/relationships/image" Target="../media/image612.png"/><Relationship Id="rId8" Type="http://schemas.openxmlformats.org/officeDocument/2006/relationships/image" Target="../media/image613.png"/><Relationship Id="rId9" Type="http://schemas.openxmlformats.org/officeDocument/2006/relationships/image" Target="../media/image614.png"/><Relationship Id="rId10" Type="http://schemas.openxmlformats.org/officeDocument/2006/relationships/image" Target="../media/image615.png"/><Relationship Id="rId11" Type="http://schemas.openxmlformats.org/officeDocument/2006/relationships/image" Target="../media/image616.png"/><Relationship Id="rId12" Type="http://schemas.openxmlformats.org/officeDocument/2006/relationships/image" Target="../media/image617.png"/><Relationship Id="rId13" Type="http://schemas.openxmlformats.org/officeDocument/2006/relationships/image" Target="../media/image618.png"/><Relationship Id="rId14" Type="http://schemas.openxmlformats.org/officeDocument/2006/relationships/image" Target="../media/image619.png"/><Relationship Id="rId15" Type="http://schemas.openxmlformats.org/officeDocument/2006/relationships/image" Target="../media/image620.png"/><Relationship Id="rId16" Type="http://schemas.openxmlformats.org/officeDocument/2006/relationships/image" Target="../media/image621.png"/><Relationship Id="rId17" Type="http://schemas.openxmlformats.org/officeDocument/2006/relationships/image" Target="../media/image622.png"/><Relationship Id="rId18" Type="http://schemas.openxmlformats.org/officeDocument/2006/relationships/image" Target="../media/image623.png"/><Relationship Id="rId19" Type="http://schemas.openxmlformats.org/officeDocument/2006/relationships/image" Target="../media/image624.png"/><Relationship Id="rId20" Type="http://schemas.openxmlformats.org/officeDocument/2006/relationships/image" Target="../media/image625.png"/><Relationship Id="rId21" Type="http://schemas.openxmlformats.org/officeDocument/2006/relationships/image" Target="../media/image626.png"/><Relationship Id="rId22" Type="http://schemas.openxmlformats.org/officeDocument/2006/relationships/image" Target="../media/image627.png"/><Relationship Id="rId23" Type="http://schemas.openxmlformats.org/officeDocument/2006/relationships/image" Target="../media/image628.png"/><Relationship Id="rId24" Type="http://schemas.openxmlformats.org/officeDocument/2006/relationships/image" Target="../media/image629.png"/></Relationships>
</file>

<file path=ppt/charts/_rels/chart99.xml.rels><?xml version='1.0' encoding='UTF-8' standalone='yes'?>
<Relationships xmlns="http://schemas.openxmlformats.org/package/2006/relationships"><Relationship Id="rId2" Type="http://schemas.openxmlformats.org/officeDocument/2006/relationships/image" Target="../media/image630.png"/><Relationship Id="rId3" Type="http://schemas.openxmlformats.org/officeDocument/2006/relationships/image" Target="../media/image631.png"/><Relationship Id="rId4" Type="http://schemas.openxmlformats.org/officeDocument/2006/relationships/image" Target="../media/image632.png"/><Relationship Id="rId5" Type="http://schemas.openxmlformats.org/officeDocument/2006/relationships/image" Target="../media/image633.png"/><Relationship Id="rId6" Type="http://schemas.openxmlformats.org/officeDocument/2006/relationships/image" Target="../media/image634.png"/><Relationship Id="rId7" Type="http://schemas.openxmlformats.org/officeDocument/2006/relationships/image" Target="../media/image635.png"/><Relationship Id="rId8" Type="http://schemas.openxmlformats.org/officeDocument/2006/relationships/image" Target="../media/image636.png"/><Relationship Id="rId9" Type="http://schemas.openxmlformats.org/officeDocument/2006/relationships/image" Target="../media/image637.png"/><Relationship Id="rId10" Type="http://schemas.openxmlformats.org/officeDocument/2006/relationships/image" Target="../media/image638.png"/><Relationship Id="rId11" Type="http://schemas.openxmlformats.org/officeDocument/2006/relationships/image" Target="../media/image639.png"/><Relationship Id="rId12" Type="http://schemas.openxmlformats.org/officeDocument/2006/relationships/image" Target="../media/image640.png"/><Relationship Id="rId13" Type="http://schemas.openxmlformats.org/officeDocument/2006/relationships/image" Target="../media/image641.png"/></Relationships>
</file>

<file path=ppt/charts/_rels/chart100.xml.rels><?xml version='1.0' encoding='UTF-8' standalone='yes'?>
<Relationships xmlns="http://schemas.openxmlformats.org/package/2006/relationships"><Relationship Id="rId2" Type="http://schemas.openxmlformats.org/officeDocument/2006/relationships/image" Target="../media/image649.png"/><Relationship Id="rId3" Type="http://schemas.openxmlformats.org/officeDocument/2006/relationships/image" Target="../media/image650.png"/><Relationship Id="rId4" Type="http://schemas.openxmlformats.org/officeDocument/2006/relationships/image" Target="../media/image651.png"/><Relationship Id="rId5" Type="http://schemas.openxmlformats.org/officeDocument/2006/relationships/image" Target="../media/image652.png"/><Relationship Id="rId6" Type="http://schemas.openxmlformats.org/officeDocument/2006/relationships/image" Target="../media/image653.png"/><Relationship Id="rId7" Type="http://schemas.openxmlformats.org/officeDocument/2006/relationships/image" Target="../media/image654.png"/><Relationship Id="rId8" Type="http://schemas.openxmlformats.org/officeDocument/2006/relationships/image" Target="../media/image655.png"/><Relationship Id="rId9" Type="http://schemas.openxmlformats.org/officeDocument/2006/relationships/image" Target="../media/image656.png"/><Relationship Id="rId10" Type="http://schemas.openxmlformats.org/officeDocument/2006/relationships/image" Target="../media/image657.png"/><Relationship Id="rId11" Type="http://schemas.openxmlformats.org/officeDocument/2006/relationships/image" Target="../media/image658.png"/><Relationship Id="rId12" Type="http://schemas.openxmlformats.org/officeDocument/2006/relationships/image" Target="../media/image659.png"/><Relationship Id="rId13" Type="http://schemas.openxmlformats.org/officeDocument/2006/relationships/image" Target="../media/image660.png"/><Relationship Id="rId14" Type="http://schemas.openxmlformats.org/officeDocument/2006/relationships/image" Target="../media/image661.png"/><Relationship Id="rId15" Type="http://schemas.openxmlformats.org/officeDocument/2006/relationships/image" Target="../media/image662.png"/><Relationship Id="rId16" Type="http://schemas.openxmlformats.org/officeDocument/2006/relationships/image" Target="../media/image663.png"/><Relationship Id="rId17" Type="http://schemas.openxmlformats.org/officeDocument/2006/relationships/image" Target="../media/image664.png"/><Relationship Id="rId18" Type="http://schemas.openxmlformats.org/officeDocument/2006/relationships/image" Target="../media/image665.png"/><Relationship Id="rId19" Type="http://schemas.openxmlformats.org/officeDocument/2006/relationships/image" Target="../media/image666.png"/></Relationships>
</file>

<file path=ppt/charts/_rels/chart105.xml.rels><?xml version='1.0' encoding='UTF-8' standalone='yes'?>
<Relationships xmlns="http://schemas.openxmlformats.org/package/2006/relationships"><Relationship Id="rId2" Type="http://schemas.openxmlformats.org/officeDocument/2006/relationships/image" Target="../media/image667.png"/><Relationship Id="rId3" Type="http://schemas.openxmlformats.org/officeDocument/2006/relationships/image" Target="../media/image668.png"/><Relationship Id="rId4" Type="http://schemas.openxmlformats.org/officeDocument/2006/relationships/image" Target="../media/image669.png"/><Relationship Id="rId5" Type="http://schemas.openxmlformats.org/officeDocument/2006/relationships/image" Target="../media/image670.png"/><Relationship Id="rId6" Type="http://schemas.openxmlformats.org/officeDocument/2006/relationships/image" Target="../media/image671.png"/><Relationship Id="rId7" Type="http://schemas.openxmlformats.org/officeDocument/2006/relationships/image" Target="../media/image672.png"/><Relationship Id="rId8" Type="http://schemas.openxmlformats.org/officeDocument/2006/relationships/image" Target="../media/image673.png"/><Relationship Id="rId9" Type="http://schemas.openxmlformats.org/officeDocument/2006/relationships/image" Target="../media/image674.png"/><Relationship Id="rId10" Type="http://schemas.openxmlformats.org/officeDocument/2006/relationships/image" Target="../media/image675.png"/></Relationships>
</file>

<file path=ppt/charts/_rels/chart106.xml.rels><?xml version='1.0' encoding='UTF-8' standalone='yes'?>
<Relationships xmlns="http://schemas.openxmlformats.org/package/2006/relationships"><Relationship Id="rId2" Type="http://schemas.openxmlformats.org/officeDocument/2006/relationships/image" Target="../media/image680.png"/><Relationship Id="rId3" Type="http://schemas.openxmlformats.org/officeDocument/2006/relationships/image" Target="../media/image681.png"/><Relationship Id="rId4" Type="http://schemas.openxmlformats.org/officeDocument/2006/relationships/image" Target="../media/image682.png"/><Relationship Id="rId5" Type="http://schemas.openxmlformats.org/officeDocument/2006/relationships/image" Target="../media/image683.png"/><Relationship Id="rId6" Type="http://schemas.openxmlformats.org/officeDocument/2006/relationships/image" Target="../media/image684.png"/><Relationship Id="rId7" Type="http://schemas.openxmlformats.org/officeDocument/2006/relationships/image" Target="../media/image685.png"/><Relationship Id="rId8" Type="http://schemas.openxmlformats.org/officeDocument/2006/relationships/image" Target="../media/image686.png"/><Relationship Id="rId9" Type="http://schemas.openxmlformats.org/officeDocument/2006/relationships/image" Target="../media/image687.png"/><Relationship Id="rId10" Type="http://schemas.openxmlformats.org/officeDocument/2006/relationships/image" Target="../media/image688.png"/><Relationship Id="rId11" Type="http://schemas.openxmlformats.org/officeDocument/2006/relationships/image" Target="../media/image689.png"/><Relationship Id="rId12" Type="http://schemas.openxmlformats.org/officeDocument/2006/relationships/image" Target="../media/image690.png"/><Relationship Id="rId13" Type="http://schemas.openxmlformats.org/officeDocument/2006/relationships/image" Target="../media/image691.png"/></Relationships>
</file>

<file path=ppt/charts/_rels/chart110.xml.rels><?xml version='1.0' encoding='UTF-8' standalone='yes'?>
<Relationships xmlns="http://schemas.openxmlformats.org/package/2006/relationships"><Relationship Id="rId2" Type="http://schemas.openxmlformats.org/officeDocument/2006/relationships/image" Target="../media/image692.png"/><Relationship Id="rId3" Type="http://schemas.openxmlformats.org/officeDocument/2006/relationships/image" Target="../media/image693.png"/><Relationship Id="rId4" Type="http://schemas.openxmlformats.org/officeDocument/2006/relationships/image" Target="../media/image694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697.png"/></Relationships>
</file>

<file path=ppt/charts/_rels/chart111.xml.rels><?xml version='1.0' encoding='UTF-8' standalone='yes'?>
<Relationships xmlns="http://schemas.openxmlformats.org/package/2006/relationships"><Relationship Id="rId2" Type="http://schemas.openxmlformats.org/officeDocument/2006/relationships/image" Target="../media/image710.png"/><Relationship Id="rId3" Type="http://schemas.openxmlformats.org/officeDocument/2006/relationships/image" Target="../media/image711.png"/><Relationship Id="rId4" Type="http://schemas.openxmlformats.org/officeDocument/2006/relationships/image" Target="../media/image712.png"/><Relationship Id="rId5" Type="http://schemas.openxmlformats.org/officeDocument/2006/relationships/image" Target="../media/image713.png"/><Relationship Id="rId6" Type="http://schemas.openxmlformats.org/officeDocument/2006/relationships/image" Target="../media/image714.png"/><Relationship Id="rId7" Type="http://schemas.openxmlformats.org/officeDocument/2006/relationships/image" Target="../media/image715.png"/><Relationship Id="rId8" Type="http://schemas.openxmlformats.org/officeDocument/2006/relationships/image" Target="../media/image716.png"/><Relationship Id="rId9" Type="http://schemas.openxmlformats.org/officeDocument/2006/relationships/image" Target="../media/image717.png"/><Relationship Id="rId10" Type="http://schemas.openxmlformats.org/officeDocument/2006/relationships/image" Target="../media/image718.png"/><Relationship Id="rId11" Type="http://schemas.openxmlformats.org/officeDocument/2006/relationships/image" Target="../media/image719.png"/><Relationship Id="rId12" Type="http://schemas.openxmlformats.org/officeDocument/2006/relationships/image" Target="../media/image720.png"/><Relationship Id="rId13" Type="http://schemas.openxmlformats.org/officeDocument/2006/relationships/image" Target="../media/image721.png"/><Relationship Id="rId14" Type="http://schemas.openxmlformats.org/officeDocument/2006/relationships/image" Target="../media/image722.png"/><Relationship Id="rId15" Type="http://schemas.openxmlformats.org/officeDocument/2006/relationships/image" Target="../media/image723.png"/><Relationship Id="rId16" Type="http://schemas.openxmlformats.org/officeDocument/2006/relationships/image" Target="../media/image724.png"/><Relationship Id="rId17" Type="http://schemas.openxmlformats.org/officeDocument/2006/relationships/image" Target="../media/image725.png"/><Relationship Id="rId18" Type="http://schemas.openxmlformats.org/officeDocument/2006/relationships/image" Target="../media/image726.png"/><Relationship Id="rId19" Type="http://schemas.openxmlformats.org/officeDocument/2006/relationships/image" Target="../media/image727.png"/><Relationship Id="rId20" Type="http://schemas.openxmlformats.org/officeDocument/2006/relationships/image" Target="../media/image728.png"/><Relationship Id="rId21" Type="http://schemas.openxmlformats.org/officeDocument/2006/relationships/image" Target="../media/image729.png"/><Relationship Id="rId22" Type="http://schemas.openxmlformats.org/officeDocument/2006/relationships/image" Target="../media/image730.png"/><Relationship Id="rId23" Type="http://schemas.openxmlformats.org/officeDocument/2006/relationships/image" Target="../media/image731.png"/><Relationship Id="rId24" Type="http://schemas.openxmlformats.org/officeDocument/2006/relationships/image" Target="../media/image732.png"/></Relationships>
</file>

<file path=ppt/charts/_rels/chart117.xml.rels><?xml version='1.0' encoding='UTF-8' standalone='yes'?>
<Relationships xmlns="http://schemas.openxmlformats.org/package/2006/relationships"><Relationship Id="rId2" Type="http://schemas.openxmlformats.org/officeDocument/2006/relationships/image" Target="../media/image733.png"/><Relationship Id="rId3" Type="http://schemas.openxmlformats.org/officeDocument/2006/relationships/image" Target="../media/image734.png"/><Relationship Id="rId4" Type="http://schemas.openxmlformats.org/officeDocument/2006/relationships/image" Target="../media/image735.png"/><Relationship Id="rId5" Type="http://schemas.openxmlformats.org/officeDocument/2006/relationships/image" Target="../media/image736.png"/><Relationship Id="rId6" Type="http://schemas.openxmlformats.org/officeDocument/2006/relationships/image" Target="../media/image737.png"/><Relationship Id="rId7" Type="http://schemas.openxmlformats.org/officeDocument/2006/relationships/image" Target="../media/image738.png"/><Relationship Id="rId8" Type="http://schemas.openxmlformats.org/officeDocument/2006/relationships/image" Target="../media/image739.png"/><Relationship Id="rId9" Type="http://schemas.openxmlformats.org/officeDocument/2006/relationships/image" Target="../media/image740.png"/><Relationship Id="rId10" Type="http://schemas.openxmlformats.org/officeDocument/2006/relationships/image" Target="../media/image741.png"/><Relationship Id="rId11" Type="http://schemas.openxmlformats.org/officeDocument/2006/relationships/image" Target="../media/image742.png"/><Relationship Id="rId12" Type="http://schemas.openxmlformats.org/officeDocument/2006/relationships/image" Target="../media/image743.png"/><Relationship Id="rId13" Type="http://schemas.openxmlformats.org/officeDocument/2006/relationships/image" Target="../media/image744.png"/></Relationships>
</file>

<file path=ppt/charts/_rels/chart118.xml.rels><?xml version='1.0' encoding='UTF-8' standalone='yes'?>
<Relationships xmlns="http://schemas.openxmlformats.org/package/2006/relationships"><Relationship Id="rId2" Type="http://schemas.openxmlformats.org/officeDocument/2006/relationships/image" Target="../media/image751.png"/><Relationship Id="rId3" Type="http://schemas.openxmlformats.org/officeDocument/2006/relationships/image" Target="../media/image752.png"/><Relationship Id="rId4" Type="http://schemas.openxmlformats.org/officeDocument/2006/relationships/image" Target="../media/image753.png"/><Relationship Id="rId5" Type="http://schemas.openxmlformats.org/officeDocument/2006/relationships/image" Target="../media/image754.png"/><Relationship Id="rId6" Type="http://schemas.openxmlformats.org/officeDocument/2006/relationships/image" Target="../media/image755.png"/><Relationship Id="rId7" Type="http://schemas.openxmlformats.org/officeDocument/2006/relationships/image" Target="../media/image756.png"/><Relationship Id="rId8" Type="http://schemas.openxmlformats.org/officeDocument/2006/relationships/image" Target="../media/image757.png"/><Relationship Id="rId9" Type="http://schemas.openxmlformats.org/officeDocument/2006/relationships/image" Target="../media/image758.png"/><Relationship Id="rId10" Type="http://schemas.openxmlformats.org/officeDocument/2006/relationships/image" Target="../media/image759.png"/><Relationship Id="rId11" Type="http://schemas.openxmlformats.org/officeDocument/2006/relationships/image" Target="../media/image760.png"/><Relationship Id="rId12" Type="http://schemas.openxmlformats.org/officeDocument/2006/relationships/image" Target="../media/image761.png"/><Relationship Id="rId13" Type="http://schemas.openxmlformats.org/officeDocument/2006/relationships/image" Target="../media/image762.png"/><Relationship Id="rId14" Type="http://schemas.openxmlformats.org/officeDocument/2006/relationships/image" Target="../media/image763.png"/><Relationship Id="rId15" Type="http://schemas.openxmlformats.org/officeDocument/2006/relationships/image" Target="../media/image764.png"/><Relationship Id="rId16" Type="http://schemas.openxmlformats.org/officeDocument/2006/relationships/image" Target="../media/image765.png"/><Relationship Id="rId17" Type="http://schemas.openxmlformats.org/officeDocument/2006/relationships/image" Target="../media/image766.png"/><Relationship Id="rId18" Type="http://schemas.openxmlformats.org/officeDocument/2006/relationships/image" Target="../media/image767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768.png"/><Relationship Id="rId3" Type="http://schemas.openxmlformats.org/officeDocument/2006/relationships/image" Target="../media/image769.png"/><Relationship Id="rId4" Type="http://schemas.openxmlformats.org/officeDocument/2006/relationships/image" Target="../media/image770.png"/><Relationship Id="rId5" Type="http://schemas.openxmlformats.org/officeDocument/2006/relationships/image" Target="../media/image771.png"/><Relationship Id="rId6" Type="http://schemas.openxmlformats.org/officeDocument/2006/relationships/image" Target="../media/image772.png"/><Relationship Id="rId7" Type="http://schemas.openxmlformats.org/officeDocument/2006/relationships/image" Target="../media/image773.png"/><Relationship Id="rId8" Type="http://schemas.openxmlformats.org/officeDocument/2006/relationships/image" Target="../media/image774.png"/><Relationship Id="rId9" Type="http://schemas.openxmlformats.org/officeDocument/2006/relationships/image" Target="../media/image775.png"/><Relationship Id="rId10" Type="http://schemas.openxmlformats.org/officeDocument/2006/relationships/image" Target="../media/image776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784.png"/><Relationship Id="rId3" Type="http://schemas.openxmlformats.org/officeDocument/2006/relationships/image" Target="../media/image785.png"/><Relationship Id="rId4" Type="http://schemas.openxmlformats.org/officeDocument/2006/relationships/image" Target="../media/image786.png"/><Relationship Id="rId5" Type="http://schemas.openxmlformats.org/officeDocument/2006/relationships/image" Target="../media/image787.png"/><Relationship Id="rId6" Type="http://schemas.openxmlformats.org/officeDocument/2006/relationships/image" Target="../media/image788.png"/><Relationship Id="rId7" Type="http://schemas.openxmlformats.org/officeDocument/2006/relationships/image" Target="../media/image789.png"/><Relationship Id="rId8" Type="http://schemas.openxmlformats.org/officeDocument/2006/relationships/image" Target="../media/image790.png"/><Relationship Id="rId9" Type="http://schemas.openxmlformats.org/officeDocument/2006/relationships/image" Target="../media/image791.png"/><Relationship Id="rId10" Type="http://schemas.openxmlformats.org/officeDocument/2006/relationships/image" Target="../media/image792.png"/><Relationship Id="rId11" Type="http://schemas.openxmlformats.org/officeDocument/2006/relationships/image" Target="../media/image793.png"/><Relationship Id="rId12" Type="http://schemas.openxmlformats.org/officeDocument/2006/relationships/image" Target="../media/image794.png"/><Relationship Id="rId13" Type="http://schemas.openxmlformats.org/officeDocument/2006/relationships/image" Target="../media/image795.png"/><Relationship Id="rId14" Type="http://schemas.openxmlformats.org/officeDocument/2006/relationships/image" Target="../media/image796.png"/><Relationship Id="rId15" Type="http://schemas.openxmlformats.org/officeDocument/2006/relationships/image" Target="../media/image797.png"/><Relationship Id="rId16" Type="http://schemas.openxmlformats.org/officeDocument/2006/relationships/image" Target="../media/image798.png"/><Relationship Id="rId17" Type="http://schemas.openxmlformats.org/officeDocument/2006/relationships/image" Target="../media/image799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800.png"/><Relationship Id="rId3" Type="http://schemas.openxmlformats.org/officeDocument/2006/relationships/image" Target="../media/image801.png"/><Relationship Id="rId4" Type="http://schemas.openxmlformats.org/officeDocument/2006/relationships/image" Target="../media/image802.png"/><Relationship Id="rId5" Type="http://schemas.openxmlformats.org/officeDocument/2006/relationships/image" Target="../media/image803.png"/><Relationship Id="rId6" Type="http://schemas.openxmlformats.org/officeDocument/2006/relationships/image" Target="../media/image804.png"/><Relationship Id="rId7" Type="http://schemas.openxmlformats.org/officeDocument/2006/relationships/image" Target="../media/image805.png"/><Relationship Id="rId8" Type="http://schemas.openxmlformats.org/officeDocument/2006/relationships/image" Target="../media/image806.png"/><Relationship Id="rId9" Type="http://schemas.openxmlformats.org/officeDocument/2006/relationships/image" Target="../media/image807.png"/></Relationships>
</file>

<file path=ppt/charts/_rels/chart134.xml.rels><?xml version='1.0' encoding='UTF-8' standalone='yes'?>
<Relationships xmlns="http://schemas.openxmlformats.org/package/2006/relationships"><Relationship Id="rId2" Type="http://schemas.openxmlformats.org/officeDocument/2006/relationships/image" Target="../media/image808.png"/></Relationships>
</file>

<file path=ppt/charts/_rels/chart136.xml.rels><?xml version='1.0' encoding='UTF-8' standalone='yes'?>
<Relationships xmlns="http://schemas.openxmlformats.org/package/2006/relationships"><Relationship Id="rId2" Type="http://schemas.openxmlformats.org/officeDocument/2006/relationships/image" Target="../media/image809.png"/></Relationships>
</file>

<file path=ppt/charts/_rels/chart138.xml.rels><?xml version='1.0' encoding='UTF-8' standalone='yes'?>
<Relationships xmlns="http://schemas.openxmlformats.org/package/2006/relationships"><Relationship Id="rId2" Type="http://schemas.openxmlformats.org/officeDocument/2006/relationships/image" Target="../media/image810.png"/><Relationship Id="rId3" Type="http://schemas.openxmlformats.org/officeDocument/2006/relationships/image" Target="../media/image811.png"/><Relationship Id="rId4" Type="http://schemas.openxmlformats.org/officeDocument/2006/relationships/image" Target="../media/image812.png"/><Relationship Id="rId5" Type="http://schemas.openxmlformats.org/officeDocument/2006/relationships/image" Target="../media/image813.png"/><Relationship Id="rId6" Type="http://schemas.openxmlformats.org/officeDocument/2006/relationships/image" Target="../media/image814.png"/><Relationship Id="rId7" Type="http://schemas.openxmlformats.org/officeDocument/2006/relationships/image" Target="../media/image815.png"/><Relationship Id="rId8" Type="http://schemas.openxmlformats.org/officeDocument/2006/relationships/image" Target="../media/image816.png"/><Relationship Id="rId9" Type="http://schemas.openxmlformats.org/officeDocument/2006/relationships/image" Target="../media/image817.png"/><Relationship Id="rId10" Type="http://schemas.openxmlformats.org/officeDocument/2006/relationships/image" Target="../media/image818.png"/><Relationship Id="rId11" Type="http://schemas.openxmlformats.org/officeDocument/2006/relationships/image" Target="../media/image819.png"/></Relationships>
</file>

<file path=ppt/charts/_rels/chart139.xml.rels><?xml version='1.0' encoding='UTF-8' standalone='yes'?>
<Relationships xmlns="http://schemas.openxmlformats.org/package/2006/relationships"><Relationship Id="rId2" Type="http://schemas.openxmlformats.org/officeDocument/2006/relationships/image" Target="../media/image820.png"/><Relationship Id="rId3" Type="http://schemas.openxmlformats.org/officeDocument/2006/relationships/image" Target="../media/image821.png"/><Relationship Id="rId4" Type="http://schemas.openxmlformats.org/officeDocument/2006/relationships/image" Target="../media/image822.png"/><Relationship Id="rId5" Type="http://schemas.openxmlformats.org/officeDocument/2006/relationships/image" Target="../media/image823.png"/><Relationship Id="rId6" Type="http://schemas.openxmlformats.org/officeDocument/2006/relationships/image" Target="../media/image824.png"/><Relationship Id="rId7" Type="http://schemas.openxmlformats.org/officeDocument/2006/relationships/image" Target="../media/image825.png"/><Relationship Id="rId8" Type="http://schemas.openxmlformats.org/officeDocument/2006/relationships/image" Target="../media/image826.png"/><Relationship Id="rId9" Type="http://schemas.openxmlformats.org/officeDocument/2006/relationships/image" Target="../media/image827.png"/><Relationship Id="rId10" Type="http://schemas.openxmlformats.org/officeDocument/2006/relationships/image" Target="../media/image828.png"/><Relationship Id="rId11" Type="http://schemas.openxmlformats.org/officeDocument/2006/relationships/image" Target="../media/image829.png"/><Relationship Id="rId12" Type="http://schemas.openxmlformats.org/officeDocument/2006/relationships/image" Target="../media/image830.png"/><Relationship Id="rId13" Type="http://schemas.openxmlformats.org/officeDocument/2006/relationships/image" Target="../media/image831.png"/><Relationship Id="rId14" Type="http://schemas.openxmlformats.org/officeDocument/2006/relationships/image" Target="../media/image832.png"/><Relationship Id="rId15" Type="http://schemas.openxmlformats.org/officeDocument/2006/relationships/image" Target="../media/image833.png"/><Relationship Id="rId16" Type="http://schemas.openxmlformats.org/officeDocument/2006/relationships/image" Target="../media/image834.png"/><Relationship Id="rId17" Type="http://schemas.openxmlformats.org/officeDocument/2006/relationships/image" Target="../media/image835.png"/><Relationship Id="rId18" Type="http://schemas.openxmlformats.org/officeDocument/2006/relationships/image" Target="../media/image836.png"/><Relationship Id="rId19" Type="http://schemas.openxmlformats.org/officeDocument/2006/relationships/image" Target="../media/image837.png"/><Relationship Id="rId20" Type="http://schemas.openxmlformats.org/officeDocument/2006/relationships/image" Target="../media/image838.png"/><Relationship Id="rId21" Type="http://schemas.openxmlformats.org/officeDocument/2006/relationships/image" Target="../media/image839.png"/><Relationship Id="rId22" Type="http://schemas.openxmlformats.org/officeDocument/2006/relationships/image" Target="../media/image840.png"/><Relationship Id="rId23" Type="http://schemas.openxmlformats.org/officeDocument/2006/relationships/image" Target="../media/image841.png"/></Relationships>
</file>

<file path=ppt/charts/_rels/chart140.xml.rels><?xml version='1.0' encoding='UTF-8' standalone='yes'?>
<Relationships xmlns="http://schemas.openxmlformats.org/package/2006/relationships"><Relationship Id="rId2" Type="http://schemas.openxmlformats.org/officeDocument/2006/relationships/image" Target="../media/image842.png"/><Relationship Id="rId3" Type="http://schemas.openxmlformats.org/officeDocument/2006/relationships/image" Target="../media/image843.png"/></Relationships>
</file>

<file path=ppt/charts/_rels/chart141.xml.rels><?xml version='1.0' encoding='UTF-8' standalone='yes'?>
<Relationships xmlns="http://schemas.openxmlformats.org/package/2006/relationships"><Relationship Id="rId2" Type="http://schemas.openxmlformats.org/officeDocument/2006/relationships/image" Target="../media/image844.png"/><Relationship Id="rId3" Type="http://schemas.openxmlformats.org/officeDocument/2006/relationships/image" Target="../media/image845.png"/></Relationships>
</file>

<file path=ppt/charts/_rels/chart142.xml.rels><?xml version='1.0' encoding='UTF-8' standalone='yes'?>
<Relationships xmlns="http://schemas.openxmlformats.org/package/2006/relationships"><Relationship Id="rId2" Type="http://schemas.openxmlformats.org/officeDocument/2006/relationships/image" Target="../media/image846.png"/><Relationship Id="rId3" Type="http://schemas.openxmlformats.org/officeDocument/2006/relationships/image" Target="../media/image847.png"/></Relationships>
</file>

<file path=ppt/charts/_rels/chart144.xml.rels><?xml version='1.0' encoding='UTF-8' standalone='yes'?>
<Relationships xmlns="http://schemas.openxmlformats.org/package/2006/relationships"><Relationship Id="rId2" Type="http://schemas.openxmlformats.org/officeDocument/2006/relationships/image" Target="../media/image848.png"/><Relationship Id="rId3" Type="http://schemas.openxmlformats.org/officeDocument/2006/relationships/image" Target="../media/image849.png"/><Relationship Id="rId4" Type="http://schemas.openxmlformats.org/officeDocument/2006/relationships/image" Target="../media/image850.png"/><Relationship Id="rId5" Type="http://schemas.openxmlformats.org/officeDocument/2006/relationships/image" Target="../media/image851.png"/></Relationships>
</file>

<file path=ppt/charts/_rels/chart145.xml.rels><?xml version='1.0' encoding='UTF-8' standalone='yes'?>
<Relationships xmlns="http://schemas.openxmlformats.org/package/2006/relationships"><Relationship Id="rId2" Type="http://schemas.openxmlformats.org/officeDocument/2006/relationships/image" Target="../media/image852.png"/><Relationship Id="rId3" Type="http://schemas.openxmlformats.org/officeDocument/2006/relationships/image" Target="../media/image853.png"/><Relationship Id="rId4" Type="http://schemas.openxmlformats.org/officeDocument/2006/relationships/image" Target="../media/image854.png"/><Relationship Id="rId5" Type="http://schemas.openxmlformats.org/officeDocument/2006/relationships/image" Target="../media/image855.png"/></Relationships>
</file>

<file path=ppt/charts/_rels/chart146.xml.rels><?xml version='1.0' encoding='UTF-8' standalone='yes'?>
<Relationships xmlns="http://schemas.openxmlformats.org/package/2006/relationships"><Relationship Id="rId2" Type="http://schemas.openxmlformats.org/officeDocument/2006/relationships/image" Target="../media/image856.png"/><Relationship Id="rId3" Type="http://schemas.openxmlformats.org/officeDocument/2006/relationships/image" Target="../media/image857.png"/><Relationship Id="rId4" Type="http://schemas.openxmlformats.org/officeDocument/2006/relationships/image" Target="../media/image858.png"/><Relationship Id="rId5" Type="http://schemas.openxmlformats.org/officeDocument/2006/relationships/image" Target="../media/image859.png"/><Relationship Id="rId6" Type="http://schemas.openxmlformats.org/officeDocument/2006/relationships/image" Target="../media/image860.png"/><Relationship Id="rId7" Type="http://schemas.openxmlformats.org/officeDocument/2006/relationships/image" Target="../media/image861.png"/><Relationship Id="rId8" Type="http://schemas.openxmlformats.org/officeDocument/2006/relationships/image" Target="../media/image862.png"/><Relationship Id="rId9" Type="http://schemas.openxmlformats.org/officeDocument/2006/relationships/image" Target="../media/image863.png"/><Relationship Id="rId10" Type="http://schemas.openxmlformats.org/officeDocument/2006/relationships/image" Target="../media/image864.png"/><Relationship Id="rId11" Type="http://schemas.openxmlformats.org/officeDocument/2006/relationships/image" Target="../media/image865.png"/><Relationship Id="rId12" Type="http://schemas.openxmlformats.org/officeDocument/2006/relationships/image" Target="../media/image866.png"/><Relationship Id="rId13" Type="http://schemas.openxmlformats.org/officeDocument/2006/relationships/image" Target="../media/image867.png"/><Relationship Id="rId14" Type="http://schemas.openxmlformats.org/officeDocument/2006/relationships/image" Target="../media/image868.png"/><Relationship Id="rId15" Type="http://schemas.openxmlformats.org/officeDocument/2006/relationships/image" Target="../media/image869.png"/><Relationship Id="rId16" Type="http://schemas.openxmlformats.org/officeDocument/2006/relationships/image" Target="../media/image870.png"/><Relationship Id="rId17" Type="http://schemas.openxmlformats.org/officeDocument/2006/relationships/image" Target="../media/image871.png"/><Relationship Id="rId18" Type="http://schemas.openxmlformats.org/officeDocument/2006/relationships/image" Target="../media/image872.png"/><Relationship Id="rId19" Type="http://schemas.openxmlformats.org/officeDocument/2006/relationships/image" Target="../media/image873.png"/><Relationship Id="rId20" Type="http://schemas.openxmlformats.org/officeDocument/2006/relationships/image" Target="../media/image874.png"/><Relationship Id="rId21" Type="http://schemas.openxmlformats.org/officeDocument/2006/relationships/image" Target="../media/image875.png"/><Relationship Id="rId22" Type="http://schemas.openxmlformats.org/officeDocument/2006/relationships/image" Target="../media/image876.png"/><Relationship Id="rId23" Type="http://schemas.openxmlformats.org/officeDocument/2006/relationships/image" Target="../media/image877.png"/><Relationship Id="rId24" Type="http://schemas.openxmlformats.org/officeDocument/2006/relationships/image" Target="../media/image878.png"/><Relationship Id="rId25" Type="http://schemas.openxmlformats.org/officeDocument/2006/relationships/image" Target="../media/image879.png"/><Relationship Id="rId26" Type="http://schemas.openxmlformats.org/officeDocument/2006/relationships/image" Target="../media/image880.png"/><Relationship Id="rId27" Type="http://schemas.openxmlformats.org/officeDocument/2006/relationships/image" Target="../media/image881.png"/><Relationship Id="rId28" Type="http://schemas.openxmlformats.org/officeDocument/2006/relationships/image" Target="../media/image882.png"/><Relationship Id="rId29" Type="http://schemas.openxmlformats.org/officeDocument/2006/relationships/image" Target="../media/image883.png"/><Relationship Id="rId30" Type="http://schemas.openxmlformats.org/officeDocument/2006/relationships/image" Target="../media/image884.png"/><Relationship Id="rId31" Type="http://schemas.openxmlformats.org/officeDocument/2006/relationships/image" Target="../media/image885.png"/><Relationship Id="rId32" Type="http://schemas.openxmlformats.org/officeDocument/2006/relationships/image" Target="../media/image886.png"/><Relationship Id="rId33" Type="http://schemas.openxmlformats.org/officeDocument/2006/relationships/image" Target="../media/image887.png"/></Relationships>
</file>

<file path=ppt/charts/_rels/chart147.xml.rels><?xml version='1.0' encoding='UTF-8' standalone='yes'?>
<Relationships xmlns="http://schemas.openxmlformats.org/package/2006/relationships"><Relationship Id="rId2" Type="http://schemas.openxmlformats.org/officeDocument/2006/relationships/image" Target="../media/image888.png"/><Relationship Id="rId3" Type="http://schemas.openxmlformats.org/officeDocument/2006/relationships/image" Target="../media/image889.png"/><Relationship Id="rId4" Type="http://schemas.openxmlformats.org/officeDocument/2006/relationships/image" Target="../media/image890.png"/><Relationship Id="rId5" Type="http://schemas.openxmlformats.org/officeDocument/2006/relationships/image" Target="../media/image891.png"/><Relationship Id="rId6" Type="http://schemas.openxmlformats.org/officeDocument/2006/relationships/image" Target="../media/image892.png"/><Relationship Id="rId7" Type="http://schemas.openxmlformats.org/officeDocument/2006/relationships/image" Target="../media/image893.png"/><Relationship Id="rId8" Type="http://schemas.openxmlformats.org/officeDocument/2006/relationships/image" Target="../media/image894.png"/><Relationship Id="rId9" Type="http://schemas.openxmlformats.org/officeDocument/2006/relationships/image" Target="../media/image895.png"/><Relationship Id="rId10" Type="http://schemas.openxmlformats.org/officeDocument/2006/relationships/image" Target="../media/image896.png"/><Relationship Id="rId11" Type="http://schemas.openxmlformats.org/officeDocument/2006/relationships/image" Target="../media/image897.png"/><Relationship Id="rId12" Type="http://schemas.openxmlformats.org/officeDocument/2006/relationships/image" Target="../media/image898.png"/><Relationship Id="rId13" Type="http://schemas.openxmlformats.org/officeDocument/2006/relationships/image" Target="../media/image899.png"/><Relationship Id="rId14" Type="http://schemas.openxmlformats.org/officeDocument/2006/relationships/image" Target="../media/image900.png"/><Relationship Id="rId15" Type="http://schemas.openxmlformats.org/officeDocument/2006/relationships/image" Target="../media/image901.png"/><Relationship Id="rId16" Type="http://schemas.openxmlformats.org/officeDocument/2006/relationships/image" Target="../media/image902.png"/><Relationship Id="rId17" Type="http://schemas.openxmlformats.org/officeDocument/2006/relationships/image" Target="../media/image903.png"/><Relationship Id="rId18" Type="http://schemas.openxmlformats.org/officeDocument/2006/relationships/image" Target="../media/image904.png"/><Relationship Id="rId19" Type="http://schemas.openxmlformats.org/officeDocument/2006/relationships/image" Target="../media/image905.png"/><Relationship Id="rId20" Type="http://schemas.openxmlformats.org/officeDocument/2006/relationships/image" Target="../media/image906.png"/><Relationship Id="rId21" Type="http://schemas.openxmlformats.org/officeDocument/2006/relationships/image" Target="../media/image907.png"/><Relationship Id="rId22" Type="http://schemas.openxmlformats.org/officeDocument/2006/relationships/image" Target="../media/image908.png"/><Relationship Id="rId23" Type="http://schemas.openxmlformats.org/officeDocument/2006/relationships/image" Target="../media/image909.png"/><Relationship Id="rId24" Type="http://schemas.openxmlformats.org/officeDocument/2006/relationships/image" Target="../media/image910.png"/><Relationship Id="rId25" Type="http://schemas.openxmlformats.org/officeDocument/2006/relationships/image" Target="../media/image911.png"/><Relationship Id="rId26" Type="http://schemas.openxmlformats.org/officeDocument/2006/relationships/image" Target="../media/image912.png"/><Relationship Id="rId27" Type="http://schemas.openxmlformats.org/officeDocument/2006/relationships/image" Target="../media/image913.png"/><Relationship Id="rId28" Type="http://schemas.openxmlformats.org/officeDocument/2006/relationships/image" Target="../media/image914.png"/><Relationship Id="rId29" Type="http://schemas.openxmlformats.org/officeDocument/2006/relationships/image" Target="../media/image915.png"/><Relationship Id="rId30" Type="http://schemas.openxmlformats.org/officeDocument/2006/relationships/image" Target="../media/image916.png"/><Relationship Id="rId31" Type="http://schemas.openxmlformats.org/officeDocument/2006/relationships/image" Target="../media/image917.png"/><Relationship Id="rId32" Type="http://schemas.openxmlformats.org/officeDocument/2006/relationships/image" Target="../media/image918.png"/><Relationship Id="rId33" Type="http://schemas.openxmlformats.org/officeDocument/2006/relationships/image" Target="../media/image919.png"/></Relationships>
</file>

<file path=ppt/charts/_rels/chart148.xml.rels><?xml version='1.0' encoding='UTF-8' standalone='yes'?>
<Relationships xmlns="http://schemas.openxmlformats.org/package/2006/relationships"><Relationship Id="rId2" Type="http://schemas.openxmlformats.org/officeDocument/2006/relationships/image" Target="../media/image925.png"/><Relationship Id="rId3" Type="http://schemas.openxmlformats.org/officeDocument/2006/relationships/image" Target="../media/image926.png"/><Relationship Id="rId4" Type="http://schemas.openxmlformats.org/officeDocument/2006/relationships/image" Target="../media/image927.png"/><Relationship Id="rId5" Type="http://schemas.openxmlformats.org/officeDocument/2006/relationships/image" Target="../media/image928.png"/></Relationships>
</file>

<file path=ppt/charts/_rels/chart152.xml.rels><?xml version='1.0' encoding='UTF-8' standalone='yes'?>
<Relationships xmlns="http://schemas.openxmlformats.org/package/2006/relationships"><Relationship Id="rId2" Type="http://schemas.openxmlformats.org/officeDocument/2006/relationships/image" Target="../media/image929.png"/><Relationship Id="rId3" Type="http://schemas.openxmlformats.org/officeDocument/2006/relationships/image" Target="../media/image930.png"/><Relationship Id="rId4" Type="http://schemas.openxmlformats.org/officeDocument/2006/relationships/image" Target="../media/image931.png"/><Relationship Id="rId5" Type="http://schemas.openxmlformats.org/officeDocument/2006/relationships/image" Target="../media/image932.png"/><Relationship Id="rId6" Type="http://schemas.openxmlformats.org/officeDocument/2006/relationships/image" Target="../media/image933.png"/><Relationship Id="rId7" Type="http://schemas.openxmlformats.org/officeDocument/2006/relationships/image" Target="../media/image934.png"/></Relationships>
</file>

<file path=ppt/charts/_rels/chart153.xml.rels><?xml version='1.0' encoding='UTF-8' standalone='yes'?>
<Relationships xmlns="http://schemas.openxmlformats.org/package/2006/relationships"><Relationship Id="rId2" Type="http://schemas.openxmlformats.org/officeDocument/2006/relationships/image" Target="../media/image939.png"/><Relationship Id="rId3" Type="http://schemas.openxmlformats.org/officeDocument/2006/relationships/image" Target="../media/image940.png"/><Relationship Id="rId4" Type="http://schemas.openxmlformats.org/officeDocument/2006/relationships/image" Target="../media/image941.png"/><Relationship Id="rId5" Type="http://schemas.openxmlformats.org/officeDocument/2006/relationships/image" Target="../media/image942.png"/></Relationships>
</file>

<file path=ppt/charts/_rels/chart157.xml.rels><?xml version='1.0' encoding='UTF-8' standalone='yes'?>
<Relationships xmlns="http://schemas.openxmlformats.org/package/2006/relationships"><Relationship Id="rId2" Type="http://schemas.openxmlformats.org/officeDocument/2006/relationships/image" Target="../media/image943.png"/><Relationship Id="rId3" Type="http://schemas.openxmlformats.org/officeDocument/2006/relationships/image" Target="../media/image944.png"/><Relationship Id="rId4" Type="http://schemas.openxmlformats.org/officeDocument/2006/relationships/image" Target="../media/image945.png"/><Relationship Id="rId5" Type="http://schemas.openxmlformats.org/officeDocument/2006/relationships/image" Target="../media/image946.png"/><Relationship Id="rId6" Type="http://schemas.openxmlformats.org/officeDocument/2006/relationships/image" Target="../media/image947.png"/><Relationship Id="rId7" Type="http://schemas.openxmlformats.org/officeDocument/2006/relationships/image" Target="../media/image948.png"/></Relationships>
</file>

<file path=ppt/charts/_rels/chart158.xml.rels><?xml version='1.0' encoding='UTF-8' standalone='yes'?>
<Relationships xmlns="http://schemas.openxmlformats.org/package/2006/relationships"><Relationship Id="rId2" Type="http://schemas.openxmlformats.org/officeDocument/2006/relationships/image" Target="../media/image967.png"/><Relationship Id="rId3" Type="http://schemas.openxmlformats.org/officeDocument/2006/relationships/image" Target="../media/image968.png"/><Relationship Id="rId4" Type="http://schemas.openxmlformats.org/officeDocument/2006/relationships/image" Target="../media/image969.png"/><Relationship Id="rId5" Type="http://schemas.openxmlformats.org/officeDocument/2006/relationships/image" Target="../media/image970.png"/><Relationship Id="rId6" Type="http://schemas.openxmlformats.org/officeDocument/2006/relationships/image" Target="../media/image971.png"/><Relationship Id="rId7" Type="http://schemas.openxmlformats.org/officeDocument/2006/relationships/image" Target="../media/image972.png"/><Relationship Id="rId8" Type="http://schemas.openxmlformats.org/officeDocument/2006/relationships/image" Target="../media/image973.png"/><Relationship Id="rId9" Type="http://schemas.openxmlformats.org/officeDocument/2006/relationships/image" Target="../media/image974.png"/><Relationship Id="rId10" Type="http://schemas.openxmlformats.org/officeDocument/2006/relationships/image" Target="../media/image975.png"/><Relationship Id="rId11" Type="http://schemas.openxmlformats.org/officeDocument/2006/relationships/image" Target="../media/image976.png"/><Relationship Id="rId12" Type="http://schemas.openxmlformats.org/officeDocument/2006/relationships/image" Target="../media/image977.png"/><Relationship Id="rId13" Type="http://schemas.openxmlformats.org/officeDocument/2006/relationships/image" Target="../media/image978.png"/><Relationship Id="rId14" Type="http://schemas.openxmlformats.org/officeDocument/2006/relationships/image" Target="../media/image979.png"/><Relationship Id="rId15" Type="http://schemas.openxmlformats.org/officeDocument/2006/relationships/image" Target="../media/image980.png"/><Relationship Id="rId16" Type="http://schemas.openxmlformats.org/officeDocument/2006/relationships/image" Target="../media/image981.png"/><Relationship Id="rId17" Type="http://schemas.openxmlformats.org/officeDocument/2006/relationships/image" Target="../media/image982.png"/></Relationships>
</file>

<file path=ppt/charts/_rels/chart168.xml.rels><?xml version='1.0' encoding='UTF-8' standalone='yes'?>
<Relationships xmlns="http://schemas.openxmlformats.org/package/2006/relationships"><Relationship Id="rId2" Type="http://schemas.openxmlformats.org/officeDocument/2006/relationships/image" Target="../media/image983.png"/><Relationship Id="rId3" Type="http://schemas.openxmlformats.org/officeDocument/2006/relationships/image" Target="../media/image984.png"/><Relationship Id="rId4" Type="http://schemas.openxmlformats.org/officeDocument/2006/relationships/image" Target="../media/image985.png"/><Relationship Id="rId5" Type="http://schemas.openxmlformats.org/officeDocument/2006/relationships/image" Target="../media/image986.png"/><Relationship Id="rId6" Type="http://schemas.openxmlformats.org/officeDocument/2006/relationships/image" Target="../media/image987.png"/><Relationship Id="rId7" Type="http://schemas.openxmlformats.org/officeDocument/2006/relationships/image" Target="../media/image988.png"/><Relationship Id="rId8" Type="http://schemas.openxmlformats.org/officeDocument/2006/relationships/image" Target="../media/image989.png"/><Relationship Id="rId9" Type="http://schemas.openxmlformats.org/officeDocument/2006/relationships/image" Target="../media/image990.png"/><Relationship Id="rId10" Type="http://schemas.openxmlformats.org/officeDocument/2006/relationships/image" Target="../media/image991.png"/><Relationship Id="rId11" Type="http://schemas.openxmlformats.org/officeDocument/2006/relationships/image" Target="../media/image992.png"/><Relationship Id="rId12" Type="http://schemas.openxmlformats.org/officeDocument/2006/relationships/image" Target="../media/image993.png"/><Relationship Id="rId13" Type="http://schemas.openxmlformats.org/officeDocument/2006/relationships/image" Target="../media/image994.png"/><Relationship Id="rId14" Type="http://schemas.openxmlformats.org/officeDocument/2006/relationships/image" Target="../media/image995.png"/><Relationship Id="rId15" Type="http://schemas.openxmlformats.org/officeDocument/2006/relationships/image" Target="../media/image996.png"/><Relationship Id="rId16" Type="http://schemas.openxmlformats.org/officeDocument/2006/relationships/image" Target="../media/image997.png"/><Relationship Id="rId17" Type="http://schemas.openxmlformats.org/officeDocument/2006/relationships/image" Target="../media/image998.png"/><Relationship Id="rId18" Type="http://schemas.openxmlformats.org/officeDocument/2006/relationships/image" Target="../media/image999.png"/><Relationship Id="rId19" Type="http://schemas.openxmlformats.org/officeDocument/2006/relationships/image" Target="../media/image1000.png"/><Relationship Id="rId20" Type="http://schemas.openxmlformats.org/officeDocument/2006/relationships/image" Target="../media/image1001.png"/><Relationship Id="rId21" Type="http://schemas.openxmlformats.org/officeDocument/2006/relationships/image" Target="../media/image1002.png"/><Relationship Id="rId22" Type="http://schemas.openxmlformats.org/officeDocument/2006/relationships/image" Target="../media/image1003.png"/><Relationship Id="rId23" Type="http://schemas.openxmlformats.org/officeDocument/2006/relationships/image" Target="../media/image1004.png"/></Relationships>
</file>

<file path=ppt/charts/_rels/chart169.xml.rels><?xml version='1.0' encoding='UTF-8' standalone='yes'?>
<Relationships xmlns="http://schemas.openxmlformats.org/package/2006/relationships"><Relationship Id="rId2" Type="http://schemas.openxmlformats.org/officeDocument/2006/relationships/image" Target="../media/image1014.png"/><Relationship Id="rId3" Type="http://schemas.openxmlformats.org/officeDocument/2006/relationships/image" Target="../media/image1015.png"/><Relationship Id="rId4" Type="http://schemas.openxmlformats.org/officeDocument/2006/relationships/image" Target="../media/image1016.png"/><Relationship Id="rId5" Type="http://schemas.openxmlformats.org/officeDocument/2006/relationships/image" Target="../media/image1017.png"/><Relationship Id="rId6" Type="http://schemas.openxmlformats.org/officeDocument/2006/relationships/image" Target="../media/image1018.png"/><Relationship Id="rId7" Type="http://schemas.openxmlformats.org/officeDocument/2006/relationships/image" Target="../media/image1019.png"/><Relationship Id="rId8" Type="http://schemas.openxmlformats.org/officeDocument/2006/relationships/image" Target="../media/image1020.png"/><Relationship Id="rId9" Type="http://schemas.openxmlformats.org/officeDocument/2006/relationships/image" Target="../media/image1021.png"/></Relationships>
</file>

<file path=ppt/charts/_rels/chart175.xml.rels><?xml version='1.0' encoding='UTF-8' standalone='yes'?>
<Relationships xmlns="http://schemas.openxmlformats.org/package/2006/relationships"><Relationship Id="rId2" Type="http://schemas.openxmlformats.org/officeDocument/2006/relationships/image" Target="../media/image1022.png"/><Relationship Id="rId3" Type="http://schemas.openxmlformats.org/officeDocument/2006/relationships/image" Target="../media/image1023.png"/><Relationship Id="rId4" Type="http://schemas.openxmlformats.org/officeDocument/2006/relationships/image" Target="../media/image1024.png"/><Relationship Id="rId5" Type="http://schemas.openxmlformats.org/officeDocument/2006/relationships/image" Target="../media/image1025.png"/><Relationship Id="rId6" Type="http://schemas.openxmlformats.org/officeDocument/2006/relationships/image" Target="../media/image1026.png"/><Relationship Id="rId7" Type="http://schemas.openxmlformats.org/officeDocument/2006/relationships/image" Target="../media/image1027.png"/><Relationship Id="rId8" Type="http://schemas.openxmlformats.org/officeDocument/2006/relationships/image" Target="../media/image1028.png"/><Relationship Id="rId9" Type="http://schemas.openxmlformats.org/officeDocument/2006/relationships/image" Target="../media/image1029.png"/><Relationship Id="rId10" Type="http://schemas.openxmlformats.org/officeDocument/2006/relationships/image" Target="../media/image1030.png"/><Relationship Id="rId11" Type="http://schemas.openxmlformats.org/officeDocument/2006/relationships/image" Target="../media/image1031.png"/><Relationship Id="rId12" Type="http://schemas.openxmlformats.org/officeDocument/2006/relationships/image" Target="../media/image1032.png"/><Relationship Id="rId13" Type="http://schemas.openxmlformats.org/officeDocument/2006/relationships/image" Target="../media/image1033.png"/></Relationships>
</file>

<file path=ppt/charts/_rels/chart176.xml.rels><?xml version='1.0' encoding='UTF-8' standalone='yes'?>
<Relationships xmlns="http://schemas.openxmlformats.org/package/2006/relationships"><Relationship Id="rId2" Type="http://schemas.openxmlformats.org/officeDocument/2006/relationships/image" Target="../media/image1051.png"/><Relationship Id="rId3" Type="http://schemas.openxmlformats.org/officeDocument/2006/relationships/image" Target="../media/image1052.png"/><Relationship Id="rId4" Type="http://schemas.openxmlformats.org/officeDocument/2006/relationships/image" Target="../media/image1053.png"/><Relationship Id="rId5" Type="http://schemas.openxmlformats.org/officeDocument/2006/relationships/image" Target="../media/image1054.png"/><Relationship Id="rId6" Type="http://schemas.openxmlformats.org/officeDocument/2006/relationships/image" Target="../media/image1055.png"/><Relationship Id="rId7" Type="http://schemas.openxmlformats.org/officeDocument/2006/relationships/image" Target="../media/image1056.png"/><Relationship Id="rId8" Type="http://schemas.openxmlformats.org/officeDocument/2006/relationships/image" Target="../media/image1057.png"/><Relationship Id="rId9" Type="http://schemas.openxmlformats.org/officeDocument/2006/relationships/image" Target="../media/image1058.png"/><Relationship Id="rId10" Type="http://schemas.openxmlformats.org/officeDocument/2006/relationships/image" Target="../media/image1059.png"/><Relationship Id="rId11" Type="http://schemas.openxmlformats.org/officeDocument/2006/relationships/image" Target="../media/image1060.png"/><Relationship Id="rId12" Type="http://schemas.openxmlformats.org/officeDocument/2006/relationships/image" Target="../media/image1061.png"/><Relationship Id="rId13" Type="http://schemas.openxmlformats.org/officeDocument/2006/relationships/image" Target="../media/image1062.png"/><Relationship Id="rId14" Type="http://schemas.openxmlformats.org/officeDocument/2006/relationships/image" Target="../media/image1063.png"/><Relationship Id="rId15" Type="http://schemas.openxmlformats.org/officeDocument/2006/relationships/image" Target="../media/image1064.png"/></Relationships>
</file>

<file path=ppt/charts/_rels/chart185.xml.rels><?xml version='1.0' encoding='UTF-8' standalone='yes'?>
<Relationships xmlns="http://schemas.openxmlformats.org/package/2006/relationships"><Relationship Id="rId2" Type="http://schemas.openxmlformats.org/officeDocument/2006/relationships/image" Target="../media/image1065.png"/><Relationship Id="rId3" Type="http://schemas.openxmlformats.org/officeDocument/2006/relationships/image" Target="../media/image1066.png"/><Relationship Id="rId4" Type="http://schemas.openxmlformats.org/officeDocument/2006/relationships/image" Target="../media/image1067.png"/><Relationship Id="rId5" Type="http://schemas.openxmlformats.org/officeDocument/2006/relationships/image" Target="../media/image1068.png"/><Relationship Id="rId6" Type="http://schemas.openxmlformats.org/officeDocument/2006/relationships/image" Target="../media/image1069.png"/><Relationship Id="rId7" Type="http://schemas.openxmlformats.org/officeDocument/2006/relationships/image" Target="../media/image1070.png"/><Relationship Id="rId8" Type="http://schemas.openxmlformats.org/officeDocument/2006/relationships/image" Target="../media/image1071.png"/><Relationship Id="rId9" Type="http://schemas.openxmlformats.org/officeDocument/2006/relationships/image" Target="../media/image1072.png"/><Relationship Id="rId10" Type="http://schemas.openxmlformats.org/officeDocument/2006/relationships/image" Target="../media/image1073.png"/><Relationship Id="rId11" Type="http://schemas.openxmlformats.org/officeDocument/2006/relationships/image" Target="../media/image1074.png"/><Relationship Id="rId12" Type="http://schemas.openxmlformats.org/officeDocument/2006/relationships/image" Target="../media/image1075.png"/><Relationship Id="rId13" Type="http://schemas.openxmlformats.org/officeDocument/2006/relationships/image" Target="../media/image1076.png"/><Relationship Id="rId14" Type="http://schemas.openxmlformats.org/officeDocument/2006/relationships/image" Target="../media/image1077.png"/><Relationship Id="rId15" Type="http://schemas.openxmlformats.org/officeDocument/2006/relationships/image" Target="../media/image1078.png"/><Relationship Id="rId16" Type="http://schemas.openxmlformats.org/officeDocument/2006/relationships/image" Target="../media/image1079.png"/><Relationship Id="rId17" Type="http://schemas.openxmlformats.org/officeDocument/2006/relationships/image" Target="../media/image1080.png"/><Relationship Id="rId18" Type="http://schemas.openxmlformats.org/officeDocument/2006/relationships/image" Target="../media/image1081.png"/><Relationship Id="rId19" Type="http://schemas.openxmlformats.org/officeDocument/2006/relationships/image" Target="../media/image1082.png"/><Relationship Id="rId20" Type="http://schemas.openxmlformats.org/officeDocument/2006/relationships/image" Target="../media/image1083.png"/><Relationship Id="rId21" Type="http://schemas.openxmlformats.org/officeDocument/2006/relationships/image" Target="../media/image1084.png"/></Relationships>
</file>

<file path=ppt/charts/_rels/chart186.xml.rels><?xml version='1.0' encoding='UTF-8' standalone='yes'?>
<Relationships xmlns="http://schemas.openxmlformats.org/package/2006/relationships"><Relationship Id="rId2" Type="http://schemas.openxmlformats.org/officeDocument/2006/relationships/image" Target="../media/image1091.png"/><Relationship Id="rId3" Type="http://schemas.openxmlformats.org/officeDocument/2006/relationships/image" Target="../media/image1092.png"/><Relationship Id="rId4" Type="http://schemas.openxmlformats.org/officeDocument/2006/relationships/image" Target="../media/image1093.png"/><Relationship Id="rId5" Type="http://schemas.openxmlformats.org/officeDocument/2006/relationships/image" Target="../media/image1094.png"/><Relationship Id="rId6" Type="http://schemas.openxmlformats.org/officeDocument/2006/relationships/image" Target="../media/image1095.png"/><Relationship Id="rId7" Type="http://schemas.openxmlformats.org/officeDocument/2006/relationships/image" Target="../media/image1096.png"/></Relationships>
</file>

<file path=ppt/charts/_rels/chart191.xml.rels><?xml version='1.0' encoding='UTF-8' standalone='yes'?>
<Relationships xmlns="http://schemas.openxmlformats.org/package/2006/relationships"><Relationship Id="rId2" Type="http://schemas.openxmlformats.org/officeDocument/2006/relationships/image" Target="../media/image1097.png"/><Relationship Id="rId3" Type="http://schemas.openxmlformats.org/officeDocument/2006/relationships/image" Target="../media/image1098.png"/><Relationship Id="rId4" Type="http://schemas.openxmlformats.org/officeDocument/2006/relationships/image" Target="../media/image1099.png"/><Relationship Id="rId5" Type="http://schemas.openxmlformats.org/officeDocument/2006/relationships/image" Target="../media/image1100.png"/><Relationship Id="rId6" Type="http://schemas.openxmlformats.org/officeDocument/2006/relationships/image" Target="../media/image1101.png"/><Relationship Id="rId7" Type="http://schemas.openxmlformats.org/officeDocument/2006/relationships/image" Target="../media/image1102.png"/><Relationship Id="rId8" Type="http://schemas.openxmlformats.org/officeDocument/2006/relationships/image" Target="../media/image1103.png"/><Relationship Id="rId9" Type="http://schemas.openxmlformats.org/officeDocument/2006/relationships/image" Target="../media/image1104.png"/><Relationship Id="rId10" Type="http://schemas.openxmlformats.org/officeDocument/2006/relationships/image" Target="../media/image1105.png"/></Relationships>
</file>

<file path=ppt/charts/_rels/chart192.xml.rels><?xml version='1.0' encoding='UTF-8' standalone='yes'?>
<Relationships xmlns="http://schemas.openxmlformats.org/package/2006/relationships"><Relationship Id="rId2" Type="http://schemas.openxmlformats.org/officeDocument/2006/relationships/image" Target="../media/image1111.png"/><Relationship Id="rId3" Type="http://schemas.openxmlformats.org/officeDocument/2006/relationships/image" Target="../media/image1112.png"/><Relationship Id="rId4" Type="http://schemas.openxmlformats.org/officeDocument/2006/relationships/image" Target="../media/image1113.png"/><Relationship Id="rId5" Type="http://schemas.openxmlformats.org/officeDocument/2006/relationships/image" Target="../media/image1114.png"/></Relationships>
</file>

<file path=ppt/charts/_rels/chart196.xml.rels><?xml version='1.0' encoding='UTF-8' standalone='yes'?>
<Relationships xmlns="http://schemas.openxmlformats.org/package/2006/relationships"><Relationship Id="rId2" Type="http://schemas.openxmlformats.org/officeDocument/2006/relationships/image" Target="../media/image1115.png"/><Relationship Id="rId3" Type="http://schemas.openxmlformats.org/officeDocument/2006/relationships/image" Target="../media/image1116.png"/><Relationship Id="rId4" Type="http://schemas.openxmlformats.org/officeDocument/2006/relationships/image" Target="../media/image1117.png"/><Relationship Id="rId5" Type="http://schemas.openxmlformats.org/officeDocument/2006/relationships/image" Target="../media/image1118.png"/><Relationship Id="rId6" Type="http://schemas.openxmlformats.org/officeDocument/2006/relationships/image" Target="../media/image1119.png"/><Relationship Id="rId7" Type="http://schemas.openxmlformats.org/officeDocument/2006/relationships/image" Target="../media/image1120.png"/></Relationships>
</file>

<file path=ppt/charts/_rels/chart197.xml.rels><?xml version='1.0' encoding='UTF-8' standalone='yes'?>
<Relationships xmlns="http://schemas.openxmlformats.org/package/2006/relationships"><Relationship Id="rId2" Type="http://schemas.openxmlformats.org/officeDocument/2006/relationships/image" Target="../media/image1135.png"/><Relationship Id="rId3" Type="http://schemas.openxmlformats.org/officeDocument/2006/relationships/image" Target="../media/image1136.png"/><Relationship Id="rId4" Type="http://schemas.openxmlformats.org/officeDocument/2006/relationships/image" Target="../media/image1137.png"/><Relationship Id="rId5" Type="http://schemas.openxmlformats.org/officeDocument/2006/relationships/image" Target="../media/image1138.png"/><Relationship Id="rId6" Type="http://schemas.openxmlformats.org/officeDocument/2006/relationships/image" Target="../media/image1139.png"/><Relationship Id="rId7" Type="http://schemas.openxmlformats.org/officeDocument/2006/relationships/image" Target="../media/image1140.png"/><Relationship Id="rId8" Type="http://schemas.openxmlformats.org/officeDocument/2006/relationships/image" Target="../media/image1141.png"/><Relationship Id="rId9" Type="http://schemas.openxmlformats.org/officeDocument/2006/relationships/image" Target="../media/image1142.png"/><Relationship Id="rId10" Type="http://schemas.openxmlformats.org/officeDocument/2006/relationships/image" Target="../media/image1143.png"/><Relationship Id="rId11" Type="http://schemas.openxmlformats.org/officeDocument/2006/relationships/image" Target="../media/image1144.png"/><Relationship Id="rId12" Type="http://schemas.openxmlformats.org/officeDocument/2006/relationships/image" Target="../media/image1145.png"/><Relationship Id="rId13" Type="http://schemas.openxmlformats.org/officeDocument/2006/relationships/image" Target="../media/image1146.png"/></Relationships>
</file>

<file path=ppt/charts/_rels/chart205.xml.rels><?xml version='1.0' encoding='UTF-8' standalone='yes'?>
<Relationships xmlns="http://schemas.openxmlformats.org/package/2006/relationships"><Relationship Id="rId2" Type="http://schemas.openxmlformats.org/officeDocument/2006/relationships/image" Target="../media/image1147.png"/><Relationship Id="rId3" Type="http://schemas.openxmlformats.org/officeDocument/2006/relationships/image" Target="../media/image1148.png"/><Relationship Id="rId4" Type="http://schemas.openxmlformats.org/officeDocument/2006/relationships/image" Target="../media/image1149.png"/><Relationship Id="rId5" Type="http://schemas.openxmlformats.org/officeDocument/2006/relationships/image" Target="../media/image1150.png"/><Relationship Id="rId6" Type="http://schemas.openxmlformats.org/officeDocument/2006/relationships/image" Target="../media/image1151.png"/><Relationship Id="rId7" Type="http://schemas.openxmlformats.org/officeDocument/2006/relationships/image" Target="../media/image1152.png"/><Relationship Id="rId8" Type="http://schemas.openxmlformats.org/officeDocument/2006/relationships/image" Target="../media/image1153.png"/><Relationship Id="rId9" Type="http://schemas.openxmlformats.org/officeDocument/2006/relationships/image" Target="../media/image1154.png"/><Relationship Id="rId10" Type="http://schemas.openxmlformats.org/officeDocument/2006/relationships/image" Target="../media/image1155.png"/><Relationship Id="rId11" Type="http://schemas.openxmlformats.org/officeDocument/2006/relationships/image" Target="../media/image1156.png"/><Relationship Id="rId12" Type="http://schemas.openxmlformats.org/officeDocument/2006/relationships/image" Target="../media/image1157.png"/><Relationship Id="rId13" Type="http://schemas.openxmlformats.org/officeDocument/2006/relationships/image" Target="../media/image1158.png"/><Relationship Id="rId14" Type="http://schemas.openxmlformats.org/officeDocument/2006/relationships/image" Target="../media/image1159.png"/><Relationship Id="rId15" Type="http://schemas.openxmlformats.org/officeDocument/2006/relationships/image" Target="../media/image1160.png"/><Relationship Id="rId16" Type="http://schemas.openxmlformats.org/officeDocument/2006/relationships/image" Target="../media/image1161.png"/><Relationship Id="rId17" Type="http://schemas.openxmlformats.org/officeDocument/2006/relationships/image" Target="../media/image1162.png"/><Relationship Id="rId18" Type="http://schemas.openxmlformats.org/officeDocument/2006/relationships/image" Target="../media/image1163.png"/></Relationships>
</file>

<file path=ppt/charts/_rels/chart206.xml.rels><?xml version='1.0' encoding='UTF-8' standalone='yes'?>
<Relationships xmlns="http://schemas.openxmlformats.org/package/2006/relationships"><Relationship Id="rId2" Type="http://schemas.openxmlformats.org/officeDocument/2006/relationships/image" Target="../media/image1173.png"/><Relationship Id="rId3" Type="http://schemas.openxmlformats.org/officeDocument/2006/relationships/image" Target="../media/image1174.png"/><Relationship Id="rId4" Type="http://schemas.openxmlformats.org/officeDocument/2006/relationships/image" Target="../media/image1175.png"/><Relationship Id="rId5" Type="http://schemas.openxmlformats.org/officeDocument/2006/relationships/image" Target="../media/image1176.png"/><Relationship Id="rId6" Type="http://schemas.openxmlformats.org/officeDocument/2006/relationships/image" Target="../media/image1177.png"/><Relationship Id="rId7" Type="http://schemas.openxmlformats.org/officeDocument/2006/relationships/image" Target="../media/image1178.png"/><Relationship Id="rId8" Type="http://schemas.openxmlformats.org/officeDocument/2006/relationships/image" Target="../media/image1179.png"/><Relationship Id="rId9" Type="http://schemas.openxmlformats.org/officeDocument/2006/relationships/image" Target="../media/image1180.png"/></Relationships>
</file>

<file path=ppt/charts/_rels/chart2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181.png"/><Relationship Id="rId3" Type="http://schemas.openxmlformats.org/officeDocument/2006/relationships/image" Target="../media/image1182.png"/><Relationship Id="rId4" Type="http://schemas.openxmlformats.org/officeDocument/2006/relationships/image" Target="../media/image1183.png"/><Relationship Id="rId5" Type="http://schemas.openxmlformats.org/officeDocument/2006/relationships/image" Target="../media/image1184.png"/><Relationship Id="rId6" Type="http://schemas.openxmlformats.org/officeDocument/2006/relationships/image" Target="../media/image1185.png"/><Relationship Id="rId7" Type="http://schemas.openxmlformats.org/officeDocument/2006/relationships/image" Target="../media/image1186.png"/><Relationship Id="rId8" Type="http://schemas.openxmlformats.org/officeDocument/2006/relationships/image" Target="../media/image1187.png"/><Relationship Id="rId9" Type="http://schemas.openxmlformats.org/officeDocument/2006/relationships/image" Target="../media/image1188.png"/><Relationship Id="rId10" Type="http://schemas.openxmlformats.org/officeDocument/2006/relationships/image" Target="../media/image1189.png"/><Relationship Id="rId11" Type="http://schemas.openxmlformats.org/officeDocument/2006/relationships/image" Target="../media/image1190.png"/></Relationships>
</file>

<file path=ppt/charts/_rels/chart213.xml.rels><?xml version='1.0' encoding='UTF-8' standalone='yes'?>
<Relationships xmlns="http://schemas.openxmlformats.org/package/2006/relationships"><Relationship Id="rId2" Type="http://schemas.openxmlformats.org/officeDocument/2006/relationships/image" Target="../media/image1198.png"/><Relationship Id="rId3" Type="http://schemas.openxmlformats.org/officeDocument/2006/relationships/image" Target="../media/image1199.png"/><Relationship Id="rId4" Type="http://schemas.openxmlformats.org/officeDocument/2006/relationships/image" Target="../media/image1200.png"/><Relationship Id="rId5" Type="http://schemas.openxmlformats.org/officeDocument/2006/relationships/image" Target="../media/image1201.png"/><Relationship Id="rId6" Type="http://schemas.openxmlformats.org/officeDocument/2006/relationships/image" Target="../media/image1202.png"/><Relationship Id="rId7" Type="http://schemas.openxmlformats.org/officeDocument/2006/relationships/image" Target="../media/image1203.png"/></Relationships>
</file>

<file path=ppt/charts/_rels/chart218.xml.rels><?xml version='1.0' encoding='UTF-8' standalone='yes'?>
<Relationships xmlns="http://schemas.openxmlformats.org/package/2006/relationships"><Relationship Id="rId2" Type="http://schemas.openxmlformats.org/officeDocument/2006/relationships/image" Target="../media/image1204.png"/><Relationship Id="rId3" Type="http://schemas.openxmlformats.org/officeDocument/2006/relationships/image" Target="../media/image1205.png"/><Relationship Id="rId4" Type="http://schemas.openxmlformats.org/officeDocument/2006/relationships/image" Target="../media/image1206.png"/><Relationship Id="rId5" Type="http://schemas.openxmlformats.org/officeDocument/2006/relationships/image" Target="../media/image1207.png"/><Relationship Id="rId6" Type="http://schemas.openxmlformats.org/officeDocument/2006/relationships/image" Target="../media/image1208.png"/><Relationship Id="rId7" Type="http://schemas.openxmlformats.org/officeDocument/2006/relationships/image" Target="../media/image1209.png"/><Relationship Id="rId8" Type="http://schemas.openxmlformats.org/officeDocument/2006/relationships/image" Target="../media/image1210.png"/><Relationship Id="rId9" Type="http://schemas.openxmlformats.org/officeDocument/2006/relationships/image" Target="../media/image1211.png"/><Relationship Id="rId10" Type="http://schemas.openxmlformats.org/officeDocument/2006/relationships/image" Target="../media/image1212.png"/></Relationships>
</file>

<file path=ppt/charts/_rels/chart219.xml.rels><?xml version='1.0' encoding='UTF-8' standalone='yes'?>
<Relationships xmlns="http://schemas.openxmlformats.org/package/2006/relationships"><Relationship Id="rId2" Type="http://schemas.openxmlformats.org/officeDocument/2006/relationships/image" Target="../media/image1222.png"/><Relationship Id="rId3" Type="http://schemas.openxmlformats.org/officeDocument/2006/relationships/image" Target="../media/image1223.png"/><Relationship Id="rId4" Type="http://schemas.openxmlformats.org/officeDocument/2006/relationships/image" Target="../media/image1224.png"/><Relationship Id="rId5" Type="http://schemas.openxmlformats.org/officeDocument/2006/relationships/image" Target="../media/image1225.png"/><Relationship Id="rId6" Type="http://schemas.openxmlformats.org/officeDocument/2006/relationships/image" Target="../media/image1226.png"/><Relationship Id="rId7" Type="http://schemas.openxmlformats.org/officeDocument/2006/relationships/image" Target="../media/image1227.png"/><Relationship Id="rId8" Type="http://schemas.openxmlformats.org/officeDocument/2006/relationships/image" Target="../media/image1228.png"/><Relationship Id="rId9" Type="http://schemas.openxmlformats.org/officeDocument/2006/relationships/image" Target="../media/image1229.png"/></Relationships>
</file>

<file path=ppt/charts/_rels/chart225.xml.rels><?xml version='1.0' encoding='UTF-8' standalone='yes'?>
<Relationships xmlns="http://schemas.openxmlformats.org/package/2006/relationships"><Relationship Id="rId2" Type="http://schemas.openxmlformats.org/officeDocument/2006/relationships/image" Target="../media/image1230.png"/><Relationship Id="rId3" Type="http://schemas.openxmlformats.org/officeDocument/2006/relationships/image" Target="../media/image1231.png"/><Relationship Id="rId4" Type="http://schemas.openxmlformats.org/officeDocument/2006/relationships/image" Target="../media/image1232.png"/><Relationship Id="rId5" Type="http://schemas.openxmlformats.org/officeDocument/2006/relationships/image" Target="../media/image1233.png"/><Relationship Id="rId6" Type="http://schemas.openxmlformats.org/officeDocument/2006/relationships/image" Target="../media/image1234.png"/><Relationship Id="rId7" Type="http://schemas.openxmlformats.org/officeDocument/2006/relationships/image" Target="../media/image1235.png"/><Relationship Id="rId8" Type="http://schemas.openxmlformats.org/officeDocument/2006/relationships/image" Target="../media/image1236.png"/><Relationship Id="rId9" Type="http://schemas.openxmlformats.org/officeDocument/2006/relationships/image" Target="../media/image1237.png"/><Relationship Id="rId10" Type="http://schemas.openxmlformats.org/officeDocument/2006/relationships/image" Target="../media/image1238.png"/><Relationship Id="rId11" Type="http://schemas.openxmlformats.org/officeDocument/2006/relationships/image" Target="../media/image1239.png"/><Relationship Id="rId12" Type="http://schemas.openxmlformats.org/officeDocument/2006/relationships/image" Target="../media/image1240.png"/><Relationship Id="rId13" Type="http://schemas.openxmlformats.org/officeDocument/2006/relationships/image" Target="../media/image1241.png"/></Relationships>
</file>

<file path=ppt/charts/_rels/chart226.xml.rels><?xml version='1.0' encoding='UTF-8' standalone='yes'?>
<Relationships xmlns="http://schemas.openxmlformats.org/package/2006/relationships"><Relationship Id="rId2" Type="http://schemas.openxmlformats.org/officeDocument/2006/relationships/image" Target="../media/image1250.png"/><Relationship Id="rId3" Type="http://schemas.openxmlformats.org/officeDocument/2006/relationships/image" Target="../media/image1251.png"/><Relationship Id="rId4" Type="http://schemas.openxmlformats.org/officeDocument/2006/relationships/image" Target="../media/image1252.png"/><Relationship Id="rId5" Type="http://schemas.openxmlformats.org/officeDocument/2006/relationships/image" Target="../media/image1253.png"/><Relationship Id="rId6" Type="http://schemas.openxmlformats.org/officeDocument/2006/relationships/image" Target="../media/image1254.png"/><Relationship Id="rId7" Type="http://schemas.openxmlformats.org/officeDocument/2006/relationships/image" Target="../media/image1255.png"/><Relationship Id="rId8" Type="http://schemas.openxmlformats.org/officeDocument/2006/relationships/image" Target="../media/image1256.png"/><Relationship Id="rId9" Type="http://schemas.openxmlformats.org/officeDocument/2006/relationships/image" Target="../media/image1257.png"/></Relationships>
</file>

<file path=ppt/charts/_rels/chart232.xml.rels><?xml version='1.0' encoding='UTF-8' standalone='yes'?>
<Relationships xmlns="http://schemas.openxmlformats.org/package/2006/relationships"><Relationship Id="rId2" Type="http://schemas.openxmlformats.org/officeDocument/2006/relationships/image" Target="../media/image1258.png"/><Relationship Id="rId3" Type="http://schemas.openxmlformats.org/officeDocument/2006/relationships/image" Target="../media/image1259.png"/><Relationship Id="rId4" Type="http://schemas.openxmlformats.org/officeDocument/2006/relationships/image" Target="../media/image1260.png"/><Relationship Id="rId5" Type="http://schemas.openxmlformats.org/officeDocument/2006/relationships/image" Target="../media/image1261.png"/><Relationship Id="rId6" Type="http://schemas.openxmlformats.org/officeDocument/2006/relationships/image" Target="../media/image1262.png"/><Relationship Id="rId7" Type="http://schemas.openxmlformats.org/officeDocument/2006/relationships/image" Target="../media/image1263.png"/><Relationship Id="rId8" Type="http://schemas.openxmlformats.org/officeDocument/2006/relationships/image" Target="../media/image1264.png"/><Relationship Id="rId9" Type="http://schemas.openxmlformats.org/officeDocument/2006/relationships/image" Target="../media/image1265.png"/><Relationship Id="rId10" Type="http://schemas.openxmlformats.org/officeDocument/2006/relationships/image" Target="../media/image1266.png"/><Relationship Id="rId11" Type="http://schemas.openxmlformats.org/officeDocument/2006/relationships/image" Target="../media/image1267.png"/><Relationship Id="rId12" Type="http://schemas.openxmlformats.org/officeDocument/2006/relationships/image" Target="../media/image1268.png"/><Relationship Id="rId13" Type="http://schemas.openxmlformats.org/officeDocument/2006/relationships/image" Target="../media/image1269.png"/></Relationships>
</file>

<file path=ppt/charts/_rels/chart233.xml.rels><?xml version='1.0' encoding='UTF-8' standalone='yes'?>
<Relationships xmlns="http://schemas.openxmlformats.org/package/2006/relationships"><Relationship Id="rId2" Type="http://schemas.openxmlformats.org/officeDocument/2006/relationships/image" Target="../media/image1276.png"/><Relationship Id="rId3" Type="http://schemas.openxmlformats.org/officeDocument/2006/relationships/image" Target="../media/image1277.png"/><Relationship Id="rId4" Type="http://schemas.openxmlformats.org/officeDocument/2006/relationships/image" Target="../media/image1278.png"/><Relationship Id="rId5" Type="http://schemas.openxmlformats.org/officeDocument/2006/relationships/image" Target="../media/image1279.png"/><Relationship Id="rId6" Type="http://schemas.openxmlformats.org/officeDocument/2006/relationships/image" Target="../media/image1280.png"/><Relationship Id="rId7" Type="http://schemas.openxmlformats.org/officeDocument/2006/relationships/image" Target="../media/image1281.png"/></Relationships>
</file>

<file path=ppt/charts/_rels/chart238.xml.rels><?xml version='1.0' encoding='UTF-8' standalone='yes'?>
<Relationships xmlns="http://schemas.openxmlformats.org/package/2006/relationships"><Relationship Id="rId2" Type="http://schemas.openxmlformats.org/officeDocument/2006/relationships/image" Target="../media/image1282.png"/><Relationship Id="rId3" Type="http://schemas.openxmlformats.org/officeDocument/2006/relationships/image" Target="../media/image1283.png"/><Relationship Id="rId4" Type="http://schemas.openxmlformats.org/officeDocument/2006/relationships/image" Target="../media/image1284.png"/><Relationship Id="rId5" Type="http://schemas.openxmlformats.org/officeDocument/2006/relationships/image" Target="../media/image1285.png"/><Relationship Id="rId6" Type="http://schemas.openxmlformats.org/officeDocument/2006/relationships/image" Target="../media/image1286.png"/><Relationship Id="rId7" Type="http://schemas.openxmlformats.org/officeDocument/2006/relationships/image" Target="../media/image1287.png"/><Relationship Id="rId8" Type="http://schemas.openxmlformats.org/officeDocument/2006/relationships/image" Target="../media/image1288.png"/><Relationship Id="rId9" Type="http://schemas.openxmlformats.org/officeDocument/2006/relationships/image" Target="../media/image1289.png"/><Relationship Id="rId10" Type="http://schemas.openxmlformats.org/officeDocument/2006/relationships/image" Target="../media/image1290.png"/></Relationships>
</file>

<file path=ppt/charts/_rels/chart239.xml.rels><?xml version='1.0' encoding='UTF-8' standalone='yes'?>
<Relationships xmlns="http://schemas.openxmlformats.org/package/2006/relationships"><Relationship Id="rId2" Type="http://schemas.openxmlformats.org/officeDocument/2006/relationships/image" Target="../media/image1295.png"/><Relationship Id="rId3" Type="http://schemas.openxmlformats.org/officeDocument/2006/relationships/image" Target="../media/image1296.png"/><Relationship Id="rId4" Type="http://schemas.openxmlformats.org/officeDocument/2006/relationships/image" Target="../media/image1297.png"/><Relationship Id="rId5" Type="http://schemas.openxmlformats.org/officeDocument/2006/relationships/image" Target="../media/image1298.png"/></Relationships>
</file>

<file path=ppt/charts/_rels/chart243.xml.rels><?xml version='1.0' encoding='UTF-8' standalone='yes'?>
<Relationships xmlns="http://schemas.openxmlformats.org/package/2006/relationships"><Relationship Id="rId2" Type="http://schemas.openxmlformats.org/officeDocument/2006/relationships/image" Target="../media/image1299.png"/><Relationship Id="rId3" Type="http://schemas.openxmlformats.org/officeDocument/2006/relationships/image" Target="../media/image1300.png"/><Relationship Id="rId4" Type="http://schemas.openxmlformats.org/officeDocument/2006/relationships/image" Target="../media/image1301.png"/><Relationship Id="rId5" Type="http://schemas.openxmlformats.org/officeDocument/2006/relationships/image" Target="../media/image1302.png"/><Relationship Id="rId6" Type="http://schemas.openxmlformats.org/officeDocument/2006/relationships/image" Target="../media/image1303.png"/><Relationship Id="rId7" Type="http://schemas.openxmlformats.org/officeDocument/2006/relationships/image" Target="../media/image1304.png"/></Relationships>
</file>

<file path=ppt/charts/_rels/chart244.xml.rels><?xml version='1.0' encoding='UTF-8' standalone='yes'?>
<Relationships xmlns="http://schemas.openxmlformats.org/package/2006/relationships"><Relationship Id="rId2" Type="http://schemas.openxmlformats.org/officeDocument/2006/relationships/image" Target="../media/image1315.png"/><Relationship Id="rId3" Type="http://schemas.openxmlformats.org/officeDocument/2006/relationships/image" Target="../media/image1316.png"/><Relationship Id="rId4" Type="http://schemas.openxmlformats.org/officeDocument/2006/relationships/image" Target="../media/image1317.png"/><Relationship Id="rId5" Type="http://schemas.openxmlformats.org/officeDocument/2006/relationships/image" Target="../media/image1318.png"/><Relationship Id="rId6" Type="http://schemas.openxmlformats.org/officeDocument/2006/relationships/image" Target="../media/image1319.png"/><Relationship Id="rId7" Type="http://schemas.openxmlformats.org/officeDocument/2006/relationships/image" Target="../media/image1320.png"/><Relationship Id="rId8" Type="http://schemas.openxmlformats.org/officeDocument/2006/relationships/image" Target="../media/image1321.png"/><Relationship Id="rId9" Type="http://schemas.openxmlformats.org/officeDocument/2006/relationships/image" Target="../media/image1322.png"/></Relationships>
</file>

<file path=ppt/charts/_rels/chart250.xml.rels><?xml version='1.0' encoding='UTF-8' standalone='yes'?>
<Relationships xmlns="http://schemas.openxmlformats.org/package/2006/relationships"><Relationship Id="rId2" Type="http://schemas.openxmlformats.org/officeDocument/2006/relationships/image" Target="../media/image1323.png"/><Relationship Id="rId3" Type="http://schemas.openxmlformats.org/officeDocument/2006/relationships/image" Target="../media/image1324.png"/><Relationship Id="rId4" Type="http://schemas.openxmlformats.org/officeDocument/2006/relationships/image" Target="../media/image1325.png"/><Relationship Id="rId5" Type="http://schemas.openxmlformats.org/officeDocument/2006/relationships/image" Target="../media/image1326.png"/><Relationship Id="rId6" Type="http://schemas.openxmlformats.org/officeDocument/2006/relationships/image" Target="../media/image1327.png"/><Relationship Id="rId7" Type="http://schemas.openxmlformats.org/officeDocument/2006/relationships/image" Target="../media/image1328.png"/><Relationship Id="rId8" Type="http://schemas.openxmlformats.org/officeDocument/2006/relationships/image" Target="../media/image1329.png"/><Relationship Id="rId9" Type="http://schemas.openxmlformats.org/officeDocument/2006/relationships/image" Target="../media/image1330.png"/><Relationship Id="rId10" Type="http://schemas.openxmlformats.org/officeDocument/2006/relationships/image" Target="../media/image1331.png"/><Relationship Id="rId11" Type="http://schemas.openxmlformats.org/officeDocument/2006/relationships/image" Target="../media/image1332.png"/><Relationship Id="rId12" Type="http://schemas.openxmlformats.org/officeDocument/2006/relationships/image" Target="../media/image1333.png"/><Relationship Id="rId13" Type="http://schemas.openxmlformats.org/officeDocument/2006/relationships/image" Target="../media/image1334.png"/></Relationships>
</file>

<file path=ppt/charts/_rels/chart251.xml.rels><?xml version='1.0' encoding='UTF-8' standalone='yes'?>
<Relationships xmlns="http://schemas.openxmlformats.org/package/2006/relationships"><Relationship Id="rId2" Type="http://schemas.openxmlformats.org/officeDocument/2006/relationships/image" Target="../media/image1341.png"/><Relationship Id="rId3" Type="http://schemas.openxmlformats.org/officeDocument/2006/relationships/image" Target="../media/image1342.png"/><Relationship Id="rId4" Type="http://schemas.openxmlformats.org/officeDocument/2006/relationships/image" Target="../media/image1343.png"/><Relationship Id="rId5" Type="http://schemas.openxmlformats.org/officeDocument/2006/relationships/image" Target="../media/image1344.png"/><Relationship Id="rId6" Type="http://schemas.openxmlformats.org/officeDocument/2006/relationships/image" Target="../media/image1345.png"/><Relationship Id="rId7" Type="http://schemas.openxmlformats.org/officeDocument/2006/relationships/image" Target="../media/image1346.png"/></Relationships>
</file>

<file path=ppt/charts/_rels/chart256.xml.rels><?xml version='1.0' encoding='UTF-8' standalone='yes'?>
<Relationships xmlns="http://schemas.openxmlformats.org/package/2006/relationships"><Relationship Id="rId2" Type="http://schemas.openxmlformats.org/officeDocument/2006/relationships/image" Target="../media/image1347.png"/><Relationship Id="rId3" Type="http://schemas.openxmlformats.org/officeDocument/2006/relationships/image" Target="../media/image1348.png"/><Relationship Id="rId4" Type="http://schemas.openxmlformats.org/officeDocument/2006/relationships/image" Target="../media/image1349.png"/><Relationship Id="rId5" Type="http://schemas.openxmlformats.org/officeDocument/2006/relationships/image" Target="../media/image1350.png"/><Relationship Id="rId6" Type="http://schemas.openxmlformats.org/officeDocument/2006/relationships/image" Target="../media/image1351.png"/><Relationship Id="rId7" Type="http://schemas.openxmlformats.org/officeDocument/2006/relationships/image" Target="../media/image1352.png"/><Relationship Id="rId8" Type="http://schemas.openxmlformats.org/officeDocument/2006/relationships/image" Target="../media/image1353.png"/><Relationship Id="rId9" Type="http://schemas.openxmlformats.org/officeDocument/2006/relationships/image" Target="../media/image1354.png"/><Relationship Id="rId10" Type="http://schemas.openxmlformats.org/officeDocument/2006/relationships/image" Target="../media/image1355.png"/></Relationships>
</file>

<file path=ppt/charts/_rels/chart257.xml.rels><?xml version='1.0' encoding='UTF-8' standalone='yes'?>
<Relationships xmlns="http://schemas.openxmlformats.org/package/2006/relationships"><Relationship Id="rId2" Type="http://schemas.openxmlformats.org/officeDocument/2006/relationships/image" Target="../media/image1362.png"/><Relationship Id="rId3" Type="http://schemas.openxmlformats.org/officeDocument/2006/relationships/image" Target="../media/image1363.png"/><Relationship Id="rId4" Type="http://schemas.openxmlformats.org/officeDocument/2006/relationships/image" Target="../media/image1364.png"/><Relationship Id="rId5" Type="http://schemas.openxmlformats.org/officeDocument/2006/relationships/image" Target="../media/image1365.png"/><Relationship Id="rId6" Type="http://schemas.openxmlformats.org/officeDocument/2006/relationships/image" Target="../media/image1366.png"/><Relationship Id="rId7" Type="http://schemas.openxmlformats.org/officeDocument/2006/relationships/image" Target="../media/image1367.png"/></Relationships>
</file>

<file path=ppt/charts/_rels/chart262.xml.rels><?xml version='1.0' encoding='UTF-8' standalone='yes'?>
<Relationships xmlns="http://schemas.openxmlformats.org/package/2006/relationships"><Relationship Id="rId2" Type="http://schemas.openxmlformats.org/officeDocument/2006/relationships/image" Target="../media/image1368.png"/><Relationship Id="rId3" Type="http://schemas.openxmlformats.org/officeDocument/2006/relationships/image" Target="../media/image1369.png"/><Relationship Id="rId4" Type="http://schemas.openxmlformats.org/officeDocument/2006/relationships/image" Target="../media/image1370.png"/><Relationship Id="rId5" Type="http://schemas.openxmlformats.org/officeDocument/2006/relationships/image" Target="../media/image1371.png"/><Relationship Id="rId6" Type="http://schemas.openxmlformats.org/officeDocument/2006/relationships/image" Target="../media/image1372.png"/><Relationship Id="rId7" Type="http://schemas.openxmlformats.org/officeDocument/2006/relationships/image" Target="../media/image1373.png"/><Relationship Id="rId8" Type="http://schemas.openxmlformats.org/officeDocument/2006/relationships/image" Target="../media/image1374.png"/><Relationship Id="rId9" Type="http://schemas.openxmlformats.org/officeDocument/2006/relationships/image" Target="../media/image1375.png"/></Relationships>
</file>

<file path=ppt/charts/_rels/chart326.xml.rels><?xml version='1.0' encoding='UTF-8' standalone='yes'?>
<Relationships xmlns="http://schemas.openxmlformats.org/package/2006/relationships"><Relationship Id="rId2" Type="http://schemas.openxmlformats.org/officeDocument/2006/relationships/image" Target="../media/image1376.png"/><Relationship Id="rId3" Type="http://schemas.openxmlformats.org/officeDocument/2006/relationships/image" Target="../media/image1377.png"/><Relationship Id="rId4" Type="http://schemas.openxmlformats.org/officeDocument/2006/relationships/image" Target="../media/image1378.png"/><Relationship Id="rId5" Type="http://schemas.openxmlformats.org/officeDocument/2006/relationships/image" Target="../media/image1379.png"/><Relationship Id="rId6" Type="http://schemas.openxmlformats.org/officeDocument/2006/relationships/image" Target="../media/image1380.png"/><Relationship Id="rId7" Type="http://schemas.openxmlformats.org/officeDocument/2006/relationships/image" Target="../media/image1381.png"/><Relationship Id="rId8" Type="http://schemas.openxmlformats.org/officeDocument/2006/relationships/image" Target="../media/image1382.png"/><Relationship Id="rId9" Type="http://schemas.openxmlformats.org/officeDocument/2006/relationships/image" Target="../media/image1383.png"/><Relationship Id="rId10" Type="http://schemas.openxmlformats.org/officeDocument/2006/relationships/image" Target="../media/image1384.png"/><Relationship Id="rId11" Type="http://schemas.openxmlformats.org/officeDocument/2006/relationships/image" Target="../media/image1385.png"/></Relationships>
</file>

<file path=ppt/charts/_rels/chart327.xml.rels><?xml version='1.0' encoding='UTF-8' standalone='yes'?>
<Relationships xmlns="http://schemas.openxmlformats.org/package/2006/relationships"><Relationship Id="rId2" Type="http://schemas.openxmlformats.org/officeDocument/2006/relationships/image" Target="../media/image1386.png"/><Relationship Id="rId3" Type="http://schemas.openxmlformats.org/officeDocument/2006/relationships/image" Target="../media/image1387.png"/><Relationship Id="rId4" Type="http://schemas.openxmlformats.org/officeDocument/2006/relationships/image" Target="../media/image1388.png"/><Relationship Id="rId5" Type="http://schemas.openxmlformats.org/officeDocument/2006/relationships/image" Target="../media/image1389.png"/><Relationship Id="rId6" Type="http://schemas.openxmlformats.org/officeDocument/2006/relationships/image" Target="../media/image1390.png"/><Relationship Id="rId7" Type="http://schemas.openxmlformats.org/officeDocument/2006/relationships/image" Target="../media/image1391.png"/><Relationship Id="rId8" Type="http://schemas.openxmlformats.org/officeDocument/2006/relationships/image" Target="../media/image1392.png"/><Relationship Id="rId9" Type="http://schemas.openxmlformats.org/officeDocument/2006/relationships/image" Target="../media/image1393.png"/><Relationship Id="rId10" Type="http://schemas.openxmlformats.org/officeDocument/2006/relationships/image" Target="../media/image1394.png"/><Relationship Id="rId11" Type="http://schemas.openxmlformats.org/officeDocument/2006/relationships/image" Target="../media/image1395.png"/><Relationship Id="rId12" Type="http://schemas.openxmlformats.org/officeDocument/2006/relationships/image" Target="../media/image1396.png"/></Relationships>
</file>

<file path=ppt/charts/_rels/chart328.xml.rels><?xml version='1.0' encoding='UTF-8' standalone='yes'?>
<Relationships xmlns="http://schemas.openxmlformats.org/package/2006/relationships"><Relationship Id="rId2" Type="http://schemas.openxmlformats.org/officeDocument/2006/relationships/image" Target="../media/image1397.png"/><Relationship Id="rId3" Type="http://schemas.openxmlformats.org/officeDocument/2006/relationships/image" Target="../media/image1398.png"/><Relationship Id="rId4" Type="http://schemas.openxmlformats.org/officeDocument/2006/relationships/image" Target="../media/image1399.png"/><Relationship Id="rId5" Type="http://schemas.openxmlformats.org/officeDocument/2006/relationships/image" Target="../media/image1400.png"/><Relationship Id="rId6" Type="http://schemas.openxmlformats.org/officeDocument/2006/relationships/image" Target="../media/image1401.png"/><Relationship Id="rId7" Type="http://schemas.openxmlformats.org/officeDocument/2006/relationships/image" Target="../media/image1402.png"/><Relationship Id="rId8" Type="http://schemas.openxmlformats.org/officeDocument/2006/relationships/image" Target="../media/image1403.png"/><Relationship Id="rId9" Type="http://schemas.openxmlformats.org/officeDocument/2006/relationships/image" Target="../media/image1404.png"/><Relationship Id="rId10" Type="http://schemas.openxmlformats.org/officeDocument/2006/relationships/image" Target="../media/image1405.png"/><Relationship Id="rId11" Type="http://schemas.openxmlformats.org/officeDocument/2006/relationships/image" Target="../media/image1406.png"/></Relationships>
</file>

<file path=ppt/charts/_rels/chart329.xml.rels><?xml version='1.0' encoding='UTF-8' standalone='yes'?>
<Relationships xmlns="http://schemas.openxmlformats.org/package/2006/relationships"><Relationship Id="rId2" Type="http://schemas.openxmlformats.org/officeDocument/2006/relationships/image" Target="../media/image1407.png"/><Relationship Id="rId3" Type="http://schemas.openxmlformats.org/officeDocument/2006/relationships/image" Target="../media/image1408.png"/><Relationship Id="rId4" Type="http://schemas.openxmlformats.org/officeDocument/2006/relationships/image" Target="../media/image1409.png"/><Relationship Id="rId5" Type="http://schemas.openxmlformats.org/officeDocument/2006/relationships/image" Target="../media/image1410.png"/><Relationship Id="rId6" Type="http://schemas.openxmlformats.org/officeDocument/2006/relationships/image" Target="../media/image1411.png"/><Relationship Id="rId7" Type="http://schemas.openxmlformats.org/officeDocument/2006/relationships/image" Target="../media/image1412.png"/><Relationship Id="rId8" Type="http://schemas.openxmlformats.org/officeDocument/2006/relationships/image" Target="../media/image1413.png"/><Relationship Id="rId9" Type="http://schemas.openxmlformats.org/officeDocument/2006/relationships/image" Target="../media/image1414.png"/><Relationship Id="rId10" Type="http://schemas.openxmlformats.org/officeDocument/2006/relationships/image" Target="../media/image1415.png"/><Relationship Id="rId11" Type="http://schemas.openxmlformats.org/officeDocument/2006/relationships/image" Target="../media/image1416.png"/></Relationships>
</file>

<file path=ppt/charts/_rels/chart330.xml.rels><?xml version='1.0' encoding='UTF-8' standalone='yes'?>
<Relationships xmlns="http://schemas.openxmlformats.org/package/2006/relationships"><Relationship Id="rId2" Type="http://schemas.openxmlformats.org/officeDocument/2006/relationships/image" Target="../media/image1417.png"/><Relationship Id="rId3" Type="http://schemas.openxmlformats.org/officeDocument/2006/relationships/image" Target="../media/image1418.png"/><Relationship Id="rId4" Type="http://schemas.openxmlformats.org/officeDocument/2006/relationships/image" Target="../media/image1419.png"/><Relationship Id="rId5" Type="http://schemas.openxmlformats.org/officeDocument/2006/relationships/image" Target="../media/image1420.png"/><Relationship Id="rId6" Type="http://schemas.openxmlformats.org/officeDocument/2006/relationships/image" Target="../media/image1421.png"/><Relationship Id="rId7" Type="http://schemas.openxmlformats.org/officeDocument/2006/relationships/image" Target="../media/image1422.png"/><Relationship Id="rId8" Type="http://schemas.openxmlformats.org/officeDocument/2006/relationships/image" Target="../media/image1423.png"/><Relationship Id="rId9" Type="http://schemas.openxmlformats.org/officeDocument/2006/relationships/image" Target="../media/image1424.png"/><Relationship Id="rId10" Type="http://schemas.openxmlformats.org/officeDocument/2006/relationships/image" Target="../media/image1425.png"/></Relationships>
</file>

<file path=ppt/charts/_rels/chart331.xml.rels><?xml version='1.0' encoding='UTF-8' standalone='yes'?>
<Relationships xmlns="http://schemas.openxmlformats.org/package/2006/relationships"><Relationship Id="rId2" Type="http://schemas.openxmlformats.org/officeDocument/2006/relationships/image" Target="../media/image1426.png"/><Relationship Id="rId3" Type="http://schemas.openxmlformats.org/officeDocument/2006/relationships/image" Target="../media/image1427.png"/><Relationship Id="rId4" Type="http://schemas.openxmlformats.org/officeDocument/2006/relationships/image" Target="../media/image1428.png"/><Relationship Id="rId5" Type="http://schemas.openxmlformats.org/officeDocument/2006/relationships/image" Target="../media/image1429.png"/><Relationship Id="rId6" Type="http://schemas.openxmlformats.org/officeDocument/2006/relationships/image" Target="../media/image1430.png"/><Relationship Id="rId7" Type="http://schemas.openxmlformats.org/officeDocument/2006/relationships/image" Target="../media/image1431.png"/><Relationship Id="rId8" Type="http://schemas.openxmlformats.org/officeDocument/2006/relationships/image" Target="../media/image1432.png"/><Relationship Id="rId9" Type="http://schemas.openxmlformats.org/officeDocument/2006/relationships/image" Target="../media/image1433.png"/><Relationship Id="rId10" Type="http://schemas.openxmlformats.org/officeDocument/2006/relationships/image" Target="../media/image1434.png"/><Relationship Id="rId11" Type="http://schemas.openxmlformats.org/officeDocument/2006/relationships/image" Target="../media/image1435.png"/><Relationship Id="rId12" Type="http://schemas.openxmlformats.org/officeDocument/2006/relationships/image" Target="../media/image1436.png"/></Relationships>
</file>

<file path=ppt/charts/_rels/chart332.xml.rels><?xml version='1.0' encoding='UTF-8' standalone='yes'?>
<Relationships xmlns="http://schemas.openxmlformats.org/package/2006/relationships"><Relationship Id="rId2" Type="http://schemas.openxmlformats.org/officeDocument/2006/relationships/image" Target="../media/image1437.png"/></Relationships>
</file>

<file path=ppt/charts/_rels/chart333.xml.rels><?xml version='1.0' encoding='UTF-8' standalone='yes'?>
<Relationships xmlns="http://schemas.openxmlformats.org/package/2006/relationships"><Relationship Id="rId2" Type="http://schemas.openxmlformats.org/officeDocument/2006/relationships/image" Target="../media/image1438.png"/><Relationship Id="rId3" Type="http://schemas.openxmlformats.org/officeDocument/2006/relationships/image" Target="../media/image1439.png"/><Relationship Id="rId4" Type="http://schemas.openxmlformats.org/officeDocument/2006/relationships/image" Target="../media/image1440.png"/><Relationship Id="rId5" Type="http://schemas.openxmlformats.org/officeDocument/2006/relationships/image" Target="../media/image1441.png"/><Relationship Id="rId6" Type="http://schemas.openxmlformats.org/officeDocument/2006/relationships/image" Target="../media/image1442.png"/></Relationships>
</file>

<file path=ppt/charts/_rels/chart334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3.png"/><Relationship Id="rId3" Type="http://schemas.openxmlformats.org/officeDocument/2006/relationships/image" Target="../media/image1444.png"/></Relationships>
</file>

<file path=ppt/charts/_rels/chart335.xml.rels><?xml version='1.0' encoding='UTF-8' standalone='yes'?>
<Relationships xmlns="http://schemas.openxmlformats.org/package/2006/relationships"><Relationship Id="rId2" Type="http://schemas.openxmlformats.org/officeDocument/2006/relationships/image" Target="../media/image1445.png"/><Relationship Id="rId3" Type="http://schemas.openxmlformats.org/officeDocument/2006/relationships/image" Target="../media/image1446.png"/><Relationship Id="rId4" Type="http://schemas.openxmlformats.org/officeDocument/2006/relationships/image" Target="../media/image1447.png"/><Relationship Id="rId5" Type="http://schemas.openxmlformats.org/officeDocument/2006/relationships/image" Target="../media/image1448.png"/><Relationship Id="rId6" Type="http://schemas.openxmlformats.org/officeDocument/2006/relationships/image" Target="../media/image1449.png"/><Relationship Id="rId7" Type="http://schemas.openxmlformats.org/officeDocument/2006/relationships/image" Target="../media/image1450.png"/><Relationship Id="rId8" Type="http://schemas.openxmlformats.org/officeDocument/2006/relationships/image" Target="../media/image1451.png"/><Relationship Id="rId9" Type="http://schemas.openxmlformats.org/officeDocument/2006/relationships/image" Target="../media/image1452.png"/><Relationship Id="rId10" Type="http://schemas.openxmlformats.org/officeDocument/2006/relationships/image" Target="../media/image1453.png"/><Relationship Id="rId11" Type="http://schemas.openxmlformats.org/officeDocument/2006/relationships/image" Target="../media/image1454.png"/></Relationships>
</file>

<file path=ppt/charts/_rels/chart336.xml.rels><?xml version='1.0' encoding='UTF-8' standalone='yes'?>
<Relationships xmlns="http://schemas.openxmlformats.org/package/2006/relationships"><Relationship Id="rId2" Type="http://schemas.openxmlformats.org/officeDocument/2006/relationships/image" Target="../media/image1455.png"/></Relationships>
</file>

<file path=ppt/charts/_rels/chart337.xml.rels><?xml version='1.0' encoding='UTF-8' standalone='yes'?>
<Relationships xmlns="http://schemas.openxmlformats.org/package/2006/relationships"><Relationship Id="rId2" Type="http://schemas.openxmlformats.org/officeDocument/2006/relationships/image" Target="../media/image1456.png"/><Relationship Id="rId3" Type="http://schemas.openxmlformats.org/officeDocument/2006/relationships/image" Target="../media/image1457.png"/><Relationship Id="rId4" Type="http://schemas.openxmlformats.org/officeDocument/2006/relationships/image" Target="../media/image1458.png"/><Relationship Id="rId5" Type="http://schemas.openxmlformats.org/officeDocument/2006/relationships/image" Target="../media/image1459.png"/><Relationship Id="rId6" Type="http://schemas.openxmlformats.org/officeDocument/2006/relationships/image" Target="../media/image1460.png"/></Relationships>
</file>

<file path=ppt/charts/_rels/chart338.xml.rels><?xml version='1.0' encoding='UTF-8' standalone='yes'?>
<Relationships xmlns="http://schemas.openxmlformats.org/package/2006/relationships"><Relationship Id="rId2" Type="http://schemas.openxmlformats.org/officeDocument/2006/relationships/image" Target="../media/image1461.png"/><Relationship Id="rId3" Type="http://schemas.openxmlformats.org/officeDocument/2006/relationships/image" Target="../media/image1462.png"/></Relationships>
</file>

<file path=ppt/charts/_rels/chart339.xml.rels><?xml version='1.0' encoding='UTF-8' standalone='yes'?>
<Relationships xmlns="http://schemas.openxmlformats.org/package/2006/relationships"><Relationship Id="rId2" Type="http://schemas.openxmlformats.org/officeDocument/2006/relationships/image" Target="../media/image1463.png"/><Relationship Id="rId3" Type="http://schemas.openxmlformats.org/officeDocument/2006/relationships/image" Target="../media/image1464.png"/><Relationship Id="rId4" Type="http://schemas.openxmlformats.org/officeDocument/2006/relationships/image" Target="../media/image1465.png"/><Relationship Id="rId5" Type="http://schemas.openxmlformats.org/officeDocument/2006/relationships/image" Target="../media/image1466.png"/><Relationship Id="rId6" Type="http://schemas.openxmlformats.org/officeDocument/2006/relationships/image" Target="../media/image1467.png"/><Relationship Id="rId7" Type="http://schemas.openxmlformats.org/officeDocument/2006/relationships/image" Target="../media/image1468.png"/><Relationship Id="rId8" Type="http://schemas.openxmlformats.org/officeDocument/2006/relationships/image" Target="../media/image1469.png"/><Relationship Id="rId9" Type="http://schemas.openxmlformats.org/officeDocument/2006/relationships/image" Target="../media/image1470.png"/><Relationship Id="rId10" Type="http://schemas.openxmlformats.org/officeDocument/2006/relationships/image" Target="../media/image1471.png"/><Relationship Id="rId11" Type="http://schemas.openxmlformats.org/officeDocument/2006/relationships/image" Target="../media/image1472.png"/></Relationships>
</file>

<file path=ppt/charts/_rels/chart340.xml.rels><?xml version='1.0' encoding='UTF-8' standalone='yes'?>
<Relationships xmlns="http://schemas.openxmlformats.org/package/2006/relationships"><Relationship Id="rId2" Type="http://schemas.openxmlformats.org/officeDocument/2006/relationships/image" Target="../media/image1473.png"/></Relationships>
</file>

<file path=ppt/charts/_rels/chart341.xml.rels><?xml version='1.0' encoding='UTF-8' standalone='yes'?>
<Relationships xmlns="http://schemas.openxmlformats.org/package/2006/relationships"><Relationship Id="rId2" Type="http://schemas.openxmlformats.org/officeDocument/2006/relationships/image" Target="../media/image1474.png"/><Relationship Id="rId3" Type="http://schemas.openxmlformats.org/officeDocument/2006/relationships/image" Target="../media/image1475.png"/><Relationship Id="rId4" Type="http://schemas.openxmlformats.org/officeDocument/2006/relationships/image" Target="../media/image1476.png"/><Relationship Id="rId5" Type="http://schemas.openxmlformats.org/officeDocument/2006/relationships/image" Target="../media/image1477.png"/><Relationship Id="rId6" Type="http://schemas.openxmlformats.org/officeDocument/2006/relationships/image" Target="../media/image1478.png"/></Relationships>
</file>

<file path=ppt/charts/_rels/chart342.xml.rels><?xml version='1.0' encoding='UTF-8' standalone='yes'?>
<Relationships xmlns="http://schemas.openxmlformats.org/package/2006/relationships"><Relationship Id="rId2" Type="http://schemas.openxmlformats.org/officeDocument/2006/relationships/image" Target="../media/image1479.png"/><Relationship Id="rId3" Type="http://schemas.openxmlformats.org/officeDocument/2006/relationships/image" Target="../media/image1480.png"/></Relationships>
</file>

<file path=ppt/charts/_rels/chart343.xml.rels><?xml version='1.0' encoding='UTF-8' standalone='yes'?>
<Relationships xmlns="http://schemas.openxmlformats.org/package/2006/relationships"><Relationship Id="rId2" Type="http://schemas.openxmlformats.org/officeDocument/2006/relationships/image" Target="../media/image1481.png"/><Relationship Id="rId3" Type="http://schemas.openxmlformats.org/officeDocument/2006/relationships/image" Target="../media/image1482.png"/><Relationship Id="rId4" Type="http://schemas.openxmlformats.org/officeDocument/2006/relationships/image" Target="../media/image1483.png"/><Relationship Id="rId5" Type="http://schemas.openxmlformats.org/officeDocument/2006/relationships/image" Target="../media/image1484.png"/><Relationship Id="rId6" Type="http://schemas.openxmlformats.org/officeDocument/2006/relationships/image" Target="../media/image1485.png"/><Relationship Id="rId7" Type="http://schemas.openxmlformats.org/officeDocument/2006/relationships/image" Target="../media/image1486.png"/><Relationship Id="rId8" Type="http://schemas.openxmlformats.org/officeDocument/2006/relationships/image" Target="../media/image1487.png"/><Relationship Id="rId9" Type="http://schemas.openxmlformats.org/officeDocument/2006/relationships/image" Target="../media/image1488.png"/><Relationship Id="rId10" Type="http://schemas.openxmlformats.org/officeDocument/2006/relationships/image" Target="../media/image1489.png"/><Relationship Id="rId11" Type="http://schemas.openxmlformats.org/officeDocument/2006/relationships/image" Target="../media/image1490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3.3257257001855445</c:v>
                </c:pt>
                <c:pt idx="1">
                  <c:v>4.198811629149746</c:v>
                </c:pt>
                <c:pt idx="2">
                  <c:v>3.9069663342705896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.542431350477664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2240013.0409999997</c:v>
                </c:pt>
                <c:pt idx="2">
                  <c:v>0.0</c:v>
                </c:pt>
                <c:pt idx="3">
                  <c:v>2638109.8030000003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2240013.0409999997</c:v>
                </c:pt>
                <c:pt idx="1">
                  <c:v>398096.76200000057</c:v>
                </c:pt>
                <c:pt idx="2">
                  <c:v>2638109.8030000003</c:v>
                </c:pt>
                <c:pt idx="3">
                  <c:v>1342233.46</c:v>
                </c:pt>
                <c:pt idx="4">
                  <c:v>3980343.2630000003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,,&quot;M&quot;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4.1136781538467115</c:v>
                </c:pt>
                <c:pt idx="1">
                  <c:v>4.9944145569506215</c:v>
                </c:pt>
                <c:pt idx="2">
                  <c:v>4.700011022228323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.59262721517482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8910.202</c:v>
                </c:pt>
                <c:pt idx="2">
                  <c:v>0.0</c:v>
                </c:pt>
                <c:pt idx="3">
                  <c:v>10900.0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8910.202</c:v>
                </c:pt>
                <c:pt idx="1">
                  <c:v>1989.7980000000007</c:v>
                </c:pt>
                <c:pt idx="2">
                  <c:v>10900.0</c:v>
                </c:pt>
                <c:pt idx="3">
                  <c:v>6845.508999999998</c:v>
                </c:pt>
                <c:pt idx="4">
                  <c:v>17745.509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8910.202</c:v>
                </c:pt>
                <c:pt idx="1">
                  <c:v>9274.852</c:v>
                </c:pt>
                <c:pt idx="2">
                  <c:v>9655.396999999999</c:v>
                </c:pt>
                <c:pt idx="3">
                  <c:v>10052.589</c:v>
                </c:pt>
                <c:pt idx="4">
                  <c:v>10467.184000000001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MM&quot;;&quot;MMMMMMMMMMM&quot;;&quot;MM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MM&quot;;&quot;MMMMMMMMMMM&quot;;&quot;MM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2240013.0409999997</c:v>
                </c:pt>
                <c:pt idx="1">
                  <c:v>2314048.926</c:v>
                </c:pt>
                <c:pt idx="2">
                  <c:v>2390768.506</c:v>
                </c:pt>
                <c:pt idx="3">
                  <c:v>2470277.571</c:v>
                </c:pt>
                <c:pt idx="4">
                  <c:v>2552686.3710000003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1235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3528517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10900.0</c:v>
                </c:pt>
                <c:pt idx="1">
                  <c:v>11439.086</c:v>
                </c:pt>
                <c:pt idx="2">
                  <c:v>12006.056</c:v>
                </c:pt>
                <c:pt idx="3">
                  <c:v>12602.421999999999</c:v>
                </c:pt>
                <c:pt idx="4">
                  <c:v>13229.767</c:v>
                </c:pt>
                <c:pt idx="5">
                  <c:v>13889.776999999998</c:v>
                </c:pt>
                <c:pt idx="6">
                  <c:v>14584.228</c:v>
                </c:pt>
                <c:pt idx="7">
                  <c:v>15314.991000000002</c:v>
                </c:pt>
                <c:pt idx="8">
                  <c:v>16084.041000000001</c:v>
                </c:pt>
                <c:pt idx="9">
                  <c:v>16893.478</c:v>
                </c:pt>
                <c:pt idx="10">
                  <c:v>17745.509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MM&quot;;&quot;MMMMMMMMMMM&quot;;&quot;MM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MM&quot;;&quot;MMMMMMMMMMM&quot;;&quot;MM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MM&quot;;&quot;MMMMMMMMMMM&quot;;&quot;MM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MM&quot;;&quot;MMMMMMMMMMM&quot;;&quot;MM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MM&quot;;&quot;MMMMMMMMMMM&quot;;&quot;MM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MM&quot;;&quot;MMMMMMMMMMM&quot;;&quot;MM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MM&quot;;&quot;MMMMMMMMMMM&quot;;&quot;MM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MM&quot;;&quot;MMMMMMMMMMM&quot;;&quot;MM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2638109.8030000003</c:v>
                </c:pt>
                <c:pt idx="1">
                  <c:v>2747625.829</c:v>
                </c:pt>
                <c:pt idx="2">
                  <c:v>2861974.708</c:v>
                </c:pt>
                <c:pt idx="3">
                  <c:v>2981382.3720000004</c:v>
                </c:pt>
                <c:pt idx="4">
                  <c:v>3106085.876</c:v>
                </c:pt>
                <c:pt idx="5">
                  <c:v>3236333.938</c:v>
                </c:pt>
                <c:pt idx="6">
                  <c:v>3372387.5530000003</c:v>
                </c:pt>
                <c:pt idx="7">
                  <c:v>3514520.619</c:v>
                </c:pt>
                <c:pt idx="8">
                  <c:v>3663020.605</c:v>
                </c:pt>
                <c:pt idx="9">
                  <c:v>3818189.238</c:v>
                </c:pt>
                <c:pt idx="10">
                  <c:v>3980343.2630000003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20940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5759094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China</c:v>
                </c:pt>
                <c:pt idx="1">
                  <c:v>Malaysia</c:v>
                </c:pt>
                <c:pt idx="2">
                  <c:v>Spain</c:v>
                </c:pt>
                <c:pt idx="3">
                  <c:v>Thailand</c:v>
                </c:pt>
                <c:pt idx="4">
                  <c:v>Brazil</c:v>
                </c:pt>
                <c:pt idx="5">
                  <c:v>France</c:v>
                </c:pt>
                <c:pt idx="6">
                  <c:v>Netherlands</c:v>
                </c:pt>
                <c:pt idx="7">
                  <c:v>Germany</c:v>
                </c:pt>
                <c:pt idx="8">
                  <c:v>Saudi Arabia</c:v>
                </c:pt>
                <c:pt idx="9">
                  <c:v>India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101.59839916154326</c:v>
                </c:pt>
                <c:pt idx="1">
                  <c:v>105.94801046294018</c:v>
                </c:pt>
                <c:pt idx="2">
                  <c:v>114.39906564440756</c:v>
                </c:pt>
                <c:pt idx="3">
                  <c:v>118.03481530341912</c:v>
                </c:pt>
                <c:pt idx="4">
                  <c:v>118.56183533314837</c:v>
                </c:pt>
                <c:pt idx="5">
                  <c:v>122.97427328206352</c:v>
                </c:pt>
                <c:pt idx="6">
                  <c:v>127.69086905692264</c:v>
                </c:pt>
                <c:pt idx="7">
                  <c:v>131.04241477228166</c:v>
                </c:pt>
                <c:pt idx="8">
                  <c:v>131.4246376031995</c:v>
                </c:pt>
                <c:pt idx="9">
                  <c:v>135.41754590509254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UAE</c:v>
                </c:pt>
                <c:pt idx="1">
                  <c:v>Japan</c:v>
                </c:pt>
                <c:pt idx="2">
                  <c:v>U.K.</c:v>
                </c:pt>
                <c:pt idx="3">
                  <c:v>France</c:v>
                </c:pt>
                <c:pt idx="4">
                  <c:v>Brazil</c:v>
                </c:pt>
                <c:pt idx="5">
                  <c:v>India</c:v>
                </c:pt>
                <c:pt idx="6">
                  <c:v>China</c:v>
                </c:pt>
                <c:pt idx="7">
                  <c:v>Canada</c:v>
                </c:pt>
                <c:pt idx="8">
                  <c:v>Germany</c:v>
                </c:pt>
                <c:pt idx="9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2.7732196393285005</c:v>
                </c:pt>
                <c:pt idx="1">
                  <c:v>3.0427686239255554</c:v>
                </c:pt>
                <c:pt idx="2">
                  <c:v>3.3640449526835785</c:v>
                </c:pt>
                <c:pt idx="3">
                  <c:v>3.71677255847593</c:v>
                </c:pt>
                <c:pt idx="4">
                  <c:v>6.167459570939138</c:v>
                </c:pt>
                <c:pt idx="5">
                  <c:v>7.168656121845723</c:v>
                </c:pt>
                <c:pt idx="6">
                  <c:v>7.648415917647614</c:v>
                </c:pt>
                <c:pt idx="7">
                  <c:v>9.150773156532262</c:v>
                </c:pt>
                <c:pt idx="8">
                  <c:v>14.278689868058022</c:v>
                </c:pt>
                <c:pt idx="9">
                  <c:v>16.5044995193199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10235.621</c:v>
                </c:pt>
                <c:pt idx="1">
                  <c:v>7509.888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0.05583517608325135</c:v>
                </c:pt>
                <c:pt idx="1">
                  <c:v>0.05696867431302756</c:v>
                </c:pt>
                <c:pt idx="2">
                  <c:v>0.05797748773752838</c:v>
                </c:pt>
                <c:pt idx="3">
                  <c:v>0.05948881871056332</c:v>
                </c:pt>
                <c:pt idx="4">
                  <c:v>0.06112483448887365</c:v>
                </c:pt>
                <c:pt idx="5">
                  <c:v>0.06288931339989194</c:v>
                </c:pt>
                <c:pt idx="6">
                  <c:v>0.06440064437292689</c:v>
                </c:pt>
                <c:pt idx="7">
                  <c:v>0.06500139843470829</c:v>
                </c:pt>
                <c:pt idx="8">
                  <c:v>0.06500139843470829</c:v>
                </c:pt>
                <c:pt idx="9">
                  <c:v>0.06404170326683109</c:v>
                </c:pt>
                <c:pt idx="10">
                  <c:v>0.06326336781571809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0.044007582150851154</c:v>
                </c:pt>
                <c:pt idx="1">
                  <c:v>0.04471976916618909</c:v>
                </c:pt>
                <c:pt idx="2">
                  <c:v>0.0457855595248067</c:v>
                </c:pt>
                <c:pt idx="3">
                  <c:v>0.04649276621136604</c:v>
                </c:pt>
                <c:pt idx="4">
                  <c:v>0.04724977618571126</c:v>
                </c:pt>
                <c:pt idx="5">
                  <c:v>0.04888830435386636</c:v>
                </c:pt>
                <c:pt idx="6">
                  <c:v>0.05000887832904842</c:v>
                </c:pt>
                <c:pt idx="7">
                  <c:v>0.051607563866974834</c:v>
                </c:pt>
                <c:pt idx="8">
                  <c:v>0.053290914994137226</c:v>
                </c:pt>
                <c:pt idx="9">
                  <c:v>0.053993141351917975</c:v>
                </c:pt>
                <c:pt idx="10">
                  <c:v>0.054785013627713305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0.040800227156733704</c:v>
                </c:pt>
                <c:pt idx="1">
                  <c:v>0.04045243322392847</c:v>
                </c:pt>
                <c:pt idx="2">
                  <c:v>0.04005247020120245</c:v>
                </c:pt>
                <c:pt idx="3">
                  <c:v>0.03909603688598805</c:v>
                </c:pt>
                <c:pt idx="4">
                  <c:v>0.038246840033388595</c:v>
                </c:pt>
                <c:pt idx="5">
                  <c:v>0.03721794964883977</c:v>
                </c:pt>
                <c:pt idx="6">
                  <c:v>0.03596299320796754</c:v>
                </c:pt>
                <c:pt idx="7">
                  <c:v>0.034568919193973216</c:v>
                </c:pt>
                <c:pt idx="8">
                  <c:v>0.0347341213120557</c:v>
                </c:pt>
                <c:pt idx="9">
                  <c:v>0.033235709118219804</c:v>
                </c:pt>
                <c:pt idx="10">
                  <c:v>0.03125618198400333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35.58616854887598</c:v>
                </c:pt>
                <c:pt idx="1">
                  <c:v>32.65375202892395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25.082456850261742</c:v>
                </c:pt>
                <c:pt idx="1">
                  <c:v>26.581809409134877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12.959205398168944</c:v>
                </c:pt>
                <c:pt idx="1">
                  <c:v>12.804937396676985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11.781534060733712</c:v>
                </c:pt>
                <c:pt idx="1">
                  <c:v>12.784653467712742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7.792098636919398</c:v>
                </c:pt>
                <c:pt idx="1">
                  <c:v>8.422647114794833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6.798536505040234</c:v>
                </c:pt>
                <c:pt idx="1">
                  <c:v>6.752200582756624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33.0</c:v>
                </c:pt>
                <c:pt idx="1">
                  <c:v>30.166697388054644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27.000009174311927</c:v>
                </c:pt>
                <c:pt idx="1">
                  <c:v>28.49338951055166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11.999990825688075</c:v>
                </c:pt>
                <c:pt idx="1">
                  <c:v>13.041784262147683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13.000009174311927</c:v>
                </c:pt>
                <c:pt idx="1">
                  <c:v>12.755469566976075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7.999990825688073</c:v>
                </c:pt>
                <c:pt idx="1">
                  <c:v>8.60414880181797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7.000000000000001</c:v>
                </c:pt>
                <c:pt idx="1">
                  <c:v>6.938510470451989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829578.725</c:v>
                </c:pt>
                <c:pt idx="1">
                  <c:v>850339.716</c:v>
                </c:pt>
                <c:pt idx="2">
                  <c:v>871628.714</c:v>
                </c:pt>
                <c:pt idx="3">
                  <c:v>893459.382</c:v>
                </c:pt>
                <c:pt idx="4">
                  <c:v>915845.747</c:v>
                </c:pt>
                <c:pt idx="5">
                  <c:v>938802.201</c:v>
                </c:pt>
                <c:pt idx="6">
                  <c:v>969801.731</c:v>
                </c:pt>
                <c:pt idx="7">
                  <c:v>1001834.583</c:v>
                </c:pt>
                <c:pt idx="8">
                  <c:v>1034935.551</c:v>
                </c:pt>
                <c:pt idx="9">
                  <c:v>1069140.613</c:v>
                </c:pt>
                <c:pt idx="10">
                  <c:v>1104486.97</c:v>
                </c:pt>
                <c:pt idx="11">
                  <c:v>1141013.091</c:v>
                </c:pt>
                <c:pt idx="12">
                  <c:v>1178758.755</c:v>
                </c:pt>
                <c:pt idx="13">
                  <c:v>1217765.098</c:v>
                </c:pt>
                <c:pt idx="14">
                  <c:v>1258074.657</c:v>
                </c:pt>
                <c:pt idx="15">
                  <c:v>1299731.419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546059.039</c:v>
                </c:pt>
                <c:pt idx="1">
                  <c:v>567303.39</c:v>
                </c:pt>
                <c:pt idx="2">
                  <c:v>589448.544</c:v>
                </c:pt>
                <c:pt idx="3">
                  <c:v>612534.948</c:v>
                </c:pt>
                <c:pt idx="4">
                  <c:v>636604.923</c:v>
                </c:pt>
                <c:pt idx="5">
                  <c:v>661702.753</c:v>
                </c:pt>
                <c:pt idx="6">
                  <c:v>693131.622</c:v>
                </c:pt>
                <c:pt idx="7">
                  <c:v>726140.823</c:v>
                </c:pt>
                <c:pt idx="8">
                  <c:v>760813.17</c:v>
                </c:pt>
                <c:pt idx="9">
                  <c:v>797235.958</c:v>
                </c:pt>
                <c:pt idx="10">
                  <c:v>835501.18</c:v>
                </c:pt>
                <c:pt idx="11">
                  <c:v>875705.805</c:v>
                </c:pt>
                <c:pt idx="12">
                  <c:v>917952.037</c:v>
                </c:pt>
                <c:pt idx="13">
                  <c:v>962347.617</c:v>
                </c:pt>
                <c:pt idx="14">
                  <c:v>1009006.113</c:v>
                </c:pt>
                <c:pt idx="15">
                  <c:v>1058047.26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291064.227</c:v>
                </c:pt>
                <c:pt idx="1">
                  <c:v>300576.418</c:v>
                </c:pt>
                <c:pt idx="2">
                  <c:v>310403.204</c:v>
                </c:pt>
                <c:pt idx="3">
                  <c:v>320555.1</c:v>
                </c:pt>
                <c:pt idx="4">
                  <c:v>331042.977</c:v>
                </c:pt>
                <c:pt idx="5">
                  <c:v>341878.068</c:v>
                </c:pt>
                <c:pt idx="6">
                  <c:v>355788.001</c:v>
                </c:pt>
                <c:pt idx="7">
                  <c:v>370268.204</c:v>
                </c:pt>
                <c:pt idx="8">
                  <c:v>385342.219</c:v>
                </c:pt>
                <c:pt idx="9">
                  <c:v>401034.564</c:v>
                </c:pt>
                <c:pt idx="10">
                  <c:v>417370.776</c:v>
                </c:pt>
                <c:pt idx="11">
                  <c:v>434377.452</c:v>
                </c:pt>
                <c:pt idx="12">
                  <c:v>452082.3</c:v>
                </c:pt>
                <c:pt idx="13">
                  <c:v>470514.172</c:v>
                </c:pt>
                <c:pt idx="14">
                  <c:v>489703.124</c:v>
                </c:pt>
                <c:pt idx="15">
                  <c:v>509680.463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253292.923</c:v>
                </c:pt>
                <c:pt idx="1">
                  <c:v>263816.859</c:v>
                </c:pt>
                <c:pt idx="2">
                  <c:v>274808.294</c:v>
                </c:pt>
                <c:pt idx="3">
                  <c:v>286288.929</c:v>
                </c:pt>
                <c:pt idx="4">
                  <c:v>298281.493</c:v>
                </c:pt>
                <c:pt idx="5">
                  <c:v>310809.805</c:v>
                </c:pt>
                <c:pt idx="6">
                  <c:v>326368.02</c:v>
                </c:pt>
                <c:pt idx="7">
                  <c:v>342740.682</c:v>
                </c:pt>
                <c:pt idx="8">
                  <c:v>359971.817</c:v>
                </c:pt>
                <c:pt idx="9">
                  <c:v>378107.892</c:v>
                </c:pt>
                <c:pt idx="10">
                  <c:v>397197.942</c:v>
                </c:pt>
                <c:pt idx="11">
                  <c:v>417293.72</c:v>
                </c:pt>
                <c:pt idx="12">
                  <c:v>438449.85</c:v>
                </c:pt>
                <c:pt idx="13">
                  <c:v>460723.987</c:v>
                </c:pt>
                <c:pt idx="14">
                  <c:v>484176.985</c:v>
                </c:pt>
                <c:pt idx="15">
                  <c:v>508873.093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167338.713</c:v>
                </c:pt>
                <c:pt idx="1">
                  <c:v>174359.954</c:v>
                </c:pt>
                <c:pt idx="2">
                  <c:v>181679.95</c:v>
                </c:pt>
                <c:pt idx="3">
                  <c:v>189311.58</c:v>
                </c:pt>
                <c:pt idx="4">
                  <c:v>197268.292</c:v>
                </c:pt>
                <c:pt idx="5">
                  <c:v>205564.118</c:v>
                </c:pt>
                <c:pt idx="6">
                  <c:v>215846.788</c:v>
                </c:pt>
                <c:pt idx="7">
                  <c:v>226648.909</c:v>
                </c:pt>
                <c:pt idx="8">
                  <c:v>237996.978</c:v>
                </c:pt>
                <c:pt idx="9">
                  <c:v>249918.847</c:v>
                </c:pt>
                <c:pt idx="10">
                  <c:v>262443.808</c:v>
                </c:pt>
                <c:pt idx="11">
                  <c:v>275602.66</c:v>
                </c:pt>
                <c:pt idx="12">
                  <c:v>289427.787</c:v>
                </c:pt>
                <c:pt idx="13">
                  <c:v>303953.249</c:v>
                </c:pt>
                <c:pt idx="14">
                  <c:v>319214.855</c:v>
                </c:pt>
                <c:pt idx="15">
                  <c:v>335250.267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layout>
                <c:manualLayout>
                  <c:x val="0"/>
                  <c:y val="-0.0830"/>
                </c:manualLayout>
              </c:layout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8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9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152679.414</c:v>
                </c:pt>
                <c:pt idx="1">
                  <c:v>157652.589</c:v>
                </c:pt>
                <c:pt idx="2">
                  <c:v>162799.8</c:v>
                </c:pt>
                <c:pt idx="3">
                  <c:v>168127.632</c:v>
                </c:pt>
                <c:pt idx="4">
                  <c:v>173642.939</c:v>
                </c:pt>
                <c:pt idx="5">
                  <c:v>179352.858</c:v>
                </c:pt>
                <c:pt idx="6">
                  <c:v>186689.667</c:v>
                </c:pt>
                <c:pt idx="7">
                  <c:v>194341.507</c:v>
                </c:pt>
                <c:pt idx="8">
                  <c:v>202322.637</c:v>
                </c:pt>
                <c:pt idx="9">
                  <c:v>210648.002</c:v>
                </c:pt>
                <c:pt idx="10">
                  <c:v>219333.262</c:v>
                </c:pt>
                <c:pt idx="11">
                  <c:v>228394.825</c:v>
                </c:pt>
                <c:pt idx="12">
                  <c:v>237849.89</c:v>
                </c:pt>
                <c:pt idx="13">
                  <c:v>247716.482</c:v>
                </c:pt>
                <c:pt idx="14">
                  <c:v>258013.504</c:v>
                </c:pt>
                <c:pt idx="15">
                  <c:v>268760.761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,,&quot;M&quot;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3065.726</c:v>
                </c:pt>
                <c:pt idx="1">
                  <c:v>3165.233</c:v>
                </c:pt>
                <c:pt idx="2">
                  <c:v>3268.003</c:v>
                </c:pt>
                <c:pt idx="3">
                  <c:v>3374.146</c:v>
                </c:pt>
                <c:pt idx="4">
                  <c:v>3483.774</c:v>
                </c:pt>
                <c:pt idx="5">
                  <c:v>3597.0</c:v>
                </c:pt>
                <c:pt idx="6">
                  <c:v>3742.722</c:v>
                </c:pt>
                <c:pt idx="7">
                  <c:v>3894.387</c:v>
                </c:pt>
                <c:pt idx="8">
                  <c:v>4052.241</c:v>
                </c:pt>
                <c:pt idx="9">
                  <c:v>4216.537</c:v>
                </c:pt>
                <c:pt idx="10">
                  <c:v>4387.542</c:v>
                </c:pt>
                <c:pt idx="11">
                  <c:v>4565.529</c:v>
                </c:pt>
                <c:pt idx="12">
                  <c:v>4750.786</c:v>
                </c:pt>
                <c:pt idx="13">
                  <c:v>4943.613</c:v>
                </c:pt>
                <c:pt idx="14">
                  <c:v>5144.321</c:v>
                </c:pt>
                <c:pt idx="15">
                  <c:v>5353.234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2342.875</c:v>
                </c:pt>
                <c:pt idx="1">
                  <c:v>2451.597</c:v>
                </c:pt>
                <c:pt idx="2">
                  <c:v>2565.686</c:v>
                </c:pt>
                <c:pt idx="3">
                  <c:v>2685.419</c:v>
                </c:pt>
                <c:pt idx="4">
                  <c:v>2811.088</c:v>
                </c:pt>
                <c:pt idx="5">
                  <c:v>2943.001</c:v>
                </c:pt>
                <c:pt idx="6">
                  <c:v>3105.025</c:v>
                </c:pt>
                <c:pt idx="7">
                  <c:v>3276.359</c:v>
                </c:pt>
                <c:pt idx="8">
                  <c:v>3457.56</c:v>
                </c:pt>
                <c:pt idx="9">
                  <c:v>3649.214</c:v>
                </c:pt>
                <c:pt idx="10">
                  <c:v>3851.941</c:v>
                </c:pt>
                <c:pt idx="11">
                  <c:v>4066.408</c:v>
                </c:pt>
                <c:pt idx="12">
                  <c:v>4293.309</c:v>
                </c:pt>
                <c:pt idx="13">
                  <c:v>4533.39</c:v>
                </c:pt>
                <c:pt idx="14">
                  <c:v>4787.442</c:v>
                </c:pt>
                <c:pt idx="15">
                  <c:v>5056.297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East Asia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1165.472</c:v>
                </c:pt>
                <c:pt idx="1">
                  <c:v>1211.894</c:v>
                </c:pt>
                <c:pt idx="2">
                  <c:v>1260.181</c:v>
                </c:pt>
                <c:pt idx="3">
                  <c:v>1310.408</c:v>
                </c:pt>
                <c:pt idx="4">
                  <c:v>1362.653</c:v>
                </c:pt>
                <c:pt idx="5">
                  <c:v>1417.001</c:v>
                </c:pt>
                <c:pt idx="6">
                  <c:v>1484.868</c:v>
                </c:pt>
                <c:pt idx="7">
                  <c:v>1556.006</c:v>
                </c:pt>
                <c:pt idx="8">
                  <c:v>1630.571</c:v>
                </c:pt>
                <c:pt idx="9">
                  <c:v>1708.73</c:v>
                </c:pt>
                <c:pt idx="10">
                  <c:v>1790.657</c:v>
                </c:pt>
                <c:pt idx="11">
                  <c:v>1876.535</c:v>
                </c:pt>
                <c:pt idx="12">
                  <c:v>1966.555</c:v>
                </c:pt>
                <c:pt idx="13">
                  <c:v>2060.917</c:v>
                </c:pt>
                <c:pt idx="14">
                  <c:v>2159.833</c:v>
                </c:pt>
                <c:pt idx="15">
                  <c:v>2263.523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South Asia &amp; Pacific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1025.065</c:v>
                </c:pt>
                <c:pt idx="1">
                  <c:v>1076.053</c:v>
                </c:pt>
                <c:pt idx="2">
                  <c:v>1129.694</c:v>
                </c:pt>
                <c:pt idx="3">
                  <c:v>1186.133</c:v>
                </c:pt>
                <c:pt idx="4">
                  <c:v>1245.514</c:v>
                </c:pt>
                <c:pt idx="5">
                  <c:v>1307.999</c:v>
                </c:pt>
                <c:pt idx="6">
                  <c:v>1384.22</c:v>
                </c:pt>
                <c:pt idx="7">
                  <c:v>1465.025</c:v>
                </c:pt>
                <c:pt idx="8">
                  <c:v>1550.696</c:v>
                </c:pt>
                <c:pt idx="9">
                  <c:v>1641.528</c:v>
                </c:pt>
                <c:pt idx="10">
                  <c:v>1737.848</c:v>
                </c:pt>
                <c:pt idx="11">
                  <c:v>1839.989</c:v>
                </c:pt>
                <c:pt idx="12">
                  <c:v>1948.315</c:v>
                </c:pt>
                <c:pt idx="13">
                  <c:v>2063.203</c:v>
                </c:pt>
                <c:pt idx="14">
                  <c:v>2185.064</c:v>
                </c:pt>
                <c:pt idx="15">
                  <c:v>2314.331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Latin America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685.04</c:v>
                </c:pt>
                <c:pt idx="1">
                  <c:v>718.882</c:v>
                </c:pt>
                <c:pt idx="2">
                  <c:v>754.41</c:v>
                </c:pt>
                <c:pt idx="3">
                  <c:v>791.714</c:v>
                </c:pt>
                <c:pt idx="4">
                  <c:v>830.878</c:v>
                </c:pt>
                <c:pt idx="5">
                  <c:v>871.999</c:v>
                </c:pt>
                <c:pt idx="6">
                  <c:v>922.153</c:v>
                </c:pt>
                <c:pt idx="7">
                  <c:v>975.211</c:v>
                </c:pt>
                <c:pt idx="8">
                  <c:v>1031.343</c:v>
                </c:pt>
                <c:pt idx="9">
                  <c:v>1090.731</c:v>
                </c:pt>
                <c:pt idx="10">
                  <c:v>1153.561</c:v>
                </c:pt>
                <c:pt idx="11">
                  <c:v>1220.038</c:v>
                </c:pt>
                <c:pt idx="12">
                  <c:v>1290.373</c:v>
                </c:pt>
                <c:pt idx="13">
                  <c:v>1364.792</c:v>
                </c:pt>
                <c:pt idx="14">
                  <c:v>1443.534</c:v>
                </c:pt>
                <c:pt idx="15">
                  <c:v>1526.85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Middle East &amp; Africa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layout>
                <c:manualLayout>
                  <c:x val="0"/>
                  <c:y val="-0.0830"/>
                </c:manualLayout>
              </c:layout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8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9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layout>
                <c:manualLayout>
                  <c:x val="0"/>
                  <c:y val="-0.0830"/>
                </c:manualLayout>
              </c:layout>
              <c:idx val="1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626.024</c:v>
                </c:pt>
                <c:pt idx="1">
                  <c:v>651.193</c:v>
                </c:pt>
                <c:pt idx="2">
                  <c:v>677.423</c:v>
                </c:pt>
                <c:pt idx="3">
                  <c:v>704.769</c:v>
                </c:pt>
                <c:pt idx="4">
                  <c:v>733.277</c:v>
                </c:pt>
                <c:pt idx="5">
                  <c:v>763.0</c:v>
                </c:pt>
                <c:pt idx="6">
                  <c:v>800.098</c:v>
                </c:pt>
                <c:pt idx="7">
                  <c:v>839.068</c:v>
                </c:pt>
                <c:pt idx="8">
                  <c:v>880.011</c:v>
                </c:pt>
                <c:pt idx="9">
                  <c:v>923.027</c:v>
                </c:pt>
                <c:pt idx="10">
                  <c:v>968.228</c:v>
                </c:pt>
                <c:pt idx="11">
                  <c:v>1015.729</c:v>
                </c:pt>
                <c:pt idx="12">
                  <c:v>1065.653</c:v>
                </c:pt>
                <c:pt idx="13">
                  <c:v>1118.126</c:v>
                </c:pt>
                <c:pt idx="14">
                  <c:v>1173.284</c:v>
                </c:pt>
                <c:pt idx="15">
                  <c:v>1231.274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57.58620745666684</c:v>
                </c:pt>
                <c:pt idx="1">
                  <c:v>55.98159609653863</c:v>
                </c:pt>
                <c:pt idx="2">
                  <c:v>57.08861805247837</c:v>
                </c:pt>
                <c:pt idx="3">
                  <c:v>58.14302275690038</c:v>
                </c:pt>
                <c:pt idx="4">
                  <c:v>58.31039988355114</c:v>
                </c:pt>
                <c:pt idx="5">
                  <c:v>57.640652360797226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42.41379254333317</c:v>
                </c:pt>
                <c:pt idx="1">
                  <c:v>44.018403903461376</c:v>
                </c:pt>
                <c:pt idx="2">
                  <c:v>42.91138194752163</c:v>
                </c:pt>
                <c:pt idx="3">
                  <c:v>41.85697724309962</c:v>
                </c:pt>
                <c:pt idx="4">
                  <c:v>41.68960011644885</c:v>
                </c:pt>
                <c:pt idx="5">
                  <c:v>42.359347639202774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107.99974077981456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111.06077064220183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10235.621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89.6096270615963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88.93922935779817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7509.888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6052.812</c:v>
                </c:pt>
                <c:pt idx="2">
                  <c:v>6718.45</c:v>
                </c:pt>
                <c:pt idx="3">
                  <c:v>7459.991</c:v>
                </c:pt>
                <c:pt idx="4">
                  <c:v>8286.444</c:v>
                </c:pt>
                <c:pt idx="5">
                  <c:v>9207.875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6052.812</c:v>
                </c:pt>
                <c:pt idx="1">
                  <c:v>665.6379999999999</c:v>
                </c:pt>
                <c:pt idx="2">
                  <c:v>741.5410000000002</c:v>
                </c:pt>
                <c:pt idx="3">
                  <c:v>826.4529999999995</c:v>
                </c:pt>
                <c:pt idx="4">
                  <c:v>921.4310000000005</c:v>
                </c:pt>
                <c:pt idx="5">
                  <c:v>1027.7459999999992</c:v>
                </c:pt>
                <c:pt idx="6">
                  <c:v>10235.621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4847.188</c:v>
                </c:pt>
                <c:pt idx="2">
                  <c:v>5287.606</c:v>
                </c:pt>
                <c:pt idx="3">
                  <c:v>5769.776</c:v>
                </c:pt>
                <c:pt idx="4">
                  <c:v>6297.784</c:v>
                </c:pt>
                <c:pt idx="5">
                  <c:v>6876.166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4847.188</c:v>
                </c:pt>
                <c:pt idx="1">
                  <c:v>440.41799999999967</c:v>
                </c:pt>
                <c:pt idx="2">
                  <c:v>482.1700000000001</c:v>
                </c:pt>
                <c:pt idx="3">
                  <c:v>528.0079999999998</c:v>
                </c:pt>
                <c:pt idx="4">
                  <c:v>578.3820000000005</c:v>
                </c:pt>
                <c:pt idx="5">
                  <c:v>633.7219999999998</c:v>
                </c:pt>
                <c:pt idx="6">
                  <c:v>7509.888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54.46273833073594</c:v>
                </c:pt>
                <c:pt idx="1">
                  <c:v>55.530385321100916</c:v>
                </c:pt>
                <c:pt idx="2">
                  <c:v>57.68006429119615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45.53726166926407</c:v>
                </c:pt>
                <c:pt idx="1">
                  <c:v>44.469614678899084</c:v>
                </c:pt>
                <c:pt idx="2">
                  <c:v>42.31993570880385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54.17518765116457</c:v>
                </c:pt>
                <c:pt idx="1">
                  <c:v>56.39715754658285</c:v>
                </c:pt>
                <c:pt idx="2">
                  <c:v>53.5493564677717</c:v>
                </c:pt>
                <c:pt idx="3">
                  <c:v>53.41271408454538</c:v>
                </c:pt>
                <c:pt idx="4">
                  <c:v>54.363895158848464</c:v>
                </c:pt>
                <c:pt idx="5">
                  <c:v>54.74483274969859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45.824812348835444</c:v>
                </c:pt>
                <c:pt idx="1">
                  <c:v>43.60284245341717</c:v>
                </c:pt>
                <c:pt idx="2">
                  <c:v>46.4506435322283</c:v>
                </c:pt>
                <c:pt idx="3">
                  <c:v>46.587285915454615</c:v>
                </c:pt>
                <c:pt idx="4">
                  <c:v>45.63610484115153</c:v>
                </c:pt>
                <c:pt idx="5">
                  <c:v>45.2551672503014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88.32587040978127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115.05746788990825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9655.813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114.93688503525155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84.94253211009175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8089.696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5.0"/>
          <c:min val="8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6270.632</c:v>
                </c:pt>
                <c:pt idx="2">
                  <c:v>6833.23</c:v>
                </c:pt>
                <c:pt idx="3">
                  <c:v>7447.88</c:v>
                </c:pt>
                <c:pt idx="4">
                  <c:v>8119.483</c:v>
                </c:pt>
                <c:pt idx="5">
                  <c:v>8853.508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6270.632</c:v>
                </c:pt>
                <c:pt idx="1">
                  <c:v>562.598</c:v>
                </c:pt>
                <c:pt idx="2">
                  <c:v>614.6500000000005</c:v>
                </c:pt>
                <c:pt idx="3">
                  <c:v>671.6030000000001</c:v>
                </c:pt>
                <c:pt idx="4">
                  <c:v>734.0249999999996</c:v>
                </c:pt>
                <c:pt idx="5">
                  <c:v>802.3050000000003</c:v>
                </c:pt>
                <c:pt idx="6">
                  <c:v>9655.813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4629.368</c:v>
                </c:pt>
                <c:pt idx="2">
                  <c:v>5172.826</c:v>
                </c:pt>
                <c:pt idx="3">
                  <c:v>5781.887</c:v>
                </c:pt>
                <c:pt idx="4">
                  <c:v>6464.745</c:v>
                </c:pt>
                <c:pt idx="5">
                  <c:v>7230.532999999999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4629.368</c:v>
                </c:pt>
                <c:pt idx="1">
                  <c:v>543.4579999999996</c:v>
                </c:pt>
                <c:pt idx="2">
                  <c:v>609.0609999999997</c:v>
                </c:pt>
                <c:pt idx="3">
                  <c:v>682.8580000000002</c:v>
                </c:pt>
                <c:pt idx="4">
                  <c:v>765.7879999999996</c:v>
                </c:pt>
                <c:pt idx="5">
                  <c:v>859.1630000000005</c:v>
                </c:pt>
                <c:pt idx="6">
                  <c:v>8089.696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59.044183285631455</c:v>
                </c:pt>
                <c:pt idx="1">
                  <c:v>57.528733944954126</c:v>
                </c:pt>
                <c:pt idx="2">
                  <c:v>54.41271366180593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40.95581671436854</c:v>
                </c:pt>
                <c:pt idx="1">
                  <c:v>42.471266055045874</c:v>
                </c:pt>
                <c:pt idx="2">
                  <c:v>45.587286338194076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16.85230095007285</c:v>
                </c:pt>
                <c:pt idx="1">
                  <c:v>16.39800897272162</c:v>
                </c:pt>
                <c:pt idx="2">
                  <c:v>16.816793997675305</c:v>
                </c:pt>
                <c:pt idx="3">
                  <c:v>15.237621584812198</c:v>
                </c:pt>
                <c:pt idx="4">
                  <c:v>17.012806011988616</c:v>
                </c:pt>
                <c:pt idx="5">
                  <c:v>17.71004219131837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22.11863484488424</c:v>
                </c:pt>
                <c:pt idx="1">
                  <c:v>20.31450371680257</c:v>
                </c:pt>
                <c:pt idx="2">
                  <c:v>22.351529010308266</c:v>
                </c:pt>
                <c:pt idx="3">
                  <c:v>22.673420526277358</c:v>
                </c:pt>
                <c:pt idx="4">
                  <c:v>20.115392746905496</c:v>
                </c:pt>
                <c:pt idx="5">
                  <c:v>23.222934024554128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17.204618955650812</c:v>
                </c:pt>
                <c:pt idx="1">
                  <c:v>19.274322952483875</c:v>
                </c:pt>
                <c:pt idx="2">
                  <c:v>17.22014753108318</c:v>
                </c:pt>
                <c:pt idx="3">
                  <c:v>16.454301480643867</c:v>
                </c:pt>
                <c:pt idx="4">
                  <c:v>16.979184569260866</c:v>
                </c:pt>
                <c:pt idx="5">
                  <c:v>15.50868129433535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14.023523602382573</c:v>
                </c:pt>
                <c:pt idx="1">
                  <c:v>15.299931230965717</c:v>
                </c:pt>
                <c:pt idx="2">
                  <c:v>14.327797862005376</c:v>
                </c:pt>
                <c:pt idx="3">
                  <c:v>16.096401076596216</c:v>
                </c:pt>
                <c:pt idx="4">
                  <c:v>16.71525624384802</c:v>
                </c:pt>
                <c:pt idx="5">
                  <c:v>14.067963403056918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7.600176727519625</c:v>
                </c:pt>
                <c:pt idx="1">
                  <c:v>6.6822543144382225</c:v>
                </c:pt>
                <c:pt idx="2">
                  <c:v>9.005210019955618</c:v>
                </c:pt>
                <c:pt idx="3">
                  <c:v>7.809038551529578</c:v>
                </c:pt>
                <c:pt idx="4">
                  <c:v>8.52730763244327</c:v>
                </c:pt>
                <c:pt idx="5">
                  <c:v>7.946691663394501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2.364136658452952</c:v>
                </c:pt>
                <c:pt idx="1">
                  <c:v>2.4911418934407443</c:v>
                </c:pt>
                <c:pt idx="2">
                  <c:v>2.642031912200583</c:v>
                </c:pt>
                <c:pt idx="3">
                  <c:v>2.3958111436955214</c:v>
                </c:pt>
                <c:pt idx="4">
                  <c:v>2.8112865996597907</c:v>
                </c:pt>
                <c:pt idx="5">
                  <c:v>3.062728063073649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13.981372139751183</c:v>
                </c:pt>
                <c:pt idx="1">
                  <c:v>13.177260372662673</c:v>
                </c:pt>
                <c:pt idx="2">
                  <c:v>12.00827206085381</c:v>
                </c:pt>
                <c:pt idx="3">
                  <c:v>13.394756411248002</c:v>
                </c:pt>
                <c:pt idx="4">
                  <c:v>12.427315879585397</c:v>
                </c:pt>
                <c:pt idx="5">
                  <c:v>13.318808779888942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5.855236121285757</c:v>
                </c:pt>
                <c:pt idx="1">
                  <c:v>6.3625765464845925</c:v>
                </c:pt>
                <c:pt idx="2">
                  <c:v>5.628217605917854</c:v>
                </c:pt>
                <c:pt idx="3">
                  <c:v>5.93864922519726</c:v>
                </c:pt>
                <c:pt idx="4">
                  <c:v>5.4114503163085566</c:v>
                </c:pt>
                <c:pt idx="5">
                  <c:v>5.162150580378141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102.71025982099815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133.4896880733945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2999.45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134.00924223017014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148.73174311926604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3873.455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73.0082838727054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152.1298348623853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2965.449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83.84179268872505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131.55163302752294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2701.376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136.06241881879652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54.64007339449542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1436.74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102.90525707784496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21.720293577981653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488.497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114.3047335642003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96.74245871559633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2296.504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34.12089990755227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60.9942752293578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984.038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7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1818.797</c:v>
                </c:pt>
                <c:pt idx="2">
                  <c:v>2008.4930000000002</c:v>
                </c:pt>
                <c:pt idx="3">
                  <c:v>2218.904</c:v>
                </c:pt>
                <c:pt idx="4">
                  <c:v>2452.385</c:v>
                </c:pt>
                <c:pt idx="5">
                  <c:v>2711.585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1818.797</c:v>
                </c:pt>
                <c:pt idx="1">
                  <c:v>189.69600000000014</c:v>
                </c:pt>
                <c:pt idx="2">
                  <c:v>210.41099999999983</c:v>
                </c:pt>
                <c:pt idx="3">
                  <c:v>233.48100000000022</c:v>
                </c:pt>
                <c:pt idx="4">
                  <c:v>259.1999999999998</c:v>
                </c:pt>
                <c:pt idx="5">
                  <c:v>287.8649999999998</c:v>
                </c:pt>
                <c:pt idx="6">
                  <c:v>2999.45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2026.47</c:v>
                </c:pt>
                <c:pt idx="2">
                  <c:v>2311.307</c:v>
                </c:pt>
                <c:pt idx="3">
                  <c:v>2633.321</c:v>
                </c:pt>
                <c:pt idx="4">
                  <c:v>2997.294</c:v>
                </c:pt>
                <c:pt idx="5">
                  <c:v>3408.639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2026.47</c:v>
                </c:pt>
                <c:pt idx="1">
                  <c:v>284.83699999999976</c:v>
                </c:pt>
                <c:pt idx="2">
                  <c:v>322.0140000000001</c:v>
                </c:pt>
                <c:pt idx="3">
                  <c:v>363.97299999999996</c:v>
                </c:pt>
                <c:pt idx="4">
                  <c:v>411.34500000000025</c:v>
                </c:pt>
                <c:pt idx="5">
                  <c:v>464.8159999999998</c:v>
                </c:pt>
                <c:pt idx="6">
                  <c:v>3873.455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2072.769</c:v>
                </c:pt>
                <c:pt idx="2">
                  <c:v>2227.013</c:v>
                </c:pt>
                <c:pt idx="3">
                  <c:v>2392.619</c:v>
                </c:pt>
                <c:pt idx="4">
                  <c:v>2570.35</c:v>
                </c:pt>
                <c:pt idx="5">
                  <c:v>2761.009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2072.769</c:v>
                </c:pt>
                <c:pt idx="1">
                  <c:v>154.24400000000014</c:v>
                </c:pt>
                <c:pt idx="2">
                  <c:v>165.60600000000022</c:v>
                </c:pt>
                <c:pt idx="3">
                  <c:v>177.73099999999977</c:v>
                </c:pt>
                <c:pt idx="4">
                  <c:v>190.6590000000001</c:v>
                </c:pt>
                <c:pt idx="5">
                  <c:v>204.44000000000005</c:v>
                </c:pt>
                <c:pt idx="6">
                  <c:v>2965.449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1792.391</c:v>
                </c:pt>
                <c:pt idx="2">
                  <c:v>1944.444</c:v>
                </c:pt>
                <c:pt idx="3">
                  <c:v>2110.051</c:v>
                </c:pt>
                <c:pt idx="4">
                  <c:v>2290.473</c:v>
                </c:pt>
                <c:pt idx="5">
                  <c:v>2487.077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1792.391</c:v>
                </c:pt>
                <c:pt idx="1">
                  <c:v>152.05299999999988</c:v>
                </c:pt>
                <c:pt idx="2">
                  <c:v>165.60699999999997</c:v>
                </c:pt>
                <c:pt idx="3">
                  <c:v>180.42200000000003</c:v>
                </c:pt>
                <c:pt idx="4">
                  <c:v>196.60400000000027</c:v>
                </c:pt>
                <c:pt idx="5">
                  <c:v>214.29899999999998</c:v>
                </c:pt>
                <c:pt idx="6">
                  <c:v>2701.376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744.471</c:v>
                </c:pt>
                <c:pt idx="2">
                  <c:v>850.785</c:v>
                </c:pt>
                <c:pt idx="3">
                  <c:v>971.199</c:v>
                </c:pt>
                <c:pt idx="4">
                  <c:v>1107.559</c:v>
                </c:pt>
                <c:pt idx="5">
                  <c:v>1261.951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744.471</c:v>
                </c:pt>
                <c:pt idx="1">
                  <c:v>106.31399999999996</c:v>
                </c:pt>
                <c:pt idx="2">
                  <c:v>120.41399999999999</c:v>
                </c:pt>
                <c:pt idx="3">
                  <c:v>136.36</c:v>
                </c:pt>
                <c:pt idx="4">
                  <c:v>154.39200000000005</c:v>
                </c:pt>
                <c:pt idx="5">
                  <c:v>174.789</c:v>
                </c:pt>
                <c:pt idx="6">
                  <c:v>1436.74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295.939</c:v>
                </c:pt>
                <c:pt idx="2">
                  <c:v>326.878</c:v>
                </c:pt>
                <c:pt idx="3">
                  <c:v>361.191</c:v>
                </c:pt>
                <c:pt idx="4">
                  <c:v>399.269</c:v>
                </c:pt>
                <c:pt idx="5">
                  <c:v>441.546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295.939</c:v>
                </c:pt>
                <c:pt idx="1">
                  <c:v>30.938999999999965</c:v>
                </c:pt>
                <c:pt idx="2">
                  <c:v>34.31299999999999</c:v>
                </c:pt>
                <c:pt idx="3">
                  <c:v>38.07800000000003</c:v>
                </c:pt>
                <c:pt idx="4">
                  <c:v>42.27699999999999</c:v>
                </c:pt>
                <c:pt idx="5">
                  <c:v>46.95100000000002</c:v>
                </c:pt>
                <c:pt idx="6">
                  <c:v>488.497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1318.116</c:v>
                </c:pt>
                <c:pt idx="2">
                  <c:v>1472.417</c:v>
                </c:pt>
                <c:pt idx="3">
                  <c:v>1645.032</c:v>
                </c:pt>
                <c:pt idx="4">
                  <c:v>1838.196</c:v>
                </c:pt>
                <c:pt idx="5">
                  <c:v>2054.41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1318.116</c:v>
                </c:pt>
                <c:pt idx="1">
                  <c:v>154.30099999999993</c:v>
                </c:pt>
                <c:pt idx="2">
                  <c:v>172.615</c:v>
                </c:pt>
                <c:pt idx="3">
                  <c:v>193.164</c:v>
                </c:pt>
                <c:pt idx="4">
                  <c:v>216.21399999999994</c:v>
                </c:pt>
                <c:pt idx="5">
                  <c:v>242.09400000000005</c:v>
                </c:pt>
                <c:pt idx="6">
                  <c:v>2296.504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831.047</c:v>
                </c:pt>
                <c:pt idx="2">
                  <c:v>864.719</c:v>
                </c:pt>
                <c:pt idx="3">
                  <c:v>897.45</c:v>
                </c:pt>
                <c:pt idx="4">
                  <c:v>928.702</c:v>
                </c:pt>
                <c:pt idx="5">
                  <c:v>957.824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831.047</c:v>
                </c:pt>
                <c:pt idx="1">
                  <c:v>33.672000000000025</c:v>
                </c:pt>
                <c:pt idx="2">
                  <c:v>32.730999999999995</c:v>
                </c:pt>
                <c:pt idx="3">
                  <c:v>31.251999999999953</c:v>
                </c:pt>
                <c:pt idx="4">
                  <c:v>29.121999999999957</c:v>
                </c:pt>
                <c:pt idx="5">
                  <c:v>26.214000000000055</c:v>
                </c:pt>
                <c:pt idx="6">
                  <c:v>984.038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16.913320259181557</c:v>
                </c:pt>
                <c:pt idx="1">
                  <c:v>18.591467889908255</c:v>
                </c:pt>
                <c:pt idx="2">
                  <c:v>21.82780443209603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16.580420960153315</c:v>
                </c:pt>
                <c:pt idx="1">
                  <c:v>16.68621100917431</c:v>
                </c:pt>
                <c:pt idx="2">
                  <c:v>16.90258645159178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20.197690243161716</c:v>
                </c:pt>
                <c:pt idx="1">
                  <c:v>19.016229357798164</c:v>
                </c:pt>
                <c:pt idx="2">
                  <c:v>16.710983043653467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17.074786856684057</c:v>
                </c:pt>
                <c:pt idx="1">
                  <c:v>16.443954128440367</c:v>
                </c:pt>
                <c:pt idx="2">
                  <c:v>15.222871319160248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11.66160991636329</c:v>
                </c:pt>
                <c:pt idx="1">
                  <c:v>12.092807339449541</c:v>
                </c:pt>
                <c:pt idx="2">
                  <c:v>12.941325041733096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6.182250413626987</c:v>
                </c:pt>
                <c:pt idx="1">
                  <c:v>6.830009174311927</c:v>
                </c:pt>
                <c:pt idx="2">
                  <c:v>8.096358351851165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8.693731073661407</c:v>
                </c:pt>
                <c:pt idx="1">
                  <c:v>7.624284403669725</c:v>
                </c:pt>
                <c:pt idx="2">
                  <c:v>5.545279090050334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2.6961902771676782</c:v>
                </c:pt>
                <c:pt idx="1">
                  <c:v>2.7150366972477067</c:v>
                </c:pt>
                <c:pt idx="2">
                  <c:v>2.7527922698638854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17.57090623208157</c:v>
                </c:pt>
                <c:pt idx="1">
                  <c:v>16.844287258080364</c:v>
                </c:pt>
                <c:pt idx="2">
                  <c:v>19.96180290635439</c:v>
                </c:pt>
                <c:pt idx="3">
                  <c:v>17.624747713270054</c:v>
                </c:pt>
                <c:pt idx="4">
                  <c:v>19.143416614965457</c:v>
                </c:pt>
                <c:pt idx="5">
                  <c:v>18.19374979685177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48.347727638202386</c:v>
                </c:pt>
                <c:pt idx="1">
                  <c:v>50.90329763892982</c:v>
                </c:pt>
                <c:pt idx="2">
                  <c:v>45.72915760078426</c:v>
                </c:pt>
                <c:pt idx="3">
                  <c:v>50.66829247847434</c:v>
                </c:pt>
                <c:pt idx="4">
                  <c:v>45.563344083624834</c:v>
                </c:pt>
                <c:pt idx="5">
                  <c:v>47.52706494802955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5.074093987203499</c:v>
                </c:pt>
                <c:pt idx="1">
                  <c:v>3.8282738972394146</c:v>
                </c:pt>
                <c:pt idx="2">
                  <c:v>4.943090925075646</c:v>
                </c:pt>
                <c:pt idx="3">
                  <c:v>4.959835045203128</c:v>
                </c:pt>
                <c:pt idx="4">
                  <c:v>4.7425022699418165</c:v>
                </c:pt>
                <c:pt idx="5">
                  <c:v>5.03940235005606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29.00727214251255</c:v>
                </c:pt>
                <c:pt idx="1">
                  <c:v>28.424141205750402</c:v>
                </c:pt>
                <c:pt idx="2">
                  <c:v>29.36594856778571</c:v>
                </c:pt>
                <c:pt idx="3">
                  <c:v>26.747124763052476</c:v>
                </c:pt>
                <c:pt idx="4">
                  <c:v>30.55073703146789</c:v>
                </c:pt>
                <c:pt idx="5">
                  <c:v>29.23978290506262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123.11944327301727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66.17658715596329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3275.17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109.08794041952822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181.96033027522935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8428.285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43.6809565536532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25.349688073394493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857.169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83.40176873790008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126.51339449541284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5184.885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1803.312</c:v>
                </c:pt>
                <c:pt idx="2">
                  <c:v>2037.598</c:v>
                </c:pt>
                <c:pt idx="3">
                  <c:v>2298.573</c:v>
                </c:pt>
                <c:pt idx="4">
                  <c:v>2589.404</c:v>
                </c:pt>
                <c:pt idx="5">
                  <c:v>2913.618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1803.312</c:v>
                </c:pt>
                <c:pt idx="1">
                  <c:v>234.28600000000006</c:v>
                </c:pt>
                <c:pt idx="2">
                  <c:v>260.9749999999999</c:v>
                </c:pt>
                <c:pt idx="3">
                  <c:v>290.83100000000013</c:v>
                </c:pt>
                <c:pt idx="4">
                  <c:v>324.21399999999994</c:v>
                </c:pt>
                <c:pt idx="5">
                  <c:v>361.55200000000013</c:v>
                </c:pt>
                <c:pt idx="6">
                  <c:v>3275.17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4958.419</c:v>
                </c:pt>
                <c:pt idx="2">
                  <c:v>5515.737</c:v>
                </c:pt>
                <c:pt idx="3">
                  <c:v>6134.021</c:v>
                </c:pt>
                <c:pt idx="4">
                  <c:v>6820.219</c:v>
                </c:pt>
                <c:pt idx="5">
                  <c:v>7582.078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4958.419</c:v>
                </c:pt>
                <c:pt idx="1">
                  <c:v>557.3180000000002</c:v>
                </c:pt>
                <c:pt idx="2">
                  <c:v>618.2839999999997</c:v>
                </c:pt>
                <c:pt idx="3">
                  <c:v>686.1980000000003</c:v>
                </c:pt>
                <c:pt idx="4">
                  <c:v>761.8590000000004</c:v>
                </c:pt>
                <c:pt idx="5">
                  <c:v>846.2069999999994</c:v>
                </c:pt>
                <c:pt idx="6">
                  <c:v>8428.285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690.779</c:v>
                </c:pt>
                <c:pt idx="2">
                  <c:v>720.308</c:v>
                </c:pt>
                <c:pt idx="3">
                  <c:v>751.648</c:v>
                </c:pt>
                <c:pt idx="4">
                  <c:v>784.858</c:v>
                </c:pt>
                <c:pt idx="5">
                  <c:v>820.013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690.779</c:v>
                </c:pt>
                <c:pt idx="1">
                  <c:v>29.528999999999996</c:v>
                </c:pt>
                <c:pt idx="2">
                  <c:v>31.340000000000032</c:v>
                </c:pt>
                <c:pt idx="3">
                  <c:v>33.20999999999992</c:v>
                </c:pt>
                <c:pt idx="4">
                  <c:v>35.155000000000086</c:v>
                </c:pt>
                <c:pt idx="5">
                  <c:v>37.15599999999995</c:v>
                </c:pt>
                <c:pt idx="6">
                  <c:v>857.169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3447.49</c:v>
                </c:pt>
                <c:pt idx="2">
                  <c:v>3732.413</c:v>
                </c:pt>
                <c:pt idx="3">
                  <c:v>4045.525</c:v>
                </c:pt>
                <c:pt idx="4">
                  <c:v>4389.747</c:v>
                </c:pt>
                <c:pt idx="5">
                  <c:v>4768.332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3447.49</c:v>
                </c:pt>
                <c:pt idx="1">
                  <c:v>284.92300000000023</c:v>
                </c:pt>
                <c:pt idx="2">
                  <c:v>313.1120000000001</c:v>
                </c:pt>
                <c:pt idx="3">
                  <c:v>344.2220000000002</c:v>
                </c:pt>
                <c:pt idx="4">
                  <c:v>378.58500000000004</c:v>
                </c:pt>
                <c:pt idx="5">
                  <c:v>416.5529999999999</c:v>
                </c:pt>
                <c:pt idx="6">
                  <c:v>5184.885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(base)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44.225102865232465</c:v>
                </c:pt>
                <c:pt idx="1">
                  <c:v>45.49008256880734</c:v>
                </c:pt>
                <c:pt idx="2">
                  <c:v>47.49531275772365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and vegan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33.139764957068316</c:v>
                </c:pt>
                <c:pt idx="1">
                  <c:v>31.62834862385321</c:v>
                </c:pt>
                <c:pt idx="2">
                  <c:v>29.218012286939754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15.353131163580802</c:v>
                </c:pt>
                <c:pt idx="1">
                  <c:v>16.544146788990822</c:v>
                </c:pt>
                <c:pt idx="2">
                  <c:v>18.456331683695293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7.282001014118424</c:v>
                </c:pt>
                <c:pt idx="1">
                  <c:v>6.337422018348623</c:v>
                </c:pt>
                <c:pt idx="2">
                  <c:v>4.830343271641292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20.04094945560452</c:v>
                </c:pt>
                <c:pt idx="1">
                  <c:v>18.964731309558896</c:v>
                </c:pt>
                <c:pt idx="2">
                  <c:v>16.131446422236486</c:v>
                </c:pt>
                <c:pt idx="3">
                  <c:v>18.17657024859452</c:v>
                </c:pt>
                <c:pt idx="4">
                  <c:v>19.143772606711988</c:v>
                </c:pt>
                <c:pt idx="5">
                  <c:v>18.49700573522473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22.734663446154148</c:v>
                </c:pt>
                <c:pt idx="1">
                  <c:v>23.931492942987198</c:v>
                </c:pt>
                <c:pt idx="2">
                  <c:v>25.542218921566068</c:v>
                </c:pt>
                <c:pt idx="3">
                  <c:v>24.217624877340363</c:v>
                </c:pt>
                <c:pt idx="4">
                  <c:v>21.570311237650795</c:v>
                </c:pt>
                <c:pt idx="5">
                  <c:v>24.465920974125176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4.410066321549874</c:v>
                </c:pt>
                <c:pt idx="1">
                  <c:v>3.2760258047614372</c:v>
                </c:pt>
                <c:pt idx="2">
                  <c:v>4.205302972401871</c:v>
                </c:pt>
                <c:pt idx="3">
                  <c:v>4.731345689099787</c:v>
                </c:pt>
                <c:pt idx="4">
                  <c:v>3.5536876097270387</c:v>
                </c:pt>
                <c:pt idx="5">
                  <c:v>3.89082562055012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19.921154836372736</c:v>
                </c:pt>
                <c:pt idx="1">
                  <c:v>16.57104496184956</c:v>
                </c:pt>
                <c:pt idx="2">
                  <c:v>19.11069602562024</c:v>
                </c:pt>
                <c:pt idx="3">
                  <c:v>19.07328726962565</c:v>
                </c:pt>
                <c:pt idx="4">
                  <c:v>16.919298846566964</c:v>
                </c:pt>
                <c:pt idx="5">
                  <c:v>20.177522596621035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7.986849393392535</c:v>
                </c:pt>
                <c:pt idx="1">
                  <c:v>8.816059206863805</c:v>
                </c:pt>
                <c:pt idx="2">
                  <c:v>8.886677979415273</c:v>
                </c:pt>
                <c:pt idx="3">
                  <c:v>8.24523371980931</c:v>
                </c:pt>
                <c:pt idx="4">
                  <c:v>9.288299322607038</c:v>
                </c:pt>
                <c:pt idx="5">
                  <c:v>7.593727455216791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12.917677137663915</c:v>
                </c:pt>
                <c:pt idx="1">
                  <c:v>14.855290303566168</c:v>
                </c:pt>
                <c:pt idx="2">
                  <c:v>13.475409792610899</c:v>
                </c:pt>
                <c:pt idx="3">
                  <c:v>13.693374024718159</c:v>
                </c:pt>
                <c:pt idx="4">
                  <c:v>16.15615142860477</c:v>
                </c:pt>
                <c:pt idx="5">
                  <c:v>14.002021955326446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11.988639409262278</c:v>
                </c:pt>
                <c:pt idx="1">
                  <c:v>13.585355470412944</c:v>
                </c:pt>
                <c:pt idx="2">
                  <c:v>12.648247886149155</c:v>
                </c:pt>
                <c:pt idx="3">
                  <c:v>11.862564170812211</c:v>
                </c:pt>
                <c:pt idx="4">
                  <c:v>13.36847894813141</c:v>
                </c:pt>
                <c:pt idx="5">
                  <c:v>11.372975662935715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92.73917802414121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133.95116513761468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3280.281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124.62612336779469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146.91188990825688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4184.331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148.0187284444254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21.935302752293577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696.977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118.18928963853594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119.71573394495411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3307.933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87.55424254938319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62.8347614678899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1501.076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94.76374496425942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104.11022935779815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2574.263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49.80094285914397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110.54091743119263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2200.648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8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2085.811</c:v>
                </c:pt>
                <c:pt idx="2">
                  <c:v>2282.78</c:v>
                </c:pt>
                <c:pt idx="3">
                  <c:v>2498.777</c:v>
                </c:pt>
                <c:pt idx="4">
                  <c:v>2735.648</c:v>
                </c:pt>
                <c:pt idx="5">
                  <c:v>2995.408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2085.811</c:v>
                </c:pt>
                <c:pt idx="1">
                  <c:v>196.96900000000005</c:v>
                </c:pt>
                <c:pt idx="2">
                  <c:v>215.99699999999984</c:v>
                </c:pt>
                <c:pt idx="3">
                  <c:v>236.8710000000001</c:v>
                </c:pt>
                <c:pt idx="4">
                  <c:v>259.75999999999976</c:v>
                </c:pt>
                <c:pt idx="5">
                  <c:v>284.87300000000005</c:v>
                </c:pt>
                <c:pt idx="6">
                  <c:v>3280.281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2287.628</c:v>
                </c:pt>
                <c:pt idx="2">
                  <c:v>2578.152</c:v>
                </c:pt>
                <c:pt idx="3">
                  <c:v>2907.291</c:v>
                </c:pt>
                <c:pt idx="4">
                  <c:v>3280.428</c:v>
                </c:pt>
                <c:pt idx="5">
                  <c:v>3703.755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2287.628</c:v>
                </c:pt>
                <c:pt idx="1">
                  <c:v>290.5239999999999</c:v>
                </c:pt>
                <c:pt idx="2">
                  <c:v>329.1390000000001</c:v>
                </c:pt>
                <c:pt idx="3">
                  <c:v>373.1369999999997</c:v>
                </c:pt>
                <c:pt idx="4">
                  <c:v>423.3270000000002</c:v>
                </c:pt>
                <c:pt idx="5">
                  <c:v>480.576</c:v>
                </c:pt>
                <c:pt idx="6">
                  <c:v>4184.331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341.564</c:v>
                </c:pt>
                <c:pt idx="2">
                  <c:v>394.141</c:v>
                </c:pt>
                <c:pt idx="3">
                  <c:v>454.664</c:v>
                </c:pt>
                <c:pt idx="4">
                  <c:v>524.34</c:v>
                </c:pt>
                <c:pt idx="5">
                  <c:v>604.569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341.564</c:v>
                </c:pt>
                <c:pt idx="1">
                  <c:v>52.577</c:v>
                </c:pt>
                <c:pt idx="2">
                  <c:v>60.52299999999997</c:v>
                </c:pt>
                <c:pt idx="3">
                  <c:v>69.67600000000004</c:v>
                </c:pt>
                <c:pt idx="4">
                  <c:v>80.22899999999993</c:v>
                </c:pt>
                <c:pt idx="5">
                  <c:v>92.40800000000002</c:v>
                </c:pt>
                <c:pt idx="6">
                  <c:v>696.977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1864.145</c:v>
                </c:pt>
                <c:pt idx="2">
                  <c:v>2088.042</c:v>
                </c:pt>
                <c:pt idx="3">
                  <c:v>2340.302</c:v>
                </c:pt>
                <c:pt idx="4">
                  <c:v>2624.716</c:v>
                </c:pt>
                <c:pt idx="5">
                  <c:v>2945.613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1864.145</c:v>
                </c:pt>
                <c:pt idx="1">
                  <c:v>223.89699999999993</c:v>
                </c:pt>
                <c:pt idx="2">
                  <c:v>252.26000000000022</c:v>
                </c:pt>
                <c:pt idx="3">
                  <c:v>284.41399999999976</c:v>
                </c:pt>
                <c:pt idx="4">
                  <c:v>320.89699999999993</c:v>
                </c:pt>
                <c:pt idx="5">
                  <c:v>362.32000000000016</c:v>
                </c:pt>
                <c:pt idx="6">
                  <c:v>3307.933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978.427</c:v>
                </c:pt>
                <c:pt idx="2">
                  <c:v>1066.03</c:v>
                </c:pt>
                <c:pt idx="3">
                  <c:v>1161.421</c:v>
                </c:pt>
                <c:pt idx="4">
                  <c:v>1265.256</c:v>
                </c:pt>
                <c:pt idx="5">
                  <c:v>1378.23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978.427</c:v>
                </c:pt>
                <c:pt idx="1">
                  <c:v>87.60299999999995</c:v>
                </c:pt>
                <c:pt idx="2">
                  <c:v>95.39100000000008</c:v>
                </c:pt>
                <c:pt idx="3">
                  <c:v>103.83500000000004</c:v>
                </c:pt>
                <c:pt idx="4">
                  <c:v>112.97399999999993</c:v>
                </c:pt>
                <c:pt idx="5">
                  <c:v>122.846</c:v>
                </c:pt>
                <c:pt idx="6">
                  <c:v>1501.076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1621.145</c:v>
                </c:pt>
                <c:pt idx="2">
                  <c:v>1777.388</c:v>
                </c:pt>
                <c:pt idx="3">
                  <c:v>1949.163</c:v>
                </c:pt>
                <c:pt idx="4">
                  <c:v>2138.053</c:v>
                </c:pt>
                <c:pt idx="5">
                  <c:v>2345.778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1621.145</c:v>
                </c:pt>
                <c:pt idx="1">
                  <c:v>156.24299999999994</c:v>
                </c:pt>
                <c:pt idx="2">
                  <c:v>171.7750000000001</c:v>
                </c:pt>
                <c:pt idx="3">
                  <c:v>188.88999999999987</c:v>
                </c:pt>
                <c:pt idx="4">
                  <c:v>207.7249999999999</c:v>
                </c:pt>
                <c:pt idx="5">
                  <c:v>228.48500000000013</c:v>
                </c:pt>
                <c:pt idx="6">
                  <c:v>2574.263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1721.28</c:v>
                </c:pt>
                <c:pt idx="2">
                  <c:v>1819.523</c:v>
                </c:pt>
                <c:pt idx="3">
                  <c:v>1918.149</c:v>
                </c:pt>
                <c:pt idx="4">
                  <c:v>2015.787</c:v>
                </c:pt>
                <c:pt idx="5">
                  <c:v>2110.688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1721.28</c:v>
                </c:pt>
                <c:pt idx="1">
                  <c:v>98.24299999999994</c:v>
                </c:pt>
                <c:pt idx="2">
                  <c:v>98.62599999999998</c:v>
                </c:pt>
                <c:pt idx="3">
                  <c:v>97.63800000000015</c:v>
                </c:pt>
                <c:pt idx="4">
                  <c:v>94.90100000000007</c:v>
                </c:pt>
                <c:pt idx="5">
                  <c:v>89.96000000000004</c:v>
                </c:pt>
                <c:pt idx="6">
                  <c:v>2200.648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19.83386010777309</c:v>
                </c:pt>
                <c:pt idx="1">
                  <c:v>20.987412844036697</c:v>
                </c:pt>
                <c:pt idx="2">
                  <c:v>23.579661761181377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16.41477937312757</c:v>
                </c:pt>
                <c:pt idx="1">
                  <c:v>17.10224770642202</c:v>
                </c:pt>
                <c:pt idx="2">
                  <c:v>18.64095867861553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19.426417044192714</c:v>
                </c:pt>
                <c:pt idx="1">
                  <c:v>19.135880733944955</c:v>
                </c:pt>
                <c:pt idx="2">
                  <c:v>18.485133337116448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15.036033975436247</c:v>
                </c:pt>
                <c:pt idx="1">
                  <c:v>14.87288990825688</c:v>
                </c:pt>
                <c:pt idx="2">
                  <c:v>14.506560504970581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17.30235745497128</c:v>
                </c:pt>
                <c:pt idx="1">
                  <c:v>15.791559633027521</c:v>
                </c:pt>
                <c:pt idx="2">
                  <c:v>12.401154568178347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9.20745680064268</c:v>
                </c:pt>
                <c:pt idx="1">
                  <c:v>8.976394495412844</c:v>
                </c:pt>
                <c:pt idx="2">
                  <c:v>8.458906419646796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2.7790952438564243</c:v>
                </c:pt>
                <c:pt idx="1">
                  <c:v>3.1336146788990824</c:v>
                </c:pt>
                <c:pt idx="2">
                  <c:v>3.927624730290914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16.099665874533205</c:v>
                </c:pt>
                <c:pt idx="1">
                  <c:v>16.90428005370534</c:v>
                </c:pt>
                <c:pt idx="2">
                  <c:v>17.952899086954275</c:v>
                </c:pt>
                <c:pt idx="3">
                  <c:v>16.050729130794167</c:v>
                </c:pt>
                <c:pt idx="4">
                  <c:v>15.606163957536515</c:v>
                </c:pt>
                <c:pt idx="5">
                  <c:v>13.679730794506648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1.5092497689385138</c:v>
                </c:pt>
                <c:pt idx="1">
                  <c:v>1.5781510953924747</c:v>
                </c:pt>
                <c:pt idx="2">
                  <c:v>1.2939563680156994</c:v>
                </c:pt>
                <c:pt idx="3">
                  <c:v>1.724213174347144</c:v>
                </c:pt>
                <c:pt idx="4">
                  <c:v>1.6913761197176513</c:v>
                </c:pt>
                <c:pt idx="5">
                  <c:v>1.510376718073598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82.39108435652828</c:v>
                </c:pt>
                <c:pt idx="1">
                  <c:v>81.51756885090218</c:v>
                </c:pt>
                <c:pt idx="2">
                  <c:v>80.75314454503003</c:v>
                </c:pt>
                <c:pt idx="3">
                  <c:v>82.22505769485868</c:v>
                </c:pt>
                <c:pt idx="4">
                  <c:v>82.70245992274585</c:v>
                </c:pt>
                <c:pt idx="5">
                  <c:v>84.80989248741975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67.96817505042651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54.31593577981651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2755.571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61.66954799273161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5.654311926605505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278.247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107.4824484430546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240.02975229357796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14711.691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0.0"/>
          <c:min val="5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1973.479</c:v>
                </c:pt>
                <c:pt idx="2">
                  <c:v>2113.133</c:v>
                </c:pt>
                <c:pt idx="3">
                  <c:v>2261.044</c:v>
                </c:pt>
                <c:pt idx="4">
                  <c:v>2417.372</c:v>
                </c:pt>
                <c:pt idx="5">
                  <c:v>2582.224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1973.479</c:v>
                </c:pt>
                <c:pt idx="1">
                  <c:v>139.65399999999977</c:v>
                </c:pt>
                <c:pt idx="2">
                  <c:v>147.91100000000006</c:v>
                </c:pt>
                <c:pt idx="3">
                  <c:v>156.32799999999997</c:v>
                </c:pt>
                <c:pt idx="4">
                  <c:v>164.85200000000032</c:v>
                </c:pt>
                <c:pt idx="5">
                  <c:v>173.34699999999975</c:v>
                </c:pt>
                <c:pt idx="6">
                  <c:v>2755.571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205.44</c:v>
                </c:pt>
                <c:pt idx="2">
                  <c:v>218.855</c:v>
                </c:pt>
                <c:pt idx="3">
                  <c:v>232.88</c:v>
                </c:pt>
                <c:pt idx="4">
                  <c:v>247.48</c:v>
                </c:pt>
                <c:pt idx="5">
                  <c:v>262.629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205.44</c:v>
                </c:pt>
                <c:pt idx="1">
                  <c:v>13.414999999999992</c:v>
                </c:pt>
                <c:pt idx="2">
                  <c:v>14.025000000000006</c:v>
                </c:pt>
                <c:pt idx="3">
                  <c:v>14.599999999999994</c:v>
                </c:pt>
                <c:pt idx="4">
                  <c:v>15.14900000000003</c:v>
                </c:pt>
                <c:pt idx="5">
                  <c:v>15.617999999999995</c:v>
                </c:pt>
                <c:pt idx="6">
                  <c:v>278.247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8721.081</c:v>
                </c:pt>
                <c:pt idx="2">
                  <c:v>9674.068</c:v>
                </c:pt>
                <c:pt idx="3">
                  <c:v>10735.843</c:v>
                </c:pt>
                <c:pt idx="4">
                  <c:v>11919.376</c:v>
                </c:pt>
                <c:pt idx="5">
                  <c:v>13239.188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8721.081</c:v>
                </c:pt>
                <c:pt idx="1">
                  <c:v>952.9869999999992</c:v>
                </c:pt>
                <c:pt idx="2">
                  <c:v>1061.7750000000015</c:v>
                </c:pt>
                <c:pt idx="3">
                  <c:v>1183.5329999999994</c:v>
                </c:pt>
                <c:pt idx="4">
                  <c:v>1319.812</c:v>
                </c:pt>
                <c:pt idx="5">
                  <c:v>1472.5030000000006</c:v>
                </c:pt>
                <c:pt idx="6">
                  <c:v>14711.691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78.61890224262032</c:v>
                </c:pt>
                <c:pt idx="1">
                  <c:v>80.00991743119266</c:v>
                </c:pt>
                <c:pt idx="2">
                  <c:v>82.90374201157036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19.3445670479749</c:v>
                </c:pt>
                <c:pt idx="1">
                  <c:v>18.105311926605506</c:v>
                </c:pt>
                <c:pt idx="2">
                  <c:v>15.528272533630902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2.0365307094047926</c:v>
                </c:pt>
                <c:pt idx="1">
                  <c:v>1.8847706422018349</c:v>
                </c:pt>
                <c:pt idx="2">
                  <c:v>1.5679854547987322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36.21898943695717</c:v>
                </c:pt>
                <c:pt idx="1">
                  <c:v>35.53453187935946</c:v>
                </c:pt>
                <c:pt idx="2">
                  <c:v>37.44905618365706</c:v>
                </c:pt>
                <c:pt idx="3">
                  <c:v>38.515147573964136</c:v>
                </c:pt>
                <c:pt idx="4">
                  <c:v>37.10683925410236</c:v>
                </c:pt>
                <c:pt idx="5">
                  <c:v>35.655101196771895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63.78101056304284</c:v>
                </c:pt>
                <c:pt idx="1">
                  <c:v>64.46546812064054</c:v>
                </c:pt>
                <c:pt idx="2">
                  <c:v>62.55094381634293</c:v>
                </c:pt>
                <c:pt idx="3">
                  <c:v>61.48485242603585</c:v>
                </c:pt>
                <c:pt idx="4">
                  <c:v>62.89316074589764</c:v>
                </c:pt>
                <c:pt idx="5">
                  <c:v>64.34489880322812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95.19421257435849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75.09787155963302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6512.483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102.84259429822207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124.90212844036697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11233.026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40.0"/>
          <c:min val="6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4092.834</c:v>
                </c:pt>
                <c:pt idx="2">
                  <c:v>4488.3060000000005</c:v>
                </c:pt>
                <c:pt idx="3">
                  <c:v>4923.603</c:v>
                </c:pt>
                <c:pt idx="4">
                  <c:v>5402.9</c:v>
                </c:pt>
                <c:pt idx="5">
                  <c:v>5930.817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4092.834</c:v>
                </c:pt>
                <c:pt idx="1">
                  <c:v>395.47200000000066</c:v>
                </c:pt>
                <c:pt idx="2">
                  <c:v>435.29699999999957</c:v>
                </c:pt>
                <c:pt idx="3">
                  <c:v>479.29699999999957</c:v>
                </c:pt>
                <c:pt idx="4">
                  <c:v>527.9170000000004</c:v>
                </c:pt>
                <c:pt idx="5">
                  <c:v>581.6660000000002</c:v>
                </c:pt>
                <c:pt idx="6">
                  <c:v>6512.483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6807.166</c:v>
                </c:pt>
                <c:pt idx="2">
                  <c:v>7517.75</c:v>
                </c:pt>
                <c:pt idx="3">
                  <c:v>8306.164</c:v>
                </c:pt>
                <c:pt idx="4">
                  <c:v>9181.328</c:v>
                </c:pt>
                <c:pt idx="5">
                  <c:v>10153.224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6807.166</c:v>
                </c:pt>
                <c:pt idx="1">
                  <c:v>710.5839999999998</c:v>
                </c:pt>
                <c:pt idx="2">
                  <c:v>788.4140000000007</c:v>
                </c:pt>
                <c:pt idx="3">
                  <c:v>875.1639999999989</c:v>
                </c:pt>
                <c:pt idx="4">
                  <c:v>971.8960000000006</c:v>
                </c:pt>
                <c:pt idx="5">
                  <c:v>1079.8019999999997</c:v>
                </c:pt>
                <c:pt idx="6">
                  <c:v>11233.026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62.04832393249895</c:v>
                </c:pt>
                <c:pt idx="1">
                  <c:v>62.45106422018348</c:v>
                </c:pt>
                <c:pt idx="2">
                  <c:v>63.30066948206445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37.95167606750105</c:v>
                </c:pt>
                <c:pt idx="1">
                  <c:v>37.54893577981651</c:v>
                </c:pt>
                <c:pt idx="2">
                  <c:v>36.69933051793556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7.364567106915276</c:v>
                </c:pt>
                <c:pt idx="1">
                  <c:v>6.594491927825262</c:v>
                </c:pt>
                <c:pt idx="2">
                  <c:v>8.24975049955313</c:v>
                </c:pt>
                <c:pt idx="3">
                  <c:v>7.566160588092195</c:v>
                </c:pt>
                <c:pt idx="4">
                  <c:v>6.352850712685589</c:v>
                </c:pt>
                <c:pt idx="5">
                  <c:v>6.9924087009833675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4.417944340577321</c:v>
                </c:pt>
                <c:pt idx="1">
                  <c:v>4.618593836984642</c:v>
                </c:pt>
                <c:pt idx="2">
                  <c:v>5.654459883994993</c:v>
                </c:pt>
                <c:pt idx="3">
                  <c:v>4.93127387569021</c:v>
                </c:pt>
                <c:pt idx="4">
                  <c:v>4.330046276949317</c:v>
                </c:pt>
                <c:pt idx="5">
                  <c:v>5.54143532675762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8.452545899612922</c:v>
                </c:pt>
                <c:pt idx="1">
                  <c:v>8.870812457019353</c:v>
                </c:pt>
                <c:pt idx="2">
                  <c:v>9.310972320581676</c:v>
                </c:pt>
                <c:pt idx="3">
                  <c:v>7.830124558673759</c:v>
                </c:pt>
                <c:pt idx="4">
                  <c:v>8.268303859524075</c:v>
                </c:pt>
                <c:pt idx="5">
                  <c:v>8.891709198589115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34.79802221114066</c:v>
                </c:pt>
                <c:pt idx="1">
                  <c:v>42.820381831876084</c:v>
                </c:pt>
                <c:pt idx="2">
                  <c:v>37.27618407235093</c:v>
                </c:pt>
                <c:pt idx="3">
                  <c:v>36.57290162902368</c:v>
                </c:pt>
                <c:pt idx="4">
                  <c:v>41.751542680344926</c:v>
                </c:pt>
                <c:pt idx="5">
                  <c:v>36.834145490370865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34.58141729623138</c:v>
                </c:pt>
                <c:pt idx="1">
                  <c:v>26.12005108556833</c:v>
                </c:pt>
                <c:pt idx="2">
                  <c:v>27.695897059583668</c:v>
                </c:pt>
                <c:pt idx="3">
                  <c:v>31.088595365140076</c:v>
                </c:pt>
                <c:pt idx="4">
                  <c:v>28.802224236432316</c:v>
                </c:pt>
                <c:pt idx="5">
                  <c:v>32.12962482118286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10.385503145522442</c:v>
                </c:pt>
                <c:pt idx="1">
                  <c:v>10.975668860726334</c:v>
                </c:pt>
                <c:pt idx="2">
                  <c:v>11.8127361639356</c:v>
                </c:pt>
                <c:pt idx="3">
                  <c:v>12.010943983380077</c:v>
                </c:pt>
                <c:pt idx="4">
                  <c:v>10.495032234063782</c:v>
                </c:pt>
                <c:pt idx="5">
                  <c:v>9.61067646211617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39.759596871487105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56.46814678899082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1248.746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46.15050211182437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38.68398165137615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882.618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48.945491448183375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65.9574495412844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1525.553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125.76702715783321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205.20302752293577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6855.335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103.94122561523156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177.4447155963303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5347.302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126.56116117411077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56.24267889908256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1885.955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1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1025.838</c:v>
                </c:pt>
                <c:pt idx="2">
                  <c:v>1071.744</c:v>
                </c:pt>
                <c:pt idx="3">
                  <c:v>1117.518</c:v>
                </c:pt>
                <c:pt idx="4">
                  <c:v>1162.677</c:v>
                </c:pt>
                <c:pt idx="5">
                  <c:v>1206.649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1025.838</c:v>
                </c:pt>
                <c:pt idx="1">
                  <c:v>45.90599999999995</c:v>
                </c:pt>
                <c:pt idx="2">
                  <c:v>45.774000000000115</c:v>
                </c:pt>
                <c:pt idx="3">
                  <c:v>45.15899999999988</c:v>
                </c:pt>
                <c:pt idx="4">
                  <c:v>43.97199999999998</c:v>
                </c:pt>
                <c:pt idx="5">
                  <c:v>42.09700000000021</c:v>
                </c:pt>
                <c:pt idx="6">
                  <c:v>1248.746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702.759</c:v>
                </c:pt>
                <c:pt idx="2">
                  <c:v>737.861</c:v>
                </c:pt>
                <c:pt idx="3">
                  <c:v>773.626</c:v>
                </c:pt>
                <c:pt idx="4">
                  <c:v>809.846</c:v>
                </c:pt>
                <c:pt idx="5">
                  <c:v>846.279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702.759</c:v>
                </c:pt>
                <c:pt idx="1">
                  <c:v>35.101999999999975</c:v>
                </c:pt>
                <c:pt idx="2">
                  <c:v>35.764999999999986</c:v>
                </c:pt>
                <c:pt idx="3">
                  <c:v>36.22000000000003</c:v>
                </c:pt>
                <c:pt idx="4">
                  <c:v>36.43299999999999</c:v>
                </c:pt>
                <c:pt idx="5">
                  <c:v>36.339000000000055</c:v>
                </c:pt>
                <c:pt idx="6">
                  <c:v>882.618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1198.227</c:v>
                </c:pt>
                <c:pt idx="2">
                  <c:v>1260.926</c:v>
                </c:pt>
                <c:pt idx="3">
                  <c:v>1325.309</c:v>
                </c:pt>
                <c:pt idx="4">
                  <c:v>1391.114</c:v>
                </c:pt>
                <c:pt idx="5">
                  <c:v>1457.998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1198.227</c:v>
                </c:pt>
                <c:pt idx="1">
                  <c:v>62.69899999999984</c:v>
                </c:pt>
                <c:pt idx="2">
                  <c:v>64.38300000000004</c:v>
                </c:pt>
                <c:pt idx="3">
                  <c:v>65.80500000000006</c:v>
                </c:pt>
                <c:pt idx="4">
                  <c:v>66.88400000000001</c:v>
                </c:pt>
                <c:pt idx="5">
                  <c:v>67.55500000000006</c:v>
                </c:pt>
                <c:pt idx="6">
                  <c:v>1525.553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3727.855</c:v>
                </c:pt>
                <c:pt idx="2">
                  <c:v>4214.889</c:v>
                </c:pt>
                <c:pt idx="3">
                  <c:v>4763.015</c:v>
                </c:pt>
                <c:pt idx="4">
                  <c:v>5379.885</c:v>
                </c:pt>
                <c:pt idx="5">
                  <c:v>6074.101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3727.855</c:v>
                </c:pt>
                <c:pt idx="1">
                  <c:v>487.0340000000001</c:v>
                </c:pt>
                <c:pt idx="2">
                  <c:v>548.1260000000002</c:v>
                </c:pt>
                <c:pt idx="3">
                  <c:v>616.8699999999999</c:v>
                </c:pt>
                <c:pt idx="4">
                  <c:v>694.2159999999994</c:v>
                </c:pt>
                <c:pt idx="5">
                  <c:v>781.2340000000004</c:v>
                </c:pt>
                <c:pt idx="6">
                  <c:v>6855.335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3223.579</c:v>
                </c:pt>
                <c:pt idx="2">
                  <c:v>3564.559</c:v>
                </c:pt>
                <c:pt idx="3">
                  <c:v>3942.917</c:v>
                </c:pt>
                <c:pt idx="4">
                  <c:v>4362.897</c:v>
                </c:pt>
                <c:pt idx="5">
                  <c:v>4829.254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3223.579</c:v>
                </c:pt>
                <c:pt idx="1">
                  <c:v>340.98</c:v>
                </c:pt>
                <c:pt idx="2">
                  <c:v>378.3579999999997</c:v>
                </c:pt>
                <c:pt idx="3">
                  <c:v>419.98</c:v>
                </c:pt>
                <c:pt idx="4">
                  <c:v>466.35699999999997</c:v>
                </c:pt>
                <c:pt idx="5">
                  <c:v>518.0479999999998</c:v>
                </c:pt>
                <c:pt idx="6">
                  <c:v>5347.302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1021.742</c:v>
                </c:pt>
                <c:pt idx="2">
                  <c:v>1156.077</c:v>
                </c:pt>
                <c:pt idx="3">
                  <c:v>1307.382</c:v>
                </c:pt>
                <c:pt idx="4">
                  <c:v>1477.809</c:v>
                </c:pt>
                <c:pt idx="5">
                  <c:v>1669.76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1021.742</c:v>
                </c:pt>
                <c:pt idx="1">
                  <c:v>134.33500000000004</c:v>
                </c:pt>
                <c:pt idx="2">
                  <c:v>151.30500000000006</c:v>
                </c:pt>
                <c:pt idx="3">
                  <c:v>170.4269999999999</c:v>
                </c:pt>
                <c:pt idx="4">
                  <c:v>191.95100000000002</c:v>
                </c:pt>
                <c:pt idx="5">
                  <c:v>216.19499999999994</c:v>
                </c:pt>
                <c:pt idx="6">
                  <c:v>1885.955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31.89185834395225</c:v>
                </c:pt>
                <c:pt idx="1">
                  <c:v>34.20050458715596</c:v>
                </c:pt>
                <c:pt idx="2">
                  <c:v>38.63137991702577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29.276867123775652</c:v>
                </c:pt>
                <c:pt idx="1">
                  <c:v>29.57411926605505</c:v>
                </c:pt>
                <c:pt idx="2">
                  <c:v>30.1332692119454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8.725402633969466</c:v>
                </c:pt>
                <c:pt idx="1">
                  <c:v>9.37377981651376</c:v>
                </c:pt>
                <c:pt idx="2">
                  <c:v>10.627787571492032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12.244548440091481</c:v>
                </c:pt>
                <c:pt idx="1">
                  <c:v>10.992908256880735</c:v>
                </c:pt>
                <c:pt idx="2">
                  <c:v>8.596839910311957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10.64455104384839</c:v>
                </c:pt>
                <c:pt idx="1">
                  <c:v>9.411357798165138</c:v>
                </c:pt>
                <c:pt idx="2">
                  <c:v>7.036969184710341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7.216772414362772</c:v>
                </c:pt>
                <c:pt idx="1">
                  <c:v>6.447330275229358</c:v>
                </c:pt>
                <c:pt idx="2">
                  <c:v>4.973754204514506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7.776335730308609</c:v>
                </c:pt>
                <c:pt idx="1">
                  <c:v>7.4360284245341735</c:v>
                </c:pt>
                <c:pt idx="2">
                  <c:v>8.421120527602326</c:v>
                </c:pt>
                <c:pt idx="3">
                  <c:v>7.138175135708763</c:v>
                </c:pt>
                <c:pt idx="4">
                  <c:v>7.328386762090913</c:v>
                </c:pt>
                <c:pt idx="5">
                  <c:v>5.920346467200948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23.245678865955107</c:v>
                </c:pt>
                <c:pt idx="1">
                  <c:v>26.295444870157514</c:v>
                </c:pt>
                <c:pt idx="2">
                  <c:v>24.361846555126675</c:v>
                </c:pt>
                <c:pt idx="3">
                  <c:v>21.657187325408508</c:v>
                </c:pt>
                <c:pt idx="4">
                  <c:v>24.036641834923856</c:v>
                </c:pt>
                <c:pt idx="5">
                  <c:v>22.23739892558405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40.892928787581</c:v>
                </c:pt>
                <c:pt idx="1">
                  <c:v>42.23152241543047</c:v>
                </c:pt>
                <c:pt idx="2">
                  <c:v>39.771807045919125</c:v>
                </c:pt>
                <c:pt idx="3">
                  <c:v>42.50649539759006</c:v>
                </c:pt>
                <c:pt idx="4">
                  <c:v>42.50403012323049</c:v>
                </c:pt>
                <c:pt idx="5">
                  <c:v>44.29238475284286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28.085056616155303</c:v>
                </c:pt>
                <c:pt idx="1">
                  <c:v>24.037004289877856</c:v>
                </c:pt>
                <c:pt idx="2">
                  <c:v>27.44522587135187</c:v>
                </c:pt>
                <c:pt idx="3">
                  <c:v>28.698142141292664</c:v>
                </c:pt>
                <c:pt idx="4">
                  <c:v>26.130941279754726</c:v>
                </c:pt>
                <c:pt idx="5">
                  <c:v>27.54986985437214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135.79403545366864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23.847999999999995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1252.575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58.7513888589663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113.94040366972476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4146.149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99.89370300994264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170.32649541284403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7552.506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134.37984596113145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91.88510091743119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4794.279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3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649.858</c:v>
                </c:pt>
                <c:pt idx="2">
                  <c:v>740.886</c:v>
                </c:pt>
                <c:pt idx="3">
                  <c:v>844.705</c:v>
                </c:pt>
                <c:pt idx="4">
                  <c:v>963.141</c:v>
                </c:pt>
                <c:pt idx="5">
                  <c:v>1098.301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649.858</c:v>
                </c:pt>
                <c:pt idx="1">
                  <c:v>91.02800000000002</c:v>
                </c:pt>
                <c:pt idx="2">
                  <c:v>103.81900000000007</c:v>
                </c:pt>
                <c:pt idx="3">
                  <c:v>118.43599999999992</c:v>
                </c:pt>
                <c:pt idx="4">
                  <c:v>135.15999999999997</c:v>
                </c:pt>
                <c:pt idx="5">
                  <c:v>154.27400000000011</c:v>
                </c:pt>
                <c:pt idx="6">
                  <c:v>1252.575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3104.876</c:v>
                </c:pt>
                <c:pt idx="2">
                  <c:v>3302.679</c:v>
                </c:pt>
                <c:pt idx="3">
                  <c:v>3507.061</c:v>
                </c:pt>
                <c:pt idx="4">
                  <c:v>3716.877</c:v>
                </c:pt>
                <c:pt idx="5">
                  <c:v>3930.58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3104.876</c:v>
                </c:pt>
                <c:pt idx="1">
                  <c:v>197.80299999999988</c:v>
                </c:pt>
                <c:pt idx="2">
                  <c:v>204.38200000000006</c:v>
                </c:pt>
                <c:pt idx="3">
                  <c:v>209.8159999999998</c:v>
                </c:pt>
                <c:pt idx="4">
                  <c:v>213.70299999999997</c:v>
                </c:pt>
                <c:pt idx="5">
                  <c:v>215.56900000000041</c:v>
                </c:pt>
                <c:pt idx="6">
                  <c:v>4146.149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4641.397</c:v>
                </c:pt>
                <c:pt idx="2">
                  <c:v>5111.906</c:v>
                </c:pt>
                <c:pt idx="3">
                  <c:v>5632.394</c:v>
                </c:pt>
                <c:pt idx="4">
                  <c:v>6208.411</c:v>
                </c:pt>
                <c:pt idx="5">
                  <c:v>6846.14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4641.397</c:v>
                </c:pt>
                <c:pt idx="1">
                  <c:v>470.509</c:v>
                </c:pt>
                <c:pt idx="2">
                  <c:v>520.4880000000003</c:v>
                </c:pt>
                <c:pt idx="3">
                  <c:v>576.0169999999998</c:v>
                </c:pt>
                <c:pt idx="4">
                  <c:v>637.7290000000003</c:v>
                </c:pt>
                <c:pt idx="5">
                  <c:v>706.366</c:v>
                </c:pt>
                <c:pt idx="6">
                  <c:v>7552.506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2503.869</c:v>
                </c:pt>
                <c:pt idx="2">
                  <c:v>2850.585</c:v>
                </c:pt>
                <c:pt idx="3">
                  <c:v>3245.607</c:v>
                </c:pt>
                <c:pt idx="4">
                  <c:v>3695.799</c:v>
                </c:pt>
                <c:pt idx="5">
                  <c:v>4209.02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2503.869</c:v>
                </c:pt>
                <c:pt idx="1">
                  <c:v>346.7159999999999</c:v>
                </c:pt>
                <c:pt idx="2">
                  <c:v>395.02199999999993</c:v>
                </c:pt>
                <c:pt idx="3">
                  <c:v>450.192</c:v>
                </c:pt>
                <c:pt idx="4">
                  <c:v>513.2210000000005</c:v>
                </c:pt>
                <c:pt idx="5">
                  <c:v>585.259</c:v>
                </c:pt>
                <c:pt idx="6">
                  <c:v>4794.279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42.590179212547596</c:v>
                </c:pt>
                <c:pt idx="1">
                  <c:v>42.581623853211006</c:v>
                </c:pt>
                <c:pt idx="2">
                  <c:v>42.56009788166685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21.117366362737904</c:v>
                </c:pt>
                <c:pt idx="1">
                  <c:v>22.971275229357797</c:v>
                </c:pt>
                <c:pt idx="2">
                  <c:v>27.01685818085015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30.83187115174269</c:v>
                </c:pt>
                <c:pt idx="1">
                  <c:v>28.485100917431193</c:v>
                </c:pt>
                <c:pt idx="2">
                  <c:v>23.36449746242838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5.460583272971814</c:v>
                </c:pt>
                <c:pt idx="1">
                  <c:v>5.961999999999999</c:v>
                </c:pt>
                <c:pt idx="2">
                  <c:v>7.0585464750546185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14.390947912487393</c:v>
                </c:pt>
                <c:pt idx="1">
                  <c:v>17.925663948652453</c:v>
                </c:pt>
                <c:pt idx="2">
                  <c:v>15.654049020045303</c:v>
                </c:pt>
                <c:pt idx="3">
                  <c:v>14.710298570083536</c:v>
                </c:pt>
                <c:pt idx="4">
                  <c:v>15.055840272040982</c:v>
                </c:pt>
                <c:pt idx="5">
                  <c:v>11.387378171774294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36.451431606612346</c:v>
                </c:pt>
                <c:pt idx="1">
                  <c:v>31.070373645086292</c:v>
                </c:pt>
                <c:pt idx="2">
                  <c:v>31.474564208095078</c:v>
                </c:pt>
                <c:pt idx="3">
                  <c:v>36.81055129970605</c:v>
                </c:pt>
                <c:pt idx="4">
                  <c:v>34.418508248229884</c:v>
                </c:pt>
                <c:pt idx="5">
                  <c:v>37.6850703705461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49.15762048090027</c:v>
                </c:pt>
                <c:pt idx="1">
                  <c:v>51.00396240626126</c:v>
                </c:pt>
                <c:pt idx="2">
                  <c:v>52.87138677185962</c:v>
                </c:pt>
                <c:pt idx="3">
                  <c:v>48.479150130210414</c:v>
                </c:pt>
                <c:pt idx="4">
                  <c:v>50.52565147972914</c:v>
                </c:pt>
                <c:pt idx="5">
                  <c:v>50.9275514576796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130.82600194522095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36.78024770642202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2516.529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125.43612358252747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93.61588073394496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6245.239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76.91912402326028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169.60387155963303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8983.741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45.0"/>
          <c:min val="6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1336.349</c:v>
                </c:pt>
                <c:pt idx="2">
                  <c:v>1516.529</c:v>
                </c:pt>
                <c:pt idx="3">
                  <c:v>1721.055</c:v>
                </c:pt>
                <c:pt idx="4">
                  <c:v>1953.269</c:v>
                </c:pt>
                <c:pt idx="5">
                  <c:v>2216.983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1336.349</c:v>
                </c:pt>
                <c:pt idx="1">
                  <c:v>180.18000000000006</c:v>
                </c:pt>
                <c:pt idx="2">
                  <c:v>204.52600000000007</c:v>
                </c:pt>
                <c:pt idx="3">
                  <c:v>232.21399999999994</c:v>
                </c:pt>
                <c:pt idx="4">
                  <c:v>263.71400000000017</c:v>
                </c:pt>
                <c:pt idx="5">
                  <c:v>299.5459999999998</c:v>
                </c:pt>
                <c:pt idx="6">
                  <c:v>2516.529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3401.377</c:v>
                </c:pt>
                <c:pt idx="2">
                  <c:v>3839.543</c:v>
                </c:pt>
                <c:pt idx="3">
                  <c:v>4334.853</c:v>
                </c:pt>
                <c:pt idx="4">
                  <c:v>4894.937</c:v>
                </c:pt>
                <c:pt idx="5">
                  <c:v>5528.448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3401.377</c:v>
                </c:pt>
                <c:pt idx="1">
                  <c:v>438.16600000000017</c:v>
                </c:pt>
                <c:pt idx="2">
                  <c:v>495.30999999999995</c:v>
                </c:pt>
                <c:pt idx="3">
                  <c:v>560.0839999999998</c:v>
                </c:pt>
                <c:pt idx="4">
                  <c:v>633.5110000000004</c:v>
                </c:pt>
                <c:pt idx="5">
                  <c:v>716.7909999999993</c:v>
                </c:pt>
                <c:pt idx="6">
                  <c:v>6245.239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6162.274</c:v>
                </c:pt>
                <c:pt idx="2">
                  <c:v>6649.984</c:v>
                </c:pt>
                <c:pt idx="3">
                  <c:v>7173.859</c:v>
                </c:pt>
                <c:pt idx="4">
                  <c:v>7736.022</c:v>
                </c:pt>
                <c:pt idx="5">
                  <c:v>8338.61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6162.274</c:v>
                </c:pt>
                <c:pt idx="1">
                  <c:v>487.71000000000004</c:v>
                </c:pt>
                <c:pt idx="2">
                  <c:v>523.875</c:v>
                </c:pt>
                <c:pt idx="3">
                  <c:v>562.1629999999996</c:v>
                </c:pt>
                <c:pt idx="4">
                  <c:v>602.5880000000006</c:v>
                </c:pt>
                <c:pt idx="5">
                  <c:v>645.1309999999994</c:v>
                </c:pt>
                <c:pt idx="6">
                  <c:v>8983.741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59.32589407063947</c:v>
                </c:pt>
                <c:pt idx="1">
                  <c:v>56.53462385321101</c:v>
                </c:pt>
                <c:pt idx="2">
                  <c:v>50.62543430002487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29.315631677037178</c:v>
                </c:pt>
                <c:pt idx="1">
                  <c:v>31.205293577981653</c:v>
                </c:pt>
                <c:pt idx="2">
                  <c:v>35.193349483522844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11.358474252323349</c:v>
                </c:pt>
                <c:pt idx="1">
                  <c:v>12.260082568807338</c:v>
                </c:pt>
                <c:pt idx="2">
                  <c:v>14.181216216452288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59.18373976872735</c:v>
                </c:pt>
                <c:pt idx="1">
                  <c:v>58.77171955332875</c:v>
                </c:pt>
                <c:pt idx="2">
                  <c:v>62.12444052921043</c:v>
                </c:pt>
                <c:pt idx="3">
                  <c:v>58.53376202453322</c:v>
                </c:pt>
                <c:pt idx="4">
                  <c:v>62.757270785319776</c:v>
                </c:pt>
                <c:pt idx="5">
                  <c:v>57.88749380281153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11.562332998179121</c:v>
                </c:pt>
                <c:pt idx="1">
                  <c:v>10.352621410092674</c:v>
                </c:pt>
                <c:pt idx="2">
                  <c:v>11.770677832741262</c:v>
                </c:pt>
                <c:pt idx="3">
                  <c:v>11.928155479920548</c:v>
                </c:pt>
                <c:pt idx="4">
                  <c:v>10.897243575683945</c:v>
                </c:pt>
                <c:pt idx="5">
                  <c:v>14.931609565358059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14.607796477469675</c:v>
                </c:pt>
                <c:pt idx="1">
                  <c:v>16.493237711628517</c:v>
                </c:pt>
                <c:pt idx="2">
                  <c:v>15.054364369171418</c:v>
                </c:pt>
                <c:pt idx="3">
                  <c:v>14.635546946396172</c:v>
                </c:pt>
                <c:pt idx="4">
                  <c:v>14.939866071949492</c:v>
                </c:pt>
                <c:pt idx="5">
                  <c:v>15.25844003830208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14.64613075562385</c:v>
                </c:pt>
                <c:pt idx="1">
                  <c:v>14.382421324950062</c:v>
                </c:pt>
                <c:pt idx="2">
                  <c:v>11.05051726887688</c:v>
                </c:pt>
                <c:pt idx="3">
                  <c:v>14.902535549150056</c:v>
                </c:pt>
                <c:pt idx="4">
                  <c:v>11.405619567046795</c:v>
                </c:pt>
                <c:pt idx="5">
                  <c:v>11.922456593528322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105.97279776830366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233.54242201834862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10658.983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52.111019884940326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62.249357798165136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2193.243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126.96584776574942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53.247743119266055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2683.387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95.2180570669929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50.960477064220186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2209.896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3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6364.031</c:v>
                </c:pt>
                <c:pt idx="2">
                  <c:v>7049.275</c:v>
                </c:pt>
                <c:pt idx="3">
                  <c:v>7811.738</c:v>
                </c:pt>
                <c:pt idx="4">
                  <c:v>8660.501</c:v>
                </c:pt>
                <c:pt idx="5">
                  <c:v>9605.771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6364.031</c:v>
                </c:pt>
                <c:pt idx="1">
                  <c:v>685.2439999999997</c:v>
                </c:pt>
                <c:pt idx="2">
                  <c:v>762.4630000000006</c:v>
                </c:pt>
                <c:pt idx="3">
                  <c:v>848.7629999999999</c:v>
                </c:pt>
                <c:pt idx="4">
                  <c:v>945.2700000000004</c:v>
                </c:pt>
                <c:pt idx="5">
                  <c:v>1053.2119999999995</c:v>
                </c:pt>
                <c:pt idx="6">
                  <c:v>10658.983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1696.295</c:v>
                </c:pt>
                <c:pt idx="2">
                  <c:v>1793.376</c:v>
                </c:pt>
                <c:pt idx="3">
                  <c:v>1892.447</c:v>
                </c:pt>
                <c:pt idx="4">
                  <c:v>1992.788</c:v>
                </c:pt>
                <c:pt idx="5">
                  <c:v>2093.45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1696.295</c:v>
                </c:pt>
                <c:pt idx="1">
                  <c:v>97.0809999999999</c:v>
                </c:pt>
                <c:pt idx="2">
                  <c:v>99.07099999999991</c:v>
                </c:pt>
                <c:pt idx="3">
                  <c:v>100.34100000000012</c:v>
                </c:pt>
                <c:pt idx="4">
                  <c:v>100.66199999999981</c:v>
                </c:pt>
                <c:pt idx="5">
                  <c:v>99.79300000000012</c:v>
                </c:pt>
                <c:pt idx="6">
                  <c:v>2193.243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1451.001</c:v>
                </c:pt>
                <c:pt idx="2">
                  <c:v>1640.377</c:v>
                </c:pt>
                <c:pt idx="3">
                  <c:v>1854.717</c:v>
                </c:pt>
                <c:pt idx="4">
                  <c:v>2097.373</c:v>
                </c:pt>
                <c:pt idx="5">
                  <c:v>2372.144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1451.001</c:v>
                </c:pt>
                <c:pt idx="1">
                  <c:v>189.37599999999998</c:v>
                </c:pt>
                <c:pt idx="2">
                  <c:v>214.34000000000015</c:v>
                </c:pt>
                <c:pt idx="3">
                  <c:v>242.65599999999995</c:v>
                </c:pt>
                <c:pt idx="4">
                  <c:v>274.77099999999973</c:v>
                </c:pt>
                <c:pt idx="5">
                  <c:v>311.2430000000004</c:v>
                </c:pt>
                <c:pt idx="6">
                  <c:v>2683.387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1388.673</c:v>
                </c:pt>
                <c:pt idx="2">
                  <c:v>1523.028</c:v>
                </c:pt>
                <c:pt idx="3">
                  <c:v>1670.865</c:v>
                </c:pt>
                <c:pt idx="4">
                  <c:v>1833.566</c:v>
                </c:pt>
                <c:pt idx="5">
                  <c:v>2012.676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1388.673</c:v>
                </c:pt>
                <c:pt idx="1">
                  <c:v>134.35500000000002</c:v>
                </c:pt>
                <c:pt idx="2">
                  <c:v>147.837</c:v>
                </c:pt>
                <c:pt idx="3">
                  <c:v>162.70100000000002</c:v>
                </c:pt>
                <c:pt idx="4">
                  <c:v>179.1099999999999</c:v>
                </c:pt>
                <c:pt idx="5">
                  <c:v>197.22000000000025</c:v>
                </c:pt>
                <c:pt idx="6">
                  <c:v>2209.896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57.578896640053735</c:v>
                </c:pt>
                <c:pt idx="1">
                  <c:v>58.385605504587154</c:v>
                </c:pt>
                <c:pt idx="2">
                  <c:v>60.065805945605725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12.457181105433975</c:v>
                </c:pt>
                <c:pt idx="1">
                  <c:v>13.311935779816514</c:v>
                </c:pt>
                <c:pt idx="2">
                  <c:v>15.121499191710983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12.870628522226546</c:v>
                </c:pt>
                <c:pt idx="1">
                  <c:v>12.740119266055046</c:v>
                </c:pt>
                <c:pt idx="2">
                  <c:v>12.453269162355388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17.09329373228576</c:v>
                </c:pt>
                <c:pt idx="1">
                  <c:v>15.562339449541284</c:v>
                </c:pt>
                <c:pt idx="2">
                  <c:v>12.359425700327895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13.060374863759</c:v>
                </c:pt>
                <c:pt idx="1">
                  <c:v>10.956217048171071</c:v>
                </c:pt>
                <c:pt idx="2">
                  <c:v>13.431054157611829</c:v>
                </c:pt>
                <c:pt idx="3">
                  <c:v>14.292769703210128</c:v>
                </c:pt>
                <c:pt idx="4">
                  <c:v>13.209469301348395</c:v>
                </c:pt>
                <c:pt idx="5">
                  <c:v>13.622307562120392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49.22779170192824</c:v>
                </c:pt>
                <c:pt idx="1">
                  <c:v>49.432229754068835</c:v>
                </c:pt>
                <c:pt idx="2">
                  <c:v>47.59434739563062</c:v>
                </c:pt>
                <c:pt idx="3">
                  <c:v>50.45916076827386</c:v>
                </c:pt>
                <c:pt idx="4">
                  <c:v>48.96276860318925</c:v>
                </c:pt>
                <c:pt idx="5">
                  <c:v>48.7508859130761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32.39457667424147</c:v>
                </c:pt>
                <c:pt idx="1">
                  <c:v>33.7430657890428</c:v>
                </c:pt>
                <c:pt idx="2">
                  <c:v>32.3319003164536</c:v>
                </c:pt>
                <c:pt idx="3">
                  <c:v>29.38469043537852</c:v>
                </c:pt>
                <c:pt idx="4">
                  <c:v>32.47609861525144</c:v>
                </c:pt>
                <c:pt idx="5">
                  <c:v>31.991876312524358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5.317256760071276</c:v>
                </c:pt>
                <c:pt idx="1">
                  <c:v>5.868487408717294</c:v>
                </c:pt>
                <c:pt idx="2">
                  <c:v>6.642698130303956</c:v>
                </c:pt>
                <c:pt idx="3">
                  <c:v>5.8633790931375</c:v>
                </c:pt>
                <c:pt idx="4">
                  <c:v>5.351663480210913</c:v>
                </c:pt>
                <c:pt idx="5">
                  <c:v>5.634930212279158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124.40976519919357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47.397247706422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2360.035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105.55742059554625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190.80836697247705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8691.438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73.72602553424416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145.2081100917431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5680.659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168.36922419998086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16.586275229357796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1013.377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00.0"/>
          <c:min val="5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1291.5749999999998</c:v>
                </c:pt>
                <c:pt idx="2">
                  <c:v>1454.871</c:v>
                </c:pt>
                <c:pt idx="3">
                  <c:v>1640.019</c:v>
                </c:pt>
                <c:pt idx="4">
                  <c:v>1850.136</c:v>
                </c:pt>
                <c:pt idx="5">
                  <c:v>2088.767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1291.5749999999998</c:v>
                </c:pt>
                <c:pt idx="1">
                  <c:v>163.29600000000028</c:v>
                </c:pt>
                <c:pt idx="2">
                  <c:v>185.1479999999999</c:v>
                </c:pt>
                <c:pt idx="3">
                  <c:v>210.11699999999996</c:v>
                </c:pt>
                <c:pt idx="4">
                  <c:v>238.63099999999986</c:v>
                </c:pt>
                <c:pt idx="5">
                  <c:v>271.26800000000003</c:v>
                </c:pt>
                <c:pt idx="6">
                  <c:v>2360.035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5199.528</c:v>
                </c:pt>
                <c:pt idx="2">
                  <c:v>5755.236000000001</c:v>
                </c:pt>
                <c:pt idx="3">
                  <c:v>6374.112</c:v>
                </c:pt>
                <c:pt idx="4">
                  <c:v>7063.8150000000005</c:v>
                </c:pt>
                <c:pt idx="5">
                  <c:v>7832.998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5199.528</c:v>
                </c:pt>
                <c:pt idx="1">
                  <c:v>555.7080000000005</c:v>
                </c:pt>
                <c:pt idx="2">
                  <c:v>618.8759999999993</c:v>
                </c:pt>
                <c:pt idx="3">
                  <c:v>689.7030000000004</c:v>
                </c:pt>
                <c:pt idx="4">
                  <c:v>769.1829999999991</c:v>
                </c:pt>
                <c:pt idx="5">
                  <c:v>858.4400000000005</c:v>
                </c:pt>
                <c:pt idx="6">
                  <c:v>8691.438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3956.9210000000003</c:v>
                </c:pt>
                <c:pt idx="2">
                  <c:v>4263.307</c:v>
                </c:pt>
                <c:pt idx="3">
                  <c:v>4588.929</c:v>
                </c:pt>
                <c:pt idx="4">
                  <c:v>4933.884</c:v>
                </c:pt>
                <c:pt idx="5">
                  <c:v>5297.999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3956.9210000000003</c:v>
                </c:pt>
                <c:pt idx="1">
                  <c:v>306.3859999999995</c:v>
                </c:pt>
                <c:pt idx="2">
                  <c:v>325.6220000000003</c:v>
                </c:pt>
                <c:pt idx="3">
                  <c:v>344.9549999999999</c:v>
                </c:pt>
                <c:pt idx="4">
                  <c:v>364.1149999999998</c:v>
                </c:pt>
                <c:pt idx="5">
                  <c:v>382.65999999999985</c:v>
                </c:pt>
                <c:pt idx="6">
                  <c:v>5680.659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451.976</c:v>
                </c:pt>
                <c:pt idx="2">
                  <c:v>532.642</c:v>
                </c:pt>
                <c:pt idx="3">
                  <c:v>626.707</c:v>
                </c:pt>
                <c:pt idx="4">
                  <c:v>736.393</c:v>
                </c:pt>
                <c:pt idx="5">
                  <c:v>864.277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451.976</c:v>
                </c:pt>
                <c:pt idx="1">
                  <c:v>80.66600000000005</c:v>
                </c:pt>
                <c:pt idx="2">
                  <c:v>94.06499999999994</c:v>
                </c:pt>
                <c:pt idx="3">
                  <c:v>109.68600000000004</c:v>
                </c:pt>
                <c:pt idx="4">
                  <c:v>127.88400000000001</c:v>
                </c:pt>
                <c:pt idx="5">
                  <c:v>149.0999999999999</c:v>
                </c:pt>
                <c:pt idx="6">
                  <c:v>1013.377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47.15732595063502</c:v>
                </c:pt>
                <c:pt idx="1">
                  <c:v>47.70209174311927</c:v>
                </c:pt>
                <c:pt idx="2">
                  <c:v>48.97824007189651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38.15809114091914</c:v>
                </c:pt>
                <c:pt idx="1">
                  <c:v>36.30202752293578</c:v>
                </c:pt>
                <c:pt idx="2">
                  <c:v>32.011812115392125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11.218982465268464</c:v>
                </c:pt>
                <c:pt idx="1">
                  <c:v>11.849311926605504</c:v>
                </c:pt>
                <c:pt idx="2">
                  <c:v>13.299336750498394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3.465600443177382</c:v>
                </c:pt>
                <c:pt idx="1">
                  <c:v>4.146568807339449</c:v>
                </c:pt>
                <c:pt idx="2">
                  <c:v>5.710611062212981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28.53036773293353</c:v>
                </c:pt>
                <c:pt idx="1">
                  <c:v>26.129678750368402</c:v>
                </c:pt>
                <c:pt idx="2">
                  <c:v>26.151269503336174</c:v>
                </c:pt>
                <c:pt idx="3">
                  <c:v>26.47326592436432</c:v>
                </c:pt>
                <c:pt idx="4">
                  <c:v>25.65308169199713</c:v>
                </c:pt>
                <c:pt idx="5">
                  <c:v>29.15424582598108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60.390538580364726</c:v>
                </c:pt>
                <c:pt idx="1">
                  <c:v>62.58696008121295</c:v>
                </c:pt>
                <c:pt idx="2">
                  <c:v>61.18643371417034</c:v>
                </c:pt>
                <c:pt idx="3">
                  <c:v>61.85714143741756</c:v>
                </c:pt>
                <c:pt idx="4">
                  <c:v>61.99424203127308</c:v>
                </c:pt>
                <c:pt idx="5">
                  <c:v>58.39219806195658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11.079093686701741</c:v>
                </c:pt>
                <c:pt idx="1">
                  <c:v>11.283361168418638</c:v>
                </c:pt>
                <c:pt idx="2">
                  <c:v>12.662296782493481</c:v>
                </c:pt>
                <c:pt idx="3">
                  <c:v>11.669592638218129</c:v>
                </c:pt>
                <c:pt idx="4">
                  <c:v>12.352676276729788</c:v>
                </c:pt>
                <c:pt idx="5">
                  <c:v>12.453556112062355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83.78016655210156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87.91354128440368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4812.658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118.78130352238708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166.67543119266057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10776.214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54.347359815952004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45.41102752293579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2156.637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40.0"/>
          <c:min val="3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3194.192</c:v>
                </c:pt>
                <c:pt idx="2">
                  <c:v>3467.663</c:v>
                </c:pt>
                <c:pt idx="3">
                  <c:v>3764.321</c:v>
                </c:pt>
                <c:pt idx="4">
                  <c:v>4086.025</c:v>
                </c:pt>
                <c:pt idx="5">
                  <c:v>4434.765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3194.192</c:v>
                </c:pt>
                <c:pt idx="1">
                  <c:v>273.471</c:v>
                </c:pt>
                <c:pt idx="2">
                  <c:v>296.6579999999999</c:v>
                </c:pt>
                <c:pt idx="3">
                  <c:v>321.7040000000002</c:v>
                </c:pt>
                <c:pt idx="4">
                  <c:v>348.74000000000024</c:v>
                </c:pt>
                <c:pt idx="5">
                  <c:v>377.89300000000003</c:v>
                </c:pt>
                <c:pt idx="6">
                  <c:v>4812.658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6055.874</c:v>
                </c:pt>
                <c:pt idx="2">
                  <c:v>6789.99</c:v>
                </c:pt>
                <c:pt idx="3">
                  <c:v>7616.267</c:v>
                </c:pt>
                <c:pt idx="4">
                  <c:v>8546.702000000001</c:v>
                </c:pt>
                <c:pt idx="5">
                  <c:v>9594.875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6055.874</c:v>
                </c:pt>
                <c:pt idx="1">
                  <c:v>734.116</c:v>
                </c:pt>
                <c:pt idx="2">
                  <c:v>826.277</c:v>
                </c:pt>
                <c:pt idx="3">
                  <c:v>930.4350000000013</c:v>
                </c:pt>
                <c:pt idx="4">
                  <c:v>1048.1729999999989</c:v>
                </c:pt>
                <c:pt idx="5">
                  <c:v>1181.339</c:v>
                </c:pt>
                <c:pt idx="6">
                  <c:v>10776.214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1649.934</c:v>
                </c:pt>
                <c:pt idx="2">
                  <c:v>1748.403</c:v>
                </c:pt>
                <c:pt idx="3">
                  <c:v>1849.179</c:v>
                </c:pt>
                <c:pt idx="4">
                  <c:v>1951.501</c:v>
                </c:pt>
                <c:pt idx="5">
                  <c:v>2054.401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1649.934</c:v>
                </c:pt>
                <c:pt idx="1">
                  <c:v>98.46900000000005</c:v>
                </c:pt>
                <c:pt idx="2">
                  <c:v>100.77600000000007</c:v>
                </c:pt>
                <c:pt idx="3">
                  <c:v>102.32199999999989</c:v>
                </c:pt>
                <c:pt idx="4">
                  <c:v>102.89999999999986</c:v>
                </c:pt>
                <c:pt idx="5">
                  <c:v>102.23600000000033</c:v>
                </c:pt>
                <c:pt idx="6">
                  <c:v>2156.637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53.14506898945726</c:v>
                </c:pt>
                <c:pt idx="1">
                  <c:v>55.55847706422018</c:v>
                </c:pt>
                <c:pt idx="2">
                  <c:v>60.72642943068017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30.328515560028823</c:v>
                </c:pt>
                <c:pt idx="1">
                  <c:v>29.304513761467888</c:v>
                </c:pt>
                <c:pt idx="2">
                  <c:v>27.12042804745696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16.526415450513916</c:v>
                </c:pt>
                <c:pt idx="1">
                  <c:v>15.137009174311927</c:v>
                </c:pt>
                <c:pt idx="2">
                  <c:v>12.153142521862856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49.03376502711826</c:v>
                </c:pt>
                <c:pt idx="1">
                  <c:v>49.504731964502085</c:v>
                </c:pt>
                <c:pt idx="2">
                  <c:v>50.32358849457239</c:v>
                </c:pt>
                <c:pt idx="3">
                  <c:v>45.94969345352934</c:v>
                </c:pt>
                <c:pt idx="4">
                  <c:v>44.87900928288033</c:v>
                </c:pt>
                <c:pt idx="5">
                  <c:v>55.47695094217813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50.96623497288175</c:v>
                </c:pt>
                <c:pt idx="1">
                  <c:v>50.49526803549792</c:v>
                </c:pt>
                <c:pt idx="2">
                  <c:v>49.676411505427595</c:v>
                </c:pt>
                <c:pt idx="3">
                  <c:v>54.05030654647066</c:v>
                </c:pt>
                <c:pt idx="4">
                  <c:v>55.12099071711965</c:v>
                </c:pt>
                <c:pt idx="5">
                  <c:v>44.523049057821865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103.60035816710888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97.50999999999999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8801.144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96.52228825126711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102.49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8944.365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20.0"/>
          <c:min val="8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5314.295</c:v>
                </c:pt>
                <c:pt idx="2">
                  <c:v>5879.283</c:v>
                </c:pt>
                <c:pt idx="3">
                  <c:v>6503.39</c:v>
                </c:pt>
                <c:pt idx="4">
                  <c:v>7193.31</c:v>
                </c:pt>
                <c:pt idx="5">
                  <c:v>7956.464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5314.295</c:v>
                </c:pt>
                <c:pt idx="1">
                  <c:v>564.9880000000003</c:v>
                </c:pt>
                <c:pt idx="2">
                  <c:v>624.107</c:v>
                </c:pt>
                <c:pt idx="3">
                  <c:v>689.9200000000001</c:v>
                </c:pt>
                <c:pt idx="4">
                  <c:v>763.1539999999995</c:v>
                </c:pt>
                <c:pt idx="5">
                  <c:v>844.6800000000003</c:v>
                </c:pt>
                <c:pt idx="6">
                  <c:v>8801.144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5585.705</c:v>
                </c:pt>
                <c:pt idx="2">
                  <c:v>6126.773</c:v>
                </c:pt>
                <c:pt idx="3">
                  <c:v>6726.377</c:v>
                </c:pt>
                <c:pt idx="4">
                  <c:v>7390.918</c:v>
                </c:pt>
                <c:pt idx="5">
                  <c:v>8127.577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5585.705</c:v>
                </c:pt>
                <c:pt idx="1">
                  <c:v>541.0680000000002</c:v>
                </c:pt>
                <c:pt idx="2">
                  <c:v>599.6040000000003</c:v>
                </c:pt>
                <c:pt idx="3">
                  <c:v>664.5409999999993</c:v>
                </c:pt>
                <c:pt idx="4">
                  <c:v>736.6590000000006</c:v>
                </c:pt>
                <c:pt idx="5">
                  <c:v>816.7879999999996</c:v>
                </c:pt>
                <c:pt idx="6">
                  <c:v>8944.365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51.92661176480623</c:v>
                </c:pt>
                <c:pt idx="1">
                  <c:v>51.245</c:v>
                </c:pt>
                <c:pt idx="2">
                  <c:v>50.4035415383126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48.07338823519377</c:v>
                </c:pt>
                <c:pt idx="1">
                  <c:v>48.754999999999995</c:v>
                </c:pt>
                <c:pt idx="2">
                  <c:v>49.59645846168741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15.264758291005903</c:v>
                </c:pt>
                <c:pt idx="1">
                  <c:v>13.069325735992402</c:v>
                </c:pt>
                <c:pt idx="2">
                  <c:v>15.703617767524339</c:v>
                </c:pt>
                <c:pt idx="3">
                  <c:v>19.392818054115853</c:v>
                </c:pt>
                <c:pt idx="4">
                  <c:v>15.975960272903272</c:v>
                </c:pt>
                <c:pt idx="5">
                  <c:v>15.867361673336156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29.931112002689897</c:v>
                </c:pt>
                <c:pt idx="1">
                  <c:v>34.263876608704194</c:v>
                </c:pt>
                <c:pt idx="2">
                  <c:v>30.32109680352265</c:v>
                </c:pt>
                <c:pt idx="3">
                  <c:v>28.67878449538981</c:v>
                </c:pt>
                <c:pt idx="4">
                  <c:v>29.90637219293091</c:v>
                </c:pt>
                <c:pt idx="5">
                  <c:v>32.64226820647107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31.334861290013432</c:v>
                </c:pt>
                <c:pt idx="1">
                  <c:v>32.81337393981072</c:v>
                </c:pt>
                <c:pt idx="2">
                  <c:v>29.628680600992347</c:v>
                </c:pt>
                <c:pt idx="3">
                  <c:v>31.154359510372544</c:v>
                </c:pt>
                <c:pt idx="4">
                  <c:v>31.63099398631053</c:v>
                </c:pt>
                <c:pt idx="5">
                  <c:v>31.717275949454105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23.46926841629077</c:v>
                </c:pt>
                <c:pt idx="1">
                  <c:v>19.85342371549268</c:v>
                </c:pt>
                <c:pt idx="2">
                  <c:v>24.34660482796066</c:v>
                </c:pt>
                <c:pt idx="3">
                  <c:v>20.774037940121787</c:v>
                </c:pt>
                <c:pt idx="4">
                  <c:v>22.486673547855276</c:v>
                </c:pt>
                <c:pt idx="5">
                  <c:v>19.77309417073866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41.795492000783966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85.0353394495413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2848.978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150.93035664034667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97.60601834862386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5501.311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60.643342363194044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151.82785321100917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5575.753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158.16496336581196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65.53078899082568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3819.467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90.0"/>
          <c:min val="1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2317.213</c:v>
                </c:pt>
                <c:pt idx="2">
                  <c:v>2429.911</c:v>
                </c:pt>
                <c:pt idx="3">
                  <c:v>2541.306</c:v>
                </c:pt>
                <c:pt idx="4">
                  <c:v>2649.724</c:v>
                </c:pt>
                <c:pt idx="5">
                  <c:v>2753.119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2317.213</c:v>
                </c:pt>
                <c:pt idx="1">
                  <c:v>112.69799999999987</c:v>
                </c:pt>
                <c:pt idx="2">
                  <c:v>111.39499999999998</c:v>
                </c:pt>
                <c:pt idx="3">
                  <c:v>108.41800000000012</c:v>
                </c:pt>
                <c:pt idx="4">
                  <c:v>103.39499999999998</c:v>
                </c:pt>
                <c:pt idx="5">
                  <c:v>95.85899999999992</c:v>
                </c:pt>
                <c:pt idx="6">
                  <c:v>2848.978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2659.764</c:v>
                </c:pt>
                <c:pt idx="2">
                  <c:v>3085.432</c:v>
                </c:pt>
                <c:pt idx="3">
                  <c:v>3573.018</c:v>
                </c:pt>
                <c:pt idx="4">
                  <c:v>4131.286</c:v>
                </c:pt>
                <c:pt idx="5">
                  <c:v>4770.244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2659.764</c:v>
                </c:pt>
                <c:pt idx="1">
                  <c:v>425.66799999999967</c:v>
                </c:pt>
                <c:pt idx="2">
                  <c:v>487.58600000000024</c:v>
                </c:pt>
                <c:pt idx="3">
                  <c:v>558.268</c:v>
                </c:pt>
                <c:pt idx="4">
                  <c:v>638.9579999999996</c:v>
                </c:pt>
                <c:pt idx="5">
                  <c:v>731.067</c:v>
                </c:pt>
                <c:pt idx="6">
                  <c:v>5501.311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4137.309</c:v>
                </c:pt>
                <c:pt idx="2">
                  <c:v>4402.756</c:v>
                </c:pt>
                <c:pt idx="3">
                  <c:v>4679.993</c:v>
                </c:pt>
                <c:pt idx="4">
                  <c:v>4968.503</c:v>
                </c:pt>
                <c:pt idx="5">
                  <c:v>5267.466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4137.309</c:v>
                </c:pt>
                <c:pt idx="1">
                  <c:v>265.4470000000001</c:v>
                </c:pt>
                <c:pt idx="2">
                  <c:v>277.2370000000001</c:v>
                </c:pt>
                <c:pt idx="3">
                  <c:v>288.5099999999993</c:v>
                </c:pt>
                <c:pt idx="4">
                  <c:v>298.96300000000065</c:v>
                </c:pt>
                <c:pt idx="5">
                  <c:v>308.28699999999935</c:v>
                </c:pt>
                <c:pt idx="6">
                  <c:v>5575.753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1785.714</c:v>
                </c:pt>
                <c:pt idx="2">
                  <c:v>2087.957</c:v>
                </c:pt>
                <c:pt idx="3">
                  <c:v>2435.45</c:v>
                </c:pt>
                <c:pt idx="4">
                  <c:v>2834.715</c:v>
                </c:pt>
                <c:pt idx="5">
                  <c:v>3293.212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1785.714</c:v>
                </c:pt>
                <c:pt idx="1">
                  <c:v>302.24299999999994</c:v>
                </c:pt>
                <c:pt idx="2">
                  <c:v>347.49299999999994</c:v>
                </c:pt>
                <c:pt idx="3">
                  <c:v>399.2650000000003</c:v>
                </c:pt>
                <c:pt idx="4">
                  <c:v>458.49699999999984</c:v>
                </c:pt>
                <c:pt idx="5">
                  <c:v>526.2550000000001</c:v>
                </c:pt>
                <c:pt idx="6">
                  <c:v>3819.467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41.12623933778381</c:v>
                </c:pt>
                <c:pt idx="1">
                  <c:v>37.95696330275229</c:v>
                </c:pt>
                <c:pt idx="2">
                  <c:v>31.420642822924943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21.204715673112684</c:v>
                </c:pt>
                <c:pt idx="1">
                  <c:v>24.401504587155966</c:v>
                </c:pt>
                <c:pt idx="2">
                  <c:v>31.001145134805657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13.904039437040819</c:v>
                </c:pt>
                <c:pt idx="1">
                  <c:v>16.38269724770642</c:v>
                </c:pt>
                <c:pt idx="2">
                  <c:v>21.52356970994746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23.76500555206268</c:v>
                </c:pt>
                <c:pt idx="1">
                  <c:v>21.258834862385324</c:v>
                </c:pt>
                <c:pt idx="2">
                  <c:v>16.054642332321944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41.03099716228882</c:v>
                </c:pt>
                <c:pt idx="1">
                  <c:v>42.258768051871506</c:v>
                </c:pt>
                <c:pt idx="2">
                  <c:v>41.19609122593409</c:v>
                </c:pt>
                <c:pt idx="3">
                  <c:v>46.07171575716697</c:v>
                </c:pt>
                <c:pt idx="4">
                  <c:v>42.94977134452346</c:v>
                </c:pt>
                <c:pt idx="5">
                  <c:v>39.132643930752884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42.925051613207124</c:v>
                </c:pt>
                <c:pt idx="1">
                  <c:v>43.602318498870225</c:v>
                </c:pt>
                <c:pt idx="2">
                  <c:v>45.0341790209333</c:v>
                </c:pt>
                <c:pt idx="3">
                  <c:v>39.36714324787595</c:v>
                </c:pt>
                <c:pt idx="4">
                  <c:v>43.005642271409286</c:v>
                </c:pt>
                <c:pt idx="5">
                  <c:v>44.37297155327041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16.043951224504045</c:v>
                </c:pt>
                <c:pt idx="1">
                  <c:v>14.138913449258277</c:v>
                </c:pt>
                <c:pt idx="2">
                  <c:v>13.769729753132617</c:v>
                </c:pt>
                <c:pt idx="3">
                  <c:v>14.561140994957073</c:v>
                </c:pt>
                <c:pt idx="4">
                  <c:v>14.044586384067232</c:v>
                </c:pt>
                <c:pt idx="5">
                  <c:v>16.494384515976694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94.03901539728679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128.97836697247706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7415.697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106.79201786662267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125.62596330275228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7674.594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97.63842296952382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45.395669724770634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2655.218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4686.214</c:v>
                </c:pt>
                <c:pt idx="2">
                  <c:v>5129.111</c:v>
                </c:pt>
                <c:pt idx="3">
                  <c:v>5618.165</c:v>
                </c:pt>
                <c:pt idx="4">
                  <c:v>6158.433</c:v>
                </c:pt>
                <c:pt idx="5">
                  <c:v>6755.514999999999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4686.214</c:v>
                </c:pt>
                <c:pt idx="1">
                  <c:v>442.89699999999993</c:v>
                </c:pt>
                <c:pt idx="2">
                  <c:v>489.0540000000001</c:v>
                </c:pt>
                <c:pt idx="3">
                  <c:v>540.268</c:v>
                </c:pt>
                <c:pt idx="4">
                  <c:v>597.0819999999994</c:v>
                </c:pt>
                <c:pt idx="5">
                  <c:v>660.1820000000007</c:v>
                </c:pt>
                <c:pt idx="6">
                  <c:v>7415.697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4564.41</c:v>
                </c:pt>
                <c:pt idx="2">
                  <c:v>5064.439</c:v>
                </c:pt>
                <c:pt idx="3">
                  <c:v>5618.927</c:v>
                </c:pt>
                <c:pt idx="4">
                  <c:v>6234.037</c:v>
                </c:pt>
                <c:pt idx="5">
                  <c:v>6916.698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4564.41</c:v>
                </c:pt>
                <c:pt idx="1">
                  <c:v>500.02900000000045</c:v>
                </c:pt>
                <c:pt idx="2">
                  <c:v>554.4879999999994</c:v>
                </c:pt>
                <c:pt idx="3">
                  <c:v>615.1100000000006</c:v>
                </c:pt>
                <c:pt idx="4">
                  <c:v>682.6610000000001</c:v>
                </c:pt>
                <c:pt idx="5">
                  <c:v>757.8959999999997</c:v>
                </c:pt>
                <c:pt idx="6">
                  <c:v>7674.594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1649.376</c:v>
                </c:pt>
                <c:pt idx="2">
                  <c:v>1812.506</c:v>
                </c:pt>
                <c:pt idx="3">
                  <c:v>1992.675</c:v>
                </c:pt>
                <c:pt idx="4">
                  <c:v>2191.758</c:v>
                </c:pt>
                <c:pt idx="5">
                  <c:v>2411.828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1649.376</c:v>
                </c:pt>
                <c:pt idx="1">
                  <c:v>163.1300000000001</c:v>
                </c:pt>
                <c:pt idx="2">
                  <c:v>180.16899999999987</c:v>
                </c:pt>
                <c:pt idx="3">
                  <c:v>199.08299999999986</c:v>
                </c:pt>
                <c:pt idx="4">
                  <c:v>220.07000000000016</c:v>
                </c:pt>
                <c:pt idx="5">
                  <c:v>243.38999999999987</c:v>
                </c:pt>
                <c:pt idx="6">
                  <c:v>2655.218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41.01884558846141</c:v>
                </c:pt>
                <c:pt idx="1">
                  <c:v>41.87532110091743</c:v>
                </c:pt>
                <c:pt idx="2">
                  <c:v>43.24809167209575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43.756718422320844</c:v>
                </c:pt>
                <c:pt idx="1">
                  <c:v>42.99278899082569</c:v>
                </c:pt>
                <c:pt idx="2">
                  <c:v>41.78914789088327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15.224435989217755</c:v>
                </c:pt>
                <c:pt idx="1">
                  <c:v>15.131889908256879</c:v>
                </c:pt>
                <c:pt idx="2">
                  <c:v>14.962760437020995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57.561436365910424</c:v>
                </c:pt>
                <c:pt idx="1">
                  <c:v>57.28591544683499</c:v>
                </c:pt>
                <c:pt idx="2">
                  <c:v>58.407623867749514</c:v>
                </c:pt>
                <c:pt idx="3">
                  <c:v>57.90921868997996</c:v>
                </c:pt>
                <c:pt idx="4">
                  <c:v>58.86821917304304</c:v>
                </c:pt>
                <c:pt idx="5">
                  <c:v>57.75661964337818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38.12092190690293</c:v>
                </c:pt>
                <c:pt idx="1">
                  <c:v>38.639944984772576</c:v>
                </c:pt>
                <c:pt idx="2">
                  <c:v>37.83438471798166</c:v>
                </c:pt>
                <c:pt idx="3">
                  <c:v>38.10798887453869</c:v>
                </c:pt>
                <c:pt idx="4">
                  <c:v>36.75980663319421</c:v>
                </c:pt>
                <c:pt idx="5">
                  <c:v>37.89158105175301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Middle East &amp; Africa</c:v>
                </c:pt>
                <c:pt idx="1">
                  <c:v>Latin America</c:v>
                </c:pt>
                <c:pt idx="2">
                  <c:v>East Asia</c:v>
                </c:pt>
                <c:pt idx="3">
                  <c:v>South Asia &amp; Pacific</c:v>
                </c:pt>
                <c:pt idx="4">
                  <c:v>Europe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4.317641727186637</c:v>
                </c:pt>
                <c:pt idx="1">
                  <c:v>4.074139568392442</c:v>
                </c:pt>
                <c:pt idx="2">
                  <c:v>3.757991414268819</c:v>
                </c:pt>
                <c:pt idx="3">
                  <c:v>3.982792435481355</c:v>
                </c:pt>
                <c:pt idx="4">
                  <c:v>4.371974193762748</c:v>
                </c:pt>
                <c:pt idx="5">
                  <c:v>4.351799304868795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86.52080631920465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185.95144954128443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10314.089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123.31791949480015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101.20783486238531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6684.792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96.3958161296475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12.840715596330277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746.628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35.0"/>
          <c:min val="7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6756.236</c:v>
                </c:pt>
                <c:pt idx="2">
                  <c:v>7347.257</c:v>
                </c:pt>
                <c:pt idx="3">
                  <c:v>7992.967</c:v>
                </c:pt>
                <c:pt idx="4">
                  <c:v>8698.666</c:v>
                </c:pt>
                <c:pt idx="5">
                  <c:v>9470.232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6756.236</c:v>
                </c:pt>
                <c:pt idx="1">
                  <c:v>591.0209999999997</c:v>
                </c:pt>
                <c:pt idx="2">
                  <c:v>645.71</c:v>
                </c:pt>
                <c:pt idx="3">
                  <c:v>705.6989999999996</c:v>
                </c:pt>
                <c:pt idx="4">
                  <c:v>771.5660000000007</c:v>
                </c:pt>
                <c:pt idx="5">
                  <c:v>843.857</c:v>
                </c:pt>
                <c:pt idx="6">
                  <c:v>10314.089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3677.218</c:v>
                </c:pt>
                <c:pt idx="2">
                  <c:v>4146.699</c:v>
                </c:pt>
                <c:pt idx="3">
                  <c:v>4674.46</c:v>
                </c:pt>
                <c:pt idx="4">
                  <c:v>5267.768</c:v>
                </c:pt>
                <c:pt idx="5">
                  <c:v>5934.8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3677.218</c:v>
                </c:pt>
                <c:pt idx="1">
                  <c:v>469.48099999999977</c:v>
                </c:pt>
                <c:pt idx="2">
                  <c:v>527.7610000000004</c:v>
                </c:pt>
                <c:pt idx="3">
                  <c:v>593.308</c:v>
                </c:pt>
                <c:pt idx="4">
                  <c:v>667.0320000000002</c:v>
                </c:pt>
                <c:pt idx="5">
                  <c:v>749.9920000000002</c:v>
                </c:pt>
                <c:pt idx="6">
                  <c:v>6684.792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466.546</c:v>
                </c:pt>
                <c:pt idx="2">
                  <c:v>512.1</c:v>
                </c:pt>
                <c:pt idx="3">
                  <c:v>562.34</c:v>
                </c:pt>
                <c:pt idx="4">
                  <c:v>617.794</c:v>
                </c:pt>
                <c:pt idx="5">
                  <c:v>679.009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466.546</c:v>
                </c:pt>
                <c:pt idx="1">
                  <c:v>45.55400000000003</c:v>
                </c:pt>
                <c:pt idx="2">
                  <c:v>50.24000000000001</c:v>
                </c:pt>
                <c:pt idx="3">
                  <c:v>55.45399999999995</c:v>
                </c:pt>
                <c:pt idx="4">
                  <c:v>61.21500000000003</c:v>
                </c:pt>
                <c:pt idx="5">
                  <c:v>67.61900000000003</c:v>
                </c:pt>
                <c:pt idx="6">
                  <c:v>746.628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63.98770757385746</c:v>
                </c:pt>
                <c:pt idx="1">
                  <c:v>61.98381651376147</c:v>
                </c:pt>
                <c:pt idx="2">
                  <c:v>58.12224940969571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31.693972819022516</c:v>
                </c:pt>
                <c:pt idx="1">
                  <c:v>33.73594495412844</c:v>
                </c:pt>
                <c:pt idx="2">
                  <c:v>37.670331124342496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4.318319607120018</c:v>
                </c:pt>
                <c:pt idx="1">
                  <c:v>4.280238532110092</c:v>
                </c:pt>
                <c:pt idx="2">
                  <c:v>4.207419465961782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58.761438689746406</c:v>
                </c:pt>
                <c:pt idx="1">
                  <c:v>55.989422318553004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41.238561310253594</c:v>
                </c:pt>
                <c:pt idx="1">
                  <c:v>44.010577681446996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47.68416729282191</c:v>
                </c:pt>
                <c:pt idx="1">
                  <c:v>47.724495109329375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36.129703020678654</c:v>
                </c:pt>
                <c:pt idx="1">
                  <c:v>36.517193061214044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12.429280803699172</c:v>
                </c:pt>
                <c:pt idx="1">
                  <c:v>11.125089433296171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3.756848882800258</c:v>
                </c:pt>
                <c:pt idx="1">
                  <c:v>4.633222396160413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40.4317333602079</c:v>
                </c:pt>
                <c:pt idx="1">
                  <c:v>39.898044021381466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33.569945199006746</c:v>
                </c:pt>
                <c:pt idx="1">
                  <c:v>33.94331561172556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Quick-commerce platforms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9.291221763114981</c:v>
                </c:pt>
                <c:pt idx="1">
                  <c:v>8.917847247580557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Online marketplaces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5.602901792721067</c:v>
                </c:pt>
                <c:pt idx="1">
                  <c:v>5.519465917366557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Brand-owned direct-to-consumer websites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5.203417916637065</c:v>
                </c:pt>
                <c:pt idx="1">
                  <c:v>5.2463798613217145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3.9719898691682043</c:v>
                </c:pt>
                <c:pt idx="1">
                  <c:v>4.665135882851714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Retailer websites and apps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1.9287900991440339</c:v>
                </c:pt>
                <c:pt idx="1">
                  <c:v>1.8098114577724416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43.14371568124039</c:v>
                </c:pt>
                <c:pt idx="1">
                  <c:v>41.879683643382506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27.230087437045793</c:v>
                </c:pt>
                <c:pt idx="1">
                  <c:v>30.052310741815667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23.72251112375537</c:v>
                </c:pt>
                <c:pt idx="1">
                  <c:v>22.03320770723149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5.90368575795845</c:v>
                </c:pt>
                <c:pt idx="1">
                  <c:v>6.034797907570328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2.5045866456656407</c:v>
                </c:pt>
                <c:pt idx="1">
                  <c:v>3.306572273902586</c:v>
                </c:pt>
                <c:pt idx="2">
                  <c:v>3.038548960537546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.3646754015514135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829578.725</c:v>
                </c:pt>
                <c:pt idx="2">
                  <c:v>0.0</c:v>
                </c:pt>
                <c:pt idx="3">
                  <c:v>938802.201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829578.725</c:v>
                </c:pt>
                <c:pt idx="1">
                  <c:v>109223.47600000002</c:v>
                </c:pt>
                <c:pt idx="2">
                  <c:v>938802.201</c:v>
                </c:pt>
                <c:pt idx="3">
                  <c:v>360929.218</c:v>
                </c:pt>
                <c:pt idx="4">
                  <c:v>1299731.419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,,&quot;M&quot;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3.247945887409953</c:v>
                </c:pt>
                <c:pt idx="1">
                  <c:v>4.056108237174105</c:v>
                </c:pt>
                <c:pt idx="2">
                  <c:v>3.7860203540756476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.35406287306981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3065.726</c:v>
                </c:pt>
                <c:pt idx="2">
                  <c:v>0.0</c:v>
                </c:pt>
                <c:pt idx="3">
                  <c:v>3597.0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3065.726</c:v>
                </c:pt>
                <c:pt idx="1">
                  <c:v>531.2739999999999</c:v>
                </c:pt>
                <c:pt idx="2">
                  <c:v>3597.0</c:v>
                </c:pt>
                <c:pt idx="3">
                  <c:v>1756.2340000000004</c:v>
                </c:pt>
                <c:pt idx="4">
                  <c:v>5353.234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3065.726</c:v>
                </c:pt>
                <c:pt idx="1">
                  <c:v>3165.233</c:v>
                </c:pt>
                <c:pt idx="2">
                  <c:v>3268.003</c:v>
                </c:pt>
                <c:pt idx="3">
                  <c:v>3374.1459999999997</c:v>
                </c:pt>
                <c:pt idx="4">
                  <c:v>3483.7740000000003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829578.725</c:v>
                </c:pt>
                <c:pt idx="1">
                  <c:v>850339.716</c:v>
                </c:pt>
                <c:pt idx="2">
                  <c:v>871628.7139999999</c:v>
                </c:pt>
                <c:pt idx="3">
                  <c:v>893459.382</c:v>
                </c:pt>
                <c:pt idx="4">
                  <c:v>915845.747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411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1264077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3597.0</c:v>
                </c:pt>
                <c:pt idx="1">
                  <c:v>3742.722</c:v>
                </c:pt>
                <c:pt idx="2">
                  <c:v>3894.3869999999997</c:v>
                </c:pt>
                <c:pt idx="3">
                  <c:v>4052.241</c:v>
                </c:pt>
                <c:pt idx="4">
                  <c:v>4216.537</c:v>
                </c:pt>
                <c:pt idx="5">
                  <c:v>4387.542</c:v>
                </c:pt>
                <c:pt idx="6">
                  <c:v>4565.529</c:v>
                </c:pt>
                <c:pt idx="7">
                  <c:v>4750.786</c:v>
                </c:pt>
                <c:pt idx="8">
                  <c:v>4943.612999999999</c:v>
                </c:pt>
                <c:pt idx="9">
                  <c:v>5144.321</c:v>
                </c:pt>
                <c:pt idx="10">
                  <c:v>5353.234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MM&quot;;&quot;MMMMMMMMMMM&quot;;&quot;MM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MM&quot;;&quot;MMMMMMMMMMM&quot;;&quot;MM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MM&quot;;&quot;MMMMMMMMMMM&quot;;&quot;MM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MM&quot;;&quot;MMMMMMMMMMM&quot;;&quot;MM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MM&quot;;&quot;MMMMMMMMMMM&quot;;&quot;MM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MM&quot;;&quot;MMMMMMMMMMM&quot;;&quot;MM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MM&quot;;&quot;MMMMMMMMMMM&quot;;&quot;MM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MM&quot;;&quot;MMMMMMMMMMM&quot;;&quot;MM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MM&quot;;&quot;MMMMMMMMMMM&quot;;&quot;MM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.0,,&quot;M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938802.201</c:v>
                </c:pt>
                <c:pt idx="1">
                  <c:v>969801.731</c:v>
                </c:pt>
                <c:pt idx="2">
                  <c:v>1001834.583</c:v>
                </c:pt>
                <c:pt idx="3">
                  <c:v>1034935.551</c:v>
                </c:pt>
                <c:pt idx="4">
                  <c:v>1069140.613</c:v>
                </c:pt>
                <c:pt idx="5">
                  <c:v>1104486.9700000002</c:v>
                </c:pt>
                <c:pt idx="6">
                  <c:v>1141013.091</c:v>
                </c:pt>
                <c:pt idx="7">
                  <c:v>1178758.755</c:v>
                </c:pt>
                <c:pt idx="8">
                  <c:v>1217765.098</c:v>
                </c:pt>
                <c:pt idx="9">
                  <c:v>1258074.6570000001</c:v>
                </c:pt>
                <c:pt idx="10">
                  <c:v>1299731.419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317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1873481"/>
          <c:min val="0"/>
        </c:scaling>
        <c:delete val="0"/>
        <c:axPos val="r"/>
        <c:numFmt formatCode="#,##0,,&quot;M&quot;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U.S.</c:v>
                </c:pt>
                <c:pt idx="1">
                  <c:v>Canada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94.32280936141345</c:v>
                </c:pt>
                <c:pt idx="1">
                  <c:v>112.20893587921175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35.668196834818126</c:v>
                </c:pt>
                <c:pt idx="1">
                  <c:v>64.33180316518184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3085.639</c:v>
                </c:pt>
                <c:pt idx="1">
                  <c:v>2267.5950000000003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0.04725705582065938</c:v>
                </c:pt>
                <c:pt idx="1">
                  <c:v>0.050320207197637974</c:v>
                </c:pt>
                <c:pt idx="2">
                  <c:v>0.05329879304580428</c:v>
                </c:pt>
                <c:pt idx="3">
                  <c:v>0.05420552343806941</c:v>
                </c:pt>
                <c:pt idx="4">
                  <c:v>0.05346322601849485</c:v>
                </c:pt>
                <c:pt idx="5">
                  <c:v>0.0522370258507166</c:v>
                </c:pt>
                <c:pt idx="6">
                  <c:v>0.050357791877110106</c:v>
                </c:pt>
                <c:pt idx="7">
                  <c:v>0.048347011525351154</c:v>
                </c:pt>
                <c:pt idx="8">
                  <c:v>0.04694698221501431</c:v>
                </c:pt>
                <c:pt idx="9">
                  <c:v>0.04598857288847499</c:v>
                </c:pt>
                <c:pt idx="10">
                  <c:v>0.04522278504423035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0.03526561651233003</c:v>
                </c:pt>
                <c:pt idx="1">
                  <c:v>0.03766899284566956</c:v>
                </c:pt>
                <c:pt idx="2">
                  <c:v>0.040025626041245606</c:v>
                </c:pt>
                <c:pt idx="3">
                  <c:v>0.042397840282742814</c:v>
                </c:pt>
                <c:pt idx="4">
                  <c:v>0.04334438882245352</c:v>
                </c:pt>
                <c:pt idx="5">
                  <c:v>0.04298602476626675</c:v>
                </c:pt>
                <c:pt idx="6">
                  <c:v>0.04160320694076345</c:v>
                </c:pt>
                <c:pt idx="7">
                  <c:v>0.04008795022493026</c:v>
                </c:pt>
                <c:pt idx="8">
                  <c:v>0.03948028943400487</c:v>
                </c:pt>
                <c:pt idx="9">
                  <c:v>0.038272758375114665</c:v>
                </c:pt>
                <c:pt idx="10">
                  <c:v>0.03698342682513835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0.025309855888910847</c:v>
                </c:pt>
                <c:pt idx="1">
                  <c:v>0.02636512377198206</c:v>
                </c:pt>
                <c:pt idx="2">
                  <c:v>0.02754176431892089</c:v>
                </c:pt>
                <c:pt idx="3">
                  <c:v>0.028657718533925913</c:v>
                </c:pt>
                <c:pt idx="4">
                  <c:v>0.029857959321061226</c:v>
                </c:pt>
                <c:pt idx="5">
                  <c:v>0.030269277793057034</c:v>
                </c:pt>
                <c:pt idx="6">
                  <c:v>0.030656996024856362</c:v>
                </c:pt>
                <c:pt idx="7">
                  <c:v>0.03104471425665569</c:v>
                </c:pt>
                <c:pt idx="8">
                  <c:v>0.03214381115723466</c:v>
                </c:pt>
                <c:pt idx="9">
                  <c:v>0.03295970517545585</c:v>
                </c:pt>
                <c:pt idx="10">
                  <c:v>0.03379582797098832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72.52736212960797</c:v>
                </c:pt>
                <c:pt idx="1">
                  <c:v>71.11839534595416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27.47263787039204</c:v>
                </c:pt>
                <c:pt idx="1">
                  <c:v>28.881604654045834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68.93577981651376</c:v>
                </c:pt>
                <c:pt idx="1">
                  <c:v>67.42535446797207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31.064220183486242</c:v>
                </c:pt>
                <c:pt idx="1">
                  <c:v>32.57464553202793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607424.963</c:v>
                </c:pt>
                <c:pt idx="1">
                  <c:v>621454.454</c:v>
                </c:pt>
                <c:pt idx="2">
                  <c:v>635807.98</c:v>
                </c:pt>
                <c:pt idx="3">
                  <c:v>650493.023</c:v>
                </c:pt>
                <c:pt idx="4">
                  <c:v>665517.243</c:v>
                </c:pt>
                <c:pt idx="5">
                  <c:v>680888.472</c:v>
                </c:pt>
                <c:pt idx="6">
                  <c:v>702023.968</c:v>
                </c:pt>
                <c:pt idx="7">
                  <c:v>723815.532</c:v>
                </c:pt>
                <c:pt idx="8">
                  <c:v>746283.529</c:v>
                </c:pt>
                <c:pt idx="9">
                  <c:v>769448.957</c:v>
                </c:pt>
                <c:pt idx="10">
                  <c:v>793333.464</c:v>
                </c:pt>
                <c:pt idx="11">
                  <c:v>817959.371</c:v>
                </c:pt>
                <c:pt idx="12">
                  <c:v>843349.692</c:v>
                </c:pt>
                <c:pt idx="13">
                  <c:v>869528.156</c:v>
                </c:pt>
                <c:pt idx="14">
                  <c:v>896519.227</c:v>
                </c:pt>
                <c:pt idx="15">
                  <c:v>924348.129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M&quot;;&quot;MMMMMMMMM&quot;;&quot;MMMMM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M&quot;;&quot;MMMMMMMMM&quot;;&quot;MMMMM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M&quot;;&quot;MMMMMMMMM&quot;;&quot;MMMMM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M&quot;;&quot;MMMMMMMMM&quot;;&quot;MMMMM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M&quot;;&quot;MMMMMMMMM&quot;;&quot;MMMMM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222153.762</c:v>
                </c:pt>
                <c:pt idx="1">
                  <c:v>228885.262</c:v>
                </c:pt>
                <c:pt idx="2">
                  <c:v>235820.734</c:v>
                </c:pt>
                <c:pt idx="3">
                  <c:v>242966.359</c:v>
                </c:pt>
                <c:pt idx="4">
                  <c:v>250328.504</c:v>
                </c:pt>
                <c:pt idx="5">
                  <c:v>257913.729</c:v>
                </c:pt>
                <c:pt idx="6">
                  <c:v>267777.763</c:v>
                </c:pt>
                <c:pt idx="7">
                  <c:v>278019.051</c:v>
                </c:pt>
                <c:pt idx="8">
                  <c:v>288652.022</c:v>
                </c:pt>
                <c:pt idx="9">
                  <c:v>299691.656</c:v>
                </c:pt>
                <c:pt idx="10">
                  <c:v>311153.506</c:v>
                </c:pt>
                <c:pt idx="11">
                  <c:v>323053.72</c:v>
                </c:pt>
                <c:pt idx="12">
                  <c:v>335409.063</c:v>
                </c:pt>
                <c:pt idx="13">
                  <c:v>348236.942</c:v>
                </c:pt>
                <c:pt idx="14">
                  <c:v>361555.43</c:v>
                </c:pt>
                <c:pt idx="15">
                  <c:v>375383.29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&quot;;&quot;MMMMMMM&quot;;&quot;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&quot;;&quot;MMMMMMM&quot;;&quot;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&quot;;&quot;MMMMMMM&quot;;&quot;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&quot;;&quot;MMMMMMM&quot;;&quot;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&quot;;&quot;MMMMMMM&quot;;&quot;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2136.262</c:v>
                </c:pt>
                <c:pt idx="1">
                  <c:v>2200.902</c:v>
                </c:pt>
                <c:pt idx="2">
                  <c:v>2267.497</c:v>
                </c:pt>
                <c:pt idx="3">
                  <c:v>2336.108</c:v>
                </c:pt>
                <c:pt idx="4">
                  <c:v>2406.795</c:v>
                </c:pt>
                <c:pt idx="5">
                  <c:v>2479.62</c:v>
                </c:pt>
                <c:pt idx="6">
                  <c:v>2574.487</c:v>
                </c:pt>
                <c:pt idx="7">
                  <c:v>2672.982</c:v>
                </c:pt>
                <c:pt idx="8">
                  <c:v>2775.246</c:v>
                </c:pt>
                <c:pt idx="9">
                  <c:v>2881.422</c:v>
                </c:pt>
                <c:pt idx="10">
                  <c:v>2991.661</c:v>
                </c:pt>
                <c:pt idx="11">
                  <c:v>3106.117</c:v>
                </c:pt>
                <c:pt idx="12">
                  <c:v>3224.952</c:v>
                </c:pt>
                <c:pt idx="13">
                  <c:v>3348.333</c:v>
                </c:pt>
                <c:pt idx="14">
                  <c:v>3476.435</c:v>
                </c:pt>
                <c:pt idx="15">
                  <c:v>3609.437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&quot;;&quot;MMMMMMM&quot;;&quot;MMM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&quot;;&quot;MMMMMMM&quot;;&quot;MMM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&quot;;&quot;MMMMMMM&quot;;&quot;MMM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&quot;;&quot;MMMMMMM&quot;;&quot;MMM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&quot;;&quot;MMMMMMM&quot;;&quot;MMM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929.464</c:v>
                </c:pt>
                <c:pt idx="1">
                  <c:v>964.331</c:v>
                </c:pt>
                <c:pt idx="2">
                  <c:v>1000.506</c:v>
                </c:pt>
                <c:pt idx="3">
                  <c:v>1038.038</c:v>
                </c:pt>
                <c:pt idx="4">
                  <c:v>1076.979</c:v>
                </c:pt>
                <c:pt idx="5">
                  <c:v>1117.38</c:v>
                </c:pt>
                <c:pt idx="6">
                  <c:v>1168.235</c:v>
                </c:pt>
                <c:pt idx="7">
                  <c:v>1221.405</c:v>
                </c:pt>
                <c:pt idx="8">
                  <c:v>1276.995</c:v>
                </c:pt>
                <c:pt idx="9">
                  <c:v>1335.115</c:v>
                </c:pt>
                <c:pt idx="10">
                  <c:v>1395.881</c:v>
                </c:pt>
                <c:pt idx="11">
                  <c:v>1459.412</c:v>
                </c:pt>
                <c:pt idx="12">
                  <c:v>1525.834</c:v>
                </c:pt>
                <c:pt idx="13">
                  <c:v>1595.28</c:v>
                </c:pt>
                <c:pt idx="14">
                  <c:v>1667.886</c:v>
                </c:pt>
                <c:pt idx="15">
                  <c:v>1743.797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59.937997370106736</c:v>
                </c:pt>
                <c:pt idx="1">
                  <c:v>56.530755350488185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40.06200262989327</c:v>
                </c:pt>
                <c:pt idx="1">
                  <c:v>43.469244649511815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9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109.68763689344068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111.01706978037254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3085.639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87.43256602517316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88.98293021962746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2267.5950000000003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0.0"/>
          <c:min val="8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1996.642</c:v>
                </c:pt>
                <c:pt idx="2">
                  <c:v>2178.276</c:v>
                </c:pt>
                <c:pt idx="3">
                  <c:v>2376.42</c:v>
                </c:pt>
                <c:pt idx="4">
                  <c:v>2592.578</c:v>
                </c:pt>
                <c:pt idx="5">
                  <c:v>2828.387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1996.642</c:v>
                </c:pt>
                <c:pt idx="1">
                  <c:v>181.6339999999998</c:v>
                </c:pt>
                <c:pt idx="2">
                  <c:v>198.14400000000023</c:v>
                </c:pt>
                <c:pt idx="3">
                  <c:v>216.1579999999999</c:v>
                </c:pt>
                <c:pt idx="4">
                  <c:v>235.8090000000002</c:v>
                </c:pt>
                <c:pt idx="5">
                  <c:v>257.25199999999995</c:v>
                </c:pt>
                <c:pt idx="6">
                  <c:v>3085.639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1600.358</c:v>
                </c:pt>
                <c:pt idx="2">
                  <c:v>1716.111</c:v>
                </c:pt>
                <c:pt idx="3">
                  <c:v>1840.1170000000002</c:v>
                </c:pt>
                <c:pt idx="4">
                  <c:v>1972.951</c:v>
                </c:pt>
                <c:pt idx="5">
                  <c:v>2115.2259999999997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1600.358</c:v>
                </c:pt>
                <c:pt idx="1">
                  <c:v>115.75300000000016</c:v>
                </c:pt>
                <c:pt idx="2">
                  <c:v>124.00600000000009</c:v>
                </c:pt>
                <c:pt idx="3">
                  <c:v>132.83399999999983</c:v>
                </c:pt>
                <c:pt idx="4">
                  <c:v>142.27499999999964</c:v>
                </c:pt>
                <c:pt idx="5">
                  <c:v>152.3690000000006</c:v>
                </c:pt>
                <c:pt idx="6">
                  <c:v>2267.5950000000003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54.44808179204534</c:v>
                </c:pt>
                <c:pt idx="1">
                  <c:v>55.50853489018627</c:v>
                </c:pt>
                <c:pt idx="2">
                  <c:v>57.640652360797226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45.55191820795466</c:v>
                </c:pt>
                <c:pt idx="1">
                  <c:v>44.49146510981373</c:v>
                </c:pt>
                <c:pt idx="2">
                  <c:v>42.359347639202774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53.099299975857285</c:v>
                </c:pt>
                <c:pt idx="1">
                  <c:v>55.53982518603316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46.900700024142715</c:v>
                </c:pt>
                <c:pt idx="1">
                  <c:v>44.46017481396683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85.13831079659693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116.0393661384487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2930.619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119.34294516651818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83.96063386155129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2422.615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30.0"/>
          <c:min val="7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30.0"/>
          <c:min val="7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2086.968</c:v>
                </c:pt>
                <c:pt idx="2">
                  <c:v>2234.406</c:v>
                </c:pt>
                <c:pt idx="3">
                  <c:v>2391.84</c:v>
                </c:pt>
                <c:pt idx="4">
                  <c:v>2559.9</c:v>
                </c:pt>
                <c:pt idx="5">
                  <c:v>2739.263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2086.968</c:v>
                </c:pt>
                <c:pt idx="1">
                  <c:v>147.4380000000001</c:v>
                </c:pt>
                <c:pt idx="2">
                  <c:v>157.4340000000002</c:v>
                </c:pt>
                <c:pt idx="3">
                  <c:v>168.05999999999995</c:v>
                </c:pt>
                <c:pt idx="4">
                  <c:v>179.36299999999983</c:v>
                </c:pt>
                <c:pt idx="5">
                  <c:v>191.35600000000022</c:v>
                </c:pt>
                <c:pt idx="6">
                  <c:v>2930.619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1510.032</c:v>
                </c:pt>
                <c:pt idx="2">
                  <c:v>1659.981</c:v>
                </c:pt>
                <c:pt idx="3">
                  <c:v>1824.697</c:v>
                </c:pt>
                <c:pt idx="4">
                  <c:v>2005.629</c:v>
                </c:pt>
                <c:pt idx="5">
                  <c:v>2204.35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1510.032</c:v>
                </c:pt>
                <c:pt idx="1">
                  <c:v>149.94900000000007</c:v>
                </c:pt>
                <c:pt idx="2">
                  <c:v>164.7159999999999</c:v>
                </c:pt>
                <c:pt idx="3">
                  <c:v>180.93200000000002</c:v>
                </c:pt>
                <c:pt idx="4">
                  <c:v>198.721</c:v>
                </c:pt>
                <c:pt idx="5">
                  <c:v>218.26499999999987</c:v>
                </c:pt>
                <c:pt idx="6">
                  <c:v>2422.615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 Flavours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59.6095671955028</c:v>
                </c:pt>
                <c:pt idx="1">
                  <c:v>58.01968306922435</c:v>
                </c:pt>
                <c:pt idx="2">
                  <c:v>54.74483274969859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Savoury Muffins Flavours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40.39043280449721</c:v>
                </c:pt>
                <c:pt idx="1">
                  <c:v>41.98031693077564</c:v>
                </c:pt>
                <c:pt idx="2">
                  <c:v>45.2551672503014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18.065864317922326</c:v>
                </c:pt>
                <c:pt idx="1">
                  <c:v>17.53813683408243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19.301214533572427</c:v>
                </c:pt>
                <c:pt idx="1">
                  <c:v>25.117601443105947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19.05204562228287</c:v>
                </c:pt>
                <c:pt idx="1">
                  <c:v>13.79680542976647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16.51763364657698</c:v>
                </c:pt>
                <c:pt idx="1">
                  <c:v>12.884474780969995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7.717928176272812</c:v>
                </c:pt>
                <c:pt idx="1">
                  <c:v>8.05721224667448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2.4240780320186355</c:v>
                </c:pt>
                <c:pt idx="1">
                  <c:v>3.371273691714247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12.568894200414382</c:v>
                </c:pt>
                <c:pt idx="1">
                  <c:v>13.681108715846818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4.352341470939565</c:v>
                </c:pt>
                <c:pt idx="1">
                  <c:v>5.553386857839602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9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102.10894597362159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140.52087850986933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948.06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140.50622135313705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158.84392549346677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1243.178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65.85213207008712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141.86043925493468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830.216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78.11266911425861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122.61195440644981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753.091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141.81268895409318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54.083291631915486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425.405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102.77434831511454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24.238420906310814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163.955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115.5796766942104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100.29068668334725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712.987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16.259649403422724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57.55040311370587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276.342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80.0"/>
          <c:min val="-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631.817</c:v>
                </c:pt>
                <c:pt idx="2">
                  <c:v>685.169</c:v>
                </c:pt>
                <c:pt idx="3">
                  <c:v>743.063</c:v>
                </c:pt>
                <c:pt idx="4">
                  <c:v>805.886</c:v>
                </c:pt>
                <c:pt idx="5">
                  <c:v>874.067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631.817</c:v>
                </c:pt>
                <c:pt idx="1">
                  <c:v>53.351999999999975</c:v>
                </c:pt>
                <c:pt idx="2">
                  <c:v>57.894000000000005</c:v>
                </c:pt>
                <c:pt idx="3">
                  <c:v>62.82299999999998</c:v>
                </c:pt>
                <c:pt idx="4">
                  <c:v>68.18100000000004</c:v>
                </c:pt>
                <c:pt idx="5">
                  <c:v>73.99299999999994</c:v>
                </c:pt>
                <c:pt idx="6">
                  <c:v>948.06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714.202</c:v>
                </c:pt>
                <c:pt idx="2">
                  <c:v>800.099</c:v>
                </c:pt>
                <c:pt idx="3">
                  <c:v>895.012</c:v>
                </c:pt>
                <c:pt idx="4">
                  <c:v>999.832</c:v>
                </c:pt>
                <c:pt idx="5">
                  <c:v>1115.529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714.202</c:v>
                </c:pt>
                <c:pt idx="1">
                  <c:v>85.89700000000005</c:v>
                </c:pt>
                <c:pt idx="2">
                  <c:v>94.9129999999999</c:v>
                </c:pt>
                <c:pt idx="3">
                  <c:v>104.82000000000005</c:v>
                </c:pt>
                <c:pt idx="4">
                  <c:v>115.697</c:v>
                </c:pt>
                <c:pt idx="5">
                  <c:v>127.64900000000011</c:v>
                </c:pt>
                <c:pt idx="6">
                  <c:v>1243.178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637.84</c:v>
                </c:pt>
                <c:pt idx="2">
                  <c:v>672.933</c:v>
                </c:pt>
                <c:pt idx="3">
                  <c:v>709.677</c:v>
                </c:pt>
                <c:pt idx="4">
                  <c:v>748.115</c:v>
                </c:pt>
                <c:pt idx="5">
                  <c:v>788.282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637.84</c:v>
                </c:pt>
                <c:pt idx="1">
                  <c:v>35.09299999999996</c:v>
                </c:pt>
                <c:pt idx="2">
                  <c:v>36.74400000000003</c:v>
                </c:pt>
                <c:pt idx="3">
                  <c:v>38.43799999999999</c:v>
                </c:pt>
                <c:pt idx="4">
                  <c:v>40.16700000000003</c:v>
                </c:pt>
                <c:pt idx="5">
                  <c:v>41.93399999999997</c:v>
                </c:pt>
                <c:pt idx="6">
                  <c:v>830.216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551.294</c:v>
                </c:pt>
                <c:pt idx="2">
                  <c:v>586.865</c:v>
                </c:pt>
                <c:pt idx="3">
                  <c:v>624.689</c:v>
                </c:pt>
                <c:pt idx="4">
                  <c:v>664.904</c:v>
                </c:pt>
                <c:pt idx="5">
                  <c:v>707.654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551.294</c:v>
                </c:pt>
                <c:pt idx="1">
                  <c:v>35.571000000000026</c:v>
                </c:pt>
                <c:pt idx="2">
                  <c:v>37.823999999999955</c:v>
                </c:pt>
                <c:pt idx="3">
                  <c:v>40.21500000000003</c:v>
                </c:pt>
                <c:pt idx="4">
                  <c:v>42.75</c:v>
                </c:pt>
                <c:pt idx="5">
                  <c:v>45.43700000000001</c:v>
                </c:pt>
                <c:pt idx="6">
                  <c:v>753.091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243.172</c:v>
                </c:pt>
                <c:pt idx="2">
                  <c:v>272.7</c:v>
                </c:pt>
                <c:pt idx="3">
                  <c:v>305.359</c:v>
                </c:pt>
                <c:pt idx="4">
                  <c:v>341.461</c:v>
                </c:pt>
                <c:pt idx="5">
                  <c:v>381.351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243.172</c:v>
                </c:pt>
                <c:pt idx="1">
                  <c:v>29.52799999999999</c:v>
                </c:pt>
                <c:pt idx="2">
                  <c:v>32.65899999999999</c:v>
                </c:pt>
                <c:pt idx="3">
                  <c:v>36.10200000000003</c:v>
                </c:pt>
                <c:pt idx="4">
                  <c:v>39.889999999999986</c:v>
                </c:pt>
                <c:pt idx="5">
                  <c:v>44.053999999999974</c:v>
                </c:pt>
                <c:pt idx="6">
                  <c:v>425.405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108.982</c:v>
                </c:pt>
                <c:pt idx="2">
                  <c:v>118.254</c:v>
                </c:pt>
                <c:pt idx="3">
                  <c:v>128.316</c:v>
                </c:pt>
                <c:pt idx="4">
                  <c:v>139.237</c:v>
                </c:pt>
                <c:pt idx="5">
                  <c:v>151.09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108.982</c:v>
                </c:pt>
                <c:pt idx="1">
                  <c:v>9.272000000000006</c:v>
                </c:pt>
                <c:pt idx="2">
                  <c:v>10.061999999999998</c:v>
                </c:pt>
                <c:pt idx="3">
                  <c:v>10.920999999999992</c:v>
                </c:pt>
                <c:pt idx="4">
                  <c:v>11.853000000000009</c:v>
                </c:pt>
                <c:pt idx="5">
                  <c:v>12.865000000000009</c:v>
                </c:pt>
                <c:pt idx="6">
                  <c:v>163.955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450.932</c:v>
                </c:pt>
                <c:pt idx="2">
                  <c:v>494.421</c:v>
                </c:pt>
                <c:pt idx="3">
                  <c:v>541.979</c:v>
                </c:pt>
                <c:pt idx="4">
                  <c:v>593.98</c:v>
                </c:pt>
                <c:pt idx="5">
                  <c:v>650.834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450.932</c:v>
                </c:pt>
                <c:pt idx="1">
                  <c:v>43.488999999999976</c:v>
                </c:pt>
                <c:pt idx="2">
                  <c:v>47.55800000000005</c:v>
                </c:pt>
                <c:pt idx="3">
                  <c:v>52.000999999999976</c:v>
                </c:pt>
                <c:pt idx="4">
                  <c:v>56.85399999999993</c:v>
                </c:pt>
                <c:pt idx="5">
                  <c:v>62.15300000000002</c:v>
                </c:pt>
                <c:pt idx="6">
                  <c:v>712.987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258.761</c:v>
                </c:pt>
                <c:pt idx="2">
                  <c:v>263.946</c:v>
                </c:pt>
                <c:pt idx="3">
                  <c:v>268.442</c:v>
                </c:pt>
                <c:pt idx="4">
                  <c:v>272.114</c:v>
                </c:pt>
                <c:pt idx="5">
                  <c:v>274.806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258.761</c:v>
                </c:pt>
                <c:pt idx="1">
                  <c:v>5.185000000000002</c:v>
                </c:pt>
                <c:pt idx="2">
                  <c:v>4.495999999999981</c:v>
                </c:pt>
                <c:pt idx="3">
                  <c:v>3.6719999999999686</c:v>
                </c:pt>
                <c:pt idx="4">
                  <c:v>2.6920000000000073</c:v>
                </c:pt>
                <c:pt idx="5">
                  <c:v>1.5360000000000014</c:v>
                </c:pt>
                <c:pt idx="6">
                  <c:v>276.342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Oat-based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18.095322282552324</c:v>
                </c:pt>
                <c:pt idx="1">
                  <c:v>19.855490686683346</c:v>
                </c:pt>
                <c:pt idx="2">
                  <c:v>23.222934024554128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Wheat-based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17.494192240271964</c:v>
                </c:pt>
                <c:pt idx="1">
                  <c:v>17.565109813733667</c:v>
                </c:pt>
                <c:pt idx="2">
                  <c:v>17.71004219131837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Rice-based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18.883683669055877</c:v>
                </c:pt>
                <c:pt idx="1">
                  <c:v>17.732554906866834</c:v>
                </c:pt>
                <c:pt idx="2">
                  <c:v>15.50868129433535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Corn-based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15.980978078275749</c:v>
                </c:pt>
                <c:pt idx="1">
                  <c:v>15.326494300806226</c:v>
                </c:pt>
                <c:pt idx="2">
                  <c:v>14.067963403056918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single-flour bases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12.131221120217528</c:v>
                </c:pt>
                <c:pt idx="1">
                  <c:v>12.536335835418406</c:v>
                </c:pt>
                <c:pt idx="2">
                  <c:v>13.318808779888942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Millet-based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6.144678291536817</c:v>
                </c:pt>
                <c:pt idx="1">
                  <c:v>6.760411453989436</c:v>
                </c:pt>
                <c:pt idx="2">
                  <c:v>7.946691663394501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Multigrain and blended flour bases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8.25716322985159</c:v>
                </c:pt>
                <c:pt idx="1">
                  <c:v>7.193800389213234</c:v>
                </c:pt>
                <c:pt idx="2">
                  <c:v>5.162150580378141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Almond and other nut flour-based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3.012761088238153</c:v>
                </c:pt>
                <c:pt idx="1">
                  <c:v>3.029802613288852</c:v>
                </c:pt>
                <c:pt idx="2">
                  <c:v>3.062728063073649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17.062421830063933</c:v>
                </c:pt>
                <c:pt idx="1">
                  <c:v>18.74031878101765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48.27677762950619</c:v>
                </c:pt>
                <c:pt idx="1">
                  <c:v>47.16486255335666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3.827968507802227</c:v>
                </c:pt>
                <c:pt idx="1">
                  <c:v>5.624672213422759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30.832832032627657</c:v>
                </c:pt>
                <c:pt idx="1">
                  <c:v>28.47014645220294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127.94527740497182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65.30252988601612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973.954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Gluten-free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111.82630117821819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181.562635529608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2544.235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30.540874509100746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26.524437030859048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269.771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Gluten-free and vegan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79.73921872118434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126.61039755351683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1565.274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587.233</c:v>
                </c:pt>
                <c:pt idx="2">
                  <c:v>652.105</c:v>
                </c:pt>
                <c:pt idx="3">
                  <c:v>722.678</c:v>
                </c:pt>
                <c:pt idx="4">
                  <c:v>799.466</c:v>
                </c:pt>
                <c:pt idx="5">
                  <c:v>883.024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587.233</c:v>
                </c:pt>
                <c:pt idx="1">
                  <c:v>64.87200000000007</c:v>
                </c:pt>
                <c:pt idx="2">
                  <c:v>70.57299999999998</c:v>
                </c:pt>
                <c:pt idx="3">
                  <c:v>76.78800000000001</c:v>
                </c:pt>
                <c:pt idx="4">
                  <c:v>83.55799999999999</c:v>
                </c:pt>
                <c:pt idx="5">
                  <c:v>90.92999999999995</c:v>
                </c:pt>
                <c:pt idx="6">
                  <c:v>973.954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1632.702</c:v>
                </c:pt>
                <c:pt idx="2">
                  <c:v>1786.292</c:v>
                </c:pt>
                <c:pt idx="3">
                  <c:v>1953.045</c:v>
                </c:pt>
                <c:pt idx="4">
                  <c:v>2134.108</c:v>
                </c:pt>
                <c:pt idx="5">
                  <c:v>2330.72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1632.702</c:v>
                </c:pt>
                <c:pt idx="1">
                  <c:v>153.58999999999992</c:v>
                </c:pt>
                <c:pt idx="2">
                  <c:v>166.75300000000016</c:v>
                </c:pt>
                <c:pt idx="3">
                  <c:v>181.0630000000001</c:v>
                </c:pt>
                <c:pt idx="4">
                  <c:v>196.61199999999963</c:v>
                </c:pt>
                <c:pt idx="5">
                  <c:v>213.51500000000033</c:v>
                </c:pt>
                <c:pt idx="6">
                  <c:v>2544.235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238.521</c:v>
                </c:pt>
                <c:pt idx="2">
                  <c:v>244.352</c:v>
                </c:pt>
                <c:pt idx="3">
                  <c:v>250.404</c:v>
                </c:pt>
                <c:pt idx="4">
                  <c:v>256.666</c:v>
                </c:pt>
                <c:pt idx="5">
                  <c:v>263.127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238.521</c:v>
                </c:pt>
                <c:pt idx="1">
                  <c:v>5.831000000000017</c:v>
                </c:pt>
                <c:pt idx="2">
                  <c:v>6.0519999999999925</c:v>
                </c:pt>
                <c:pt idx="3">
                  <c:v>6.2620000000000005</c:v>
                </c:pt>
                <c:pt idx="4">
                  <c:v>6.461000000000013</c:v>
                </c:pt>
                <c:pt idx="5">
                  <c:v>6.6440000000000055</c:v>
                </c:pt>
                <c:pt idx="6">
                  <c:v>269.771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1138.544</c:v>
                </c:pt>
                <c:pt idx="2">
                  <c:v>1211.638</c:v>
                </c:pt>
                <c:pt idx="3">
                  <c:v>1290.41</c:v>
                </c:pt>
                <c:pt idx="4">
                  <c:v>1375.289</c:v>
                </c:pt>
                <c:pt idx="5">
                  <c:v>1466.742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1138.544</c:v>
                </c:pt>
                <c:pt idx="1">
                  <c:v>73.09399999999982</c:v>
                </c:pt>
                <c:pt idx="2">
                  <c:v>78.77200000000016</c:v>
                </c:pt>
                <c:pt idx="3">
                  <c:v>84.8789999999999</c:v>
                </c:pt>
                <c:pt idx="4">
                  <c:v>91.45299999999997</c:v>
                </c:pt>
                <c:pt idx="5">
                  <c:v>98.53199999999993</c:v>
                </c:pt>
                <c:pt idx="6">
                  <c:v>1565.274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(base)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44.05873192842413</c:v>
                </c:pt>
                <c:pt idx="1">
                  <c:v>45.390658882402</c:v>
                </c:pt>
                <c:pt idx="2">
                  <c:v>47.52706494802955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and vegan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33.160073666074524</c:v>
                </c:pt>
                <c:pt idx="1">
                  <c:v>31.65259938837921</c:v>
                </c:pt>
                <c:pt idx="2">
                  <c:v>29.23978290506262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15.153833056183103</c:v>
                </c:pt>
                <c:pt idx="1">
                  <c:v>16.32563247150403</c:v>
                </c:pt>
                <c:pt idx="2">
                  <c:v>18.19374979685177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Vegan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7.627361349318236</c:v>
                </c:pt>
                <c:pt idx="1">
                  <c:v>6.631109257714762</c:v>
                </c:pt>
                <c:pt idx="2">
                  <c:v>5.03940235005606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21.11266391672884</c:v>
                </c:pt>
                <c:pt idx="1">
                  <c:v>17.233324753971324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19.606123877951394</c:v>
                </c:pt>
                <c:pt idx="1">
                  <c:v>26.81379395179913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4.484925710962917</c:v>
                </c:pt>
                <c:pt idx="1">
                  <c:v>3.6038030307773763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22.037771598414267</c:v>
                </c:pt>
                <c:pt idx="1">
                  <c:v>19.278796111415712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7.356360860811208</c:v>
                </c:pt>
                <c:pt idx="1">
                  <c:v>7.708404385503889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15.146487807927187</c:v>
                </c:pt>
                <c:pt idx="1">
                  <c:v>13.449105774667904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10.2556662272042</c:v>
                </c:pt>
                <c:pt idx="1">
                  <c:v>11.912771991864659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89.91541165369776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134.68062274117318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990.188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128.13273231332042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153.56544342507647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1309.718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158.44129512804915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21.74281345565749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208.285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122.48688948395652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129.43869891576313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1080.15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82.57112115193229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56.906088407005825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406.51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91.53311929856372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101.30850708924102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749.561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36.32820505201673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102.35782596608283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608.822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9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692.066</c:v>
                </c:pt>
                <c:pt idx="2">
                  <c:v>743.856</c:v>
                </c:pt>
                <c:pt idx="3">
                  <c:v>799.328</c:v>
                </c:pt>
                <c:pt idx="4">
                  <c:v>858.711</c:v>
                </c:pt>
                <c:pt idx="5">
                  <c:v>922.247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692.066</c:v>
                </c:pt>
                <c:pt idx="1">
                  <c:v>51.789999999999964</c:v>
                </c:pt>
                <c:pt idx="2">
                  <c:v>55.47199999999998</c:v>
                </c:pt>
                <c:pt idx="3">
                  <c:v>59.38300000000004</c:v>
                </c:pt>
                <c:pt idx="4">
                  <c:v>63.535999999999945</c:v>
                </c:pt>
                <c:pt idx="5">
                  <c:v>67.94100000000003</c:v>
                </c:pt>
                <c:pt idx="6">
                  <c:v>990.188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789.107</c:v>
                </c:pt>
                <c:pt idx="2">
                  <c:v>872.962</c:v>
                </c:pt>
                <c:pt idx="3">
                  <c:v>965.884</c:v>
                </c:pt>
                <c:pt idx="4">
                  <c:v>1068.884</c:v>
                </c:pt>
                <c:pt idx="5">
                  <c:v>1183.078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789.107</c:v>
                </c:pt>
                <c:pt idx="1">
                  <c:v>83.85500000000002</c:v>
                </c:pt>
                <c:pt idx="2">
                  <c:v>92.92200000000003</c:v>
                </c:pt>
                <c:pt idx="3">
                  <c:v>103.0</c:v>
                </c:pt>
                <c:pt idx="4">
                  <c:v>114.19399999999996</c:v>
                </c:pt>
                <c:pt idx="5">
                  <c:v>126.6400000000001</c:v>
                </c:pt>
                <c:pt idx="6">
                  <c:v>1309.718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111.727</c:v>
                </c:pt>
                <c:pt idx="2">
                  <c:v>126.719</c:v>
                </c:pt>
                <c:pt idx="3">
                  <c:v>143.618</c:v>
                </c:pt>
                <c:pt idx="4">
                  <c:v>162.66</c:v>
                </c:pt>
                <c:pt idx="5">
                  <c:v>184.115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111.727</c:v>
                </c:pt>
                <c:pt idx="1">
                  <c:v>14.99199999999999</c:v>
                </c:pt>
                <c:pt idx="2">
                  <c:v>16.899</c:v>
                </c:pt>
                <c:pt idx="3">
                  <c:v>19.042</c:v>
                </c:pt>
                <c:pt idx="4">
                  <c:v>21.455000000000013</c:v>
                </c:pt>
                <c:pt idx="5">
                  <c:v>24.169999999999987</c:v>
                </c:pt>
                <c:pt idx="6">
                  <c:v>208.285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665.13</c:v>
                </c:pt>
                <c:pt idx="2">
                  <c:v>732.506</c:v>
                </c:pt>
                <c:pt idx="3">
                  <c:v>806.898</c:v>
                </c:pt>
                <c:pt idx="4">
                  <c:v>889.061</c:v>
                </c:pt>
                <c:pt idx="5">
                  <c:v>979.834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665.13</c:v>
                </c:pt>
                <c:pt idx="1">
                  <c:v>67.37599999999998</c:v>
                </c:pt>
                <c:pt idx="2">
                  <c:v>74.39200000000005</c:v>
                </c:pt>
                <c:pt idx="3">
                  <c:v>82.16300000000001</c:v>
                </c:pt>
                <c:pt idx="4">
                  <c:v>90.77299999999991</c:v>
                </c:pt>
                <c:pt idx="5">
                  <c:v>100.31600000000014</c:v>
                </c:pt>
                <c:pt idx="6">
                  <c:v>1080.15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292.416</c:v>
                </c:pt>
                <c:pt idx="2">
                  <c:v>312.649</c:v>
                </c:pt>
                <c:pt idx="3">
                  <c:v>334.124</c:v>
                </c:pt>
                <c:pt idx="4">
                  <c:v>356.893</c:v>
                </c:pt>
                <c:pt idx="5">
                  <c:v>381.007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292.416</c:v>
                </c:pt>
                <c:pt idx="1">
                  <c:v>20.233000000000004</c:v>
                </c:pt>
                <c:pt idx="2">
                  <c:v>21.475000000000023</c:v>
                </c:pt>
                <c:pt idx="3">
                  <c:v>22.76899999999995</c:v>
                </c:pt>
                <c:pt idx="4">
                  <c:v>24.114000000000033</c:v>
                </c:pt>
                <c:pt idx="5">
                  <c:v>25.502999999999986</c:v>
                </c:pt>
                <c:pt idx="6">
                  <c:v>406.51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520.581</c:v>
                </c:pt>
                <c:pt idx="2">
                  <c:v>560.175</c:v>
                </c:pt>
                <c:pt idx="3">
                  <c:v>602.669</c:v>
                </c:pt>
                <c:pt idx="4">
                  <c:v>648.259</c:v>
                </c:pt>
                <c:pt idx="5">
                  <c:v>697.15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520.581</c:v>
                </c:pt>
                <c:pt idx="1">
                  <c:v>39.59399999999994</c:v>
                </c:pt>
                <c:pt idx="2">
                  <c:v>42.49400000000003</c:v>
                </c:pt>
                <c:pt idx="3">
                  <c:v>45.59000000000003</c:v>
                </c:pt>
                <c:pt idx="4">
                  <c:v>48.89099999999996</c:v>
                </c:pt>
                <c:pt idx="5">
                  <c:v>52.41100000000006</c:v>
                </c:pt>
                <c:pt idx="6">
                  <c:v>749.561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525.973</c:v>
                </c:pt>
                <c:pt idx="2">
                  <c:v>545.52</c:v>
                </c:pt>
                <c:pt idx="3">
                  <c:v>564.016</c:v>
                </c:pt>
                <c:pt idx="4">
                  <c:v>581.061</c:v>
                </c:pt>
                <c:pt idx="5">
                  <c:v>596.182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525.973</c:v>
                </c:pt>
                <c:pt idx="1">
                  <c:v>19.547000000000025</c:v>
                </c:pt>
                <c:pt idx="2">
                  <c:v>18.49599999999998</c:v>
                </c:pt>
                <c:pt idx="3">
                  <c:v>17.045000000000073</c:v>
                </c:pt>
                <c:pt idx="4">
                  <c:v>15.120999999999981</c:v>
                </c:pt>
                <c:pt idx="5">
                  <c:v>12.639999999999986</c:v>
                </c:pt>
                <c:pt idx="6">
                  <c:v>608.822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Protein-enriched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20.797814286077752</c:v>
                </c:pt>
                <c:pt idx="1">
                  <c:v>21.937920489296637</c:v>
                </c:pt>
                <c:pt idx="2">
                  <c:v>24.465920974125176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Reduced-sugar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17.73380921843635</c:v>
                </c:pt>
                <c:pt idx="1">
                  <c:v>18.491242702251874</c:v>
                </c:pt>
                <c:pt idx="2">
                  <c:v>20.177522596621035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/ indulgent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19.569981139867032</c:v>
                </c:pt>
                <c:pt idx="1">
                  <c:v>19.240088963024743</c:v>
                </c:pt>
                <c:pt idx="2">
                  <c:v>18.497005735224725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Reduced-fat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14.682655919022118</c:v>
                </c:pt>
                <c:pt idx="1">
                  <c:v>14.472643869891577</c:v>
                </c:pt>
                <c:pt idx="2">
                  <c:v>14.002021955326443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Other nutrition-focused formulations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16.090185489505586</c:v>
                </c:pt>
                <c:pt idx="1">
                  <c:v>14.622546566583264</c:v>
                </c:pt>
                <c:pt idx="2">
                  <c:v>11.372975662935712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No-added-sugar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8.370937259233212</c:v>
                </c:pt>
                <c:pt idx="1">
                  <c:v>8.129441201000834</c:v>
                </c:pt>
                <c:pt idx="2">
                  <c:v>7.593727455216789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Fibre-enriched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2.754616687857949</c:v>
                </c:pt>
                <c:pt idx="1">
                  <c:v>3.1061162079510702</c:v>
                </c:pt>
                <c:pt idx="2">
                  <c:v>3.8908256205501193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15.037300786731484</c:v>
                </c:pt>
                <c:pt idx="1">
                  <c:v>13.02385939967923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1.5877421511792944</c:v>
                </c:pt>
                <c:pt idx="1">
                  <c:v>1.472999805786886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83.37495706208922</c:v>
                </c:pt>
                <c:pt idx="1">
                  <c:v>85.50314079453388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59.69729305957804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48.080400333611344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732.308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50.61798119207507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5.503252710592159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80.854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108.22297601619515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246.4163469557965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4540.072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25.0"/>
          <c:min val="3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576.484</c:v>
                </c:pt>
                <c:pt idx="2">
                  <c:v>606.137</c:v>
                </c:pt>
                <c:pt idx="3">
                  <c:v>636.636</c:v>
                </c:pt>
                <c:pt idx="4">
                  <c:v>667.902</c:v>
                </c:pt>
                <c:pt idx="5">
                  <c:v>699.832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576.484</c:v>
                </c:pt>
                <c:pt idx="1">
                  <c:v>29.652999999999906</c:v>
                </c:pt>
                <c:pt idx="2">
                  <c:v>30.499000000000024</c:v>
                </c:pt>
                <c:pt idx="3">
                  <c:v>31.266000000000076</c:v>
                </c:pt>
                <c:pt idx="4">
                  <c:v>31.92999999999995</c:v>
                </c:pt>
                <c:pt idx="5">
                  <c:v>32.476</c:v>
                </c:pt>
                <c:pt idx="6">
                  <c:v>732.308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65.984</c:v>
                </c:pt>
                <c:pt idx="2">
                  <c:v>68.951</c:v>
                </c:pt>
                <c:pt idx="3">
                  <c:v>71.942</c:v>
                </c:pt>
                <c:pt idx="4">
                  <c:v>74.938</c:v>
                </c:pt>
                <c:pt idx="5">
                  <c:v>77.918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65.984</c:v>
                </c:pt>
                <c:pt idx="1">
                  <c:v>2.9669999999999987</c:v>
                </c:pt>
                <c:pt idx="2">
                  <c:v>2.9909999999999997</c:v>
                </c:pt>
                <c:pt idx="3">
                  <c:v>2.9960000000000093</c:v>
                </c:pt>
                <c:pt idx="4">
                  <c:v>2.980000000000004</c:v>
                </c:pt>
                <c:pt idx="5">
                  <c:v>2.935999999999993</c:v>
                </c:pt>
                <c:pt idx="6">
                  <c:v>80.854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2954.532</c:v>
                </c:pt>
                <c:pt idx="2">
                  <c:v>3219.299</c:v>
                </c:pt>
                <c:pt idx="3">
                  <c:v>3507.959</c:v>
                </c:pt>
                <c:pt idx="4">
                  <c:v>3822.689</c:v>
                </c:pt>
                <c:pt idx="5">
                  <c:v>4165.863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2954.532</c:v>
                </c:pt>
                <c:pt idx="1">
                  <c:v>264.7669999999998</c:v>
                </c:pt>
                <c:pt idx="2">
                  <c:v>288.65999999999985</c:v>
                </c:pt>
                <c:pt idx="3">
                  <c:v>314.73</c:v>
                </c:pt>
                <c:pt idx="4">
                  <c:v>343.17400000000043</c:v>
                </c:pt>
                <c:pt idx="5">
                  <c:v>374.20899999999983</c:v>
                </c:pt>
                <c:pt idx="6">
                  <c:v>4540.072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Additional claim mapping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80.83954665224485</c:v>
                </c:pt>
                <c:pt idx="1">
                  <c:v>82.13878231859883</c:v>
                </c:pt>
                <c:pt idx="2">
                  <c:v>84.80989248741975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Organic-certified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17.168233560337747</c:v>
                </c:pt>
                <c:pt idx="1">
                  <c:v>16.02680011120378</c:v>
                </c:pt>
                <c:pt idx="2">
                  <c:v>13.679730794506648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Conventional / non-organic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1.9922197874174015</c:v>
                </c:pt>
                <c:pt idx="1">
                  <c:v>1.8344175701973866</c:v>
                </c:pt>
                <c:pt idx="2">
                  <c:v>1.510376718073598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34.340121011792085</c:v>
                </c:pt>
                <c:pt idx="1">
                  <c:v>36.29039653552618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65.65987898820791</c:v>
                </c:pt>
                <c:pt idx="1">
                  <c:v>63.709603464473815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96.85364529681789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72.19071448429246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1908.701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101.76192876506514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127.80928551570754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3444.5330000000004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50.0"/>
          <c:min val="5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1298.35</c:v>
                </c:pt>
                <c:pt idx="2">
                  <c:v>1402.373</c:v>
                </c:pt>
                <c:pt idx="3">
                  <c:v>1514.728</c:v>
                </c:pt>
                <c:pt idx="4">
                  <c:v>1636.079</c:v>
                </c:pt>
                <c:pt idx="5">
                  <c:v>1767.143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1298.35</c:v>
                </c:pt>
                <c:pt idx="1">
                  <c:v>104.02300000000014</c:v>
                </c:pt>
                <c:pt idx="2">
                  <c:v>112.35500000000002</c:v>
                </c:pt>
                <c:pt idx="3">
                  <c:v>121.35099999999989</c:v>
                </c:pt>
                <c:pt idx="4">
                  <c:v>131.06400000000008</c:v>
                </c:pt>
                <c:pt idx="5">
                  <c:v>141.558</c:v>
                </c:pt>
                <c:pt idx="6">
                  <c:v>1908.701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2298.65</c:v>
                </c:pt>
                <c:pt idx="2">
                  <c:v>2492.014</c:v>
                </c:pt>
                <c:pt idx="3">
                  <c:v>2701.809</c:v>
                </c:pt>
                <c:pt idx="4">
                  <c:v>2929.45</c:v>
                </c:pt>
                <c:pt idx="5">
                  <c:v>3176.47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2298.65</c:v>
                </c:pt>
                <c:pt idx="1">
                  <c:v>193.36400000000003</c:v>
                </c:pt>
                <c:pt idx="2">
                  <c:v>209.79500000000007</c:v>
                </c:pt>
                <c:pt idx="3">
                  <c:v>227.64099999999962</c:v>
                </c:pt>
                <c:pt idx="4">
                  <c:v>247.01999999999998</c:v>
                </c:pt>
                <c:pt idx="5">
                  <c:v>268.06300000000056</c:v>
                </c:pt>
                <c:pt idx="6">
                  <c:v>3444.5330000000004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Filled muffins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63.6977016210842</c:v>
                </c:pt>
                <c:pt idx="1">
                  <c:v>63.90464275785377</c:v>
                </c:pt>
                <c:pt idx="2">
                  <c:v>64.34489880322812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Unfilled muffins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36.30229837891579</c:v>
                </c:pt>
                <c:pt idx="1">
                  <c:v>36.09535724214623</c:v>
                </c:pt>
                <c:pt idx="2">
                  <c:v>35.655101196771895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7.062175241728252</c:v>
                </c:pt>
                <c:pt idx="1">
                  <c:v>6.9587029777774205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5.0551755737623125</c:v>
                </c:pt>
                <c:pt idx="1">
                  <c:v>5.7763579195314945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6.161611701362028</c:v>
                </c:pt>
                <c:pt idx="1">
                  <c:v>10.21067828583793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41.83445664833694</c:v>
                </c:pt>
                <c:pt idx="1">
                  <c:v>34.41838713350586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30.76780152735668</c:v>
                </c:pt>
                <c:pt idx="1">
                  <c:v>32.787551077910486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9.118779307453792</c:v>
                </c:pt>
                <c:pt idx="1">
                  <c:v>9.848322605436802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8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27.97184184596225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55.77731442869058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374.32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36.44554096971022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42.728607172643876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296.646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38.94725976243744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67.87989991659717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475.994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133.05777422547763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194.44487072560466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1971.818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106.08758649068241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188.26238532110094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1719.974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132.17420834259633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50.90692243536281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514.482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334.385</c:v>
                </c:pt>
                <c:pt idx="2">
                  <c:v>343.791</c:v>
                </c:pt>
                <c:pt idx="3">
                  <c:v>352.643</c:v>
                </c:pt>
                <c:pt idx="4">
                  <c:v>360.795</c:v>
                </c:pt>
                <c:pt idx="5">
                  <c:v>368.083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334.385</c:v>
                </c:pt>
                <c:pt idx="1">
                  <c:v>9.406000000000006</c:v>
                </c:pt>
                <c:pt idx="2">
                  <c:v>8.851999999999975</c:v>
                </c:pt>
                <c:pt idx="3">
                  <c:v>8.152000000000044</c:v>
                </c:pt>
                <c:pt idx="4">
                  <c:v>7.288000000000011</c:v>
                </c:pt>
                <c:pt idx="5">
                  <c:v>6.236999999999966</c:v>
                </c:pt>
                <c:pt idx="6">
                  <c:v>374.32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256.158</c:v>
                </c:pt>
                <c:pt idx="2">
                  <c:v>264.815</c:v>
                </c:pt>
                <c:pt idx="3">
                  <c:v>273.282</c:v>
                </c:pt>
                <c:pt idx="4">
                  <c:v>281.474</c:v>
                </c:pt>
                <c:pt idx="5">
                  <c:v>289.298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256.158</c:v>
                </c:pt>
                <c:pt idx="1">
                  <c:v>8.656999999999982</c:v>
                </c:pt>
                <c:pt idx="2">
                  <c:v>8.466999999999985</c:v>
                </c:pt>
                <c:pt idx="3">
                  <c:v>8.192000000000007</c:v>
                </c:pt>
                <c:pt idx="4">
                  <c:v>7.824000000000012</c:v>
                </c:pt>
                <c:pt idx="5">
                  <c:v>7.348000000000013</c:v>
                </c:pt>
                <c:pt idx="6">
                  <c:v>296.646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406.94</c:v>
                </c:pt>
                <c:pt idx="2">
                  <c:v>421.352</c:v>
                </c:pt>
                <c:pt idx="3">
                  <c:v>435.586</c:v>
                </c:pt>
                <c:pt idx="4">
                  <c:v>449.528</c:v>
                </c:pt>
                <c:pt idx="5">
                  <c:v>463.047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406.94</c:v>
                </c:pt>
                <c:pt idx="1">
                  <c:v>14.411999999999978</c:v>
                </c:pt>
                <c:pt idx="2">
                  <c:v>14.234000000000037</c:v>
                </c:pt>
                <c:pt idx="3">
                  <c:v>13.942000000000007</c:v>
                </c:pt>
                <c:pt idx="4">
                  <c:v>13.519000000000005</c:v>
                </c:pt>
                <c:pt idx="5">
                  <c:v>12.947000000000003</c:v>
                </c:pt>
                <c:pt idx="6">
                  <c:v>475.994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1165.697</c:v>
                </c:pt>
                <c:pt idx="2">
                  <c:v>1297.112</c:v>
                </c:pt>
                <c:pt idx="3">
                  <c:v>1442.041</c:v>
                </c:pt>
                <c:pt idx="4">
                  <c:v>1601.813</c:v>
                </c:pt>
                <c:pt idx="5">
                  <c:v>1777.876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1165.697</c:v>
                </c:pt>
                <c:pt idx="1">
                  <c:v>131.4150000000002</c:v>
                </c:pt>
                <c:pt idx="2">
                  <c:v>144.92899999999986</c:v>
                </c:pt>
                <c:pt idx="3">
                  <c:v>159.77200000000016</c:v>
                </c:pt>
                <c:pt idx="4">
                  <c:v>176.06299999999987</c:v>
                </c:pt>
                <c:pt idx="5">
                  <c:v>193.942</c:v>
                </c:pt>
                <c:pt idx="6">
                  <c:v>1971.818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1128.633</c:v>
                </c:pt>
                <c:pt idx="2">
                  <c:v>1227.956</c:v>
                </c:pt>
                <c:pt idx="3">
                  <c:v>1335.962</c:v>
                </c:pt>
                <c:pt idx="4">
                  <c:v>1453.409</c:v>
                </c:pt>
                <c:pt idx="5">
                  <c:v>1581.114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1128.633</c:v>
                </c:pt>
                <c:pt idx="1">
                  <c:v>99.32299999999987</c:v>
                </c:pt>
                <c:pt idx="2">
                  <c:v>108.00600000000009</c:v>
                </c:pt>
                <c:pt idx="3">
                  <c:v>117.44700000000012</c:v>
                </c:pt>
                <c:pt idx="4">
                  <c:v>127.70499999999993</c:v>
                </c:pt>
                <c:pt idx="5">
                  <c:v>138.8599999999999</c:v>
                </c:pt>
                <c:pt idx="6">
                  <c:v>1719.974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305.187</c:v>
                </c:pt>
                <c:pt idx="2">
                  <c:v>339.361</c:v>
                </c:pt>
                <c:pt idx="3">
                  <c:v>377.023</c:v>
                </c:pt>
                <c:pt idx="4">
                  <c:v>418.51</c:v>
                </c:pt>
                <c:pt idx="5">
                  <c:v>464.195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305.187</c:v>
                </c:pt>
                <c:pt idx="1">
                  <c:v>34.17399999999998</c:v>
                </c:pt>
                <c:pt idx="2">
                  <c:v>37.662000000000035</c:v>
                </c:pt>
                <c:pt idx="3">
                  <c:v>41.486999999999966</c:v>
                </c:pt>
                <c:pt idx="4">
                  <c:v>45.685</c:v>
                </c:pt>
                <c:pt idx="5">
                  <c:v>50.28699999999998</c:v>
                </c:pt>
                <c:pt idx="6">
                  <c:v>514.482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Nut and seed-topped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30.12578423512081</c:v>
                </c:pt>
                <c:pt idx="1">
                  <c:v>32.40747845426744</c:v>
                </c:pt>
                <c:pt idx="2">
                  <c:v>36.834145490370865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Glazed / drizzled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30.982449181694644</c:v>
                </c:pt>
                <c:pt idx="1">
                  <c:v>31.377064220183488</c:v>
                </c:pt>
                <c:pt idx="2">
                  <c:v>32.12962482118286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Other toppings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7.900771301805837</c:v>
                </c:pt>
                <c:pt idx="1">
                  <c:v>8.484487072560468</c:v>
                </c:pt>
                <c:pt idx="2">
                  <c:v>9.61067646211617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Sugar-topped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12.569453369283492</c:v>
                </c:pt>
                <c:pt idx="1">
                  <c:v>11.313316652766193</c:v>
                </c:pt>
                <c:pt idx="2">
                  <c:v>8.891709198589115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Untopped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10.484009334167501</c:v>
                </c:pt>
                <c:pt idx="1">
                  <c:v>9.296219071448428</c:v>
                </c:pt>
                <c:pt idx="2">
                  <c:v>6.9924087009833675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Crumb / streusel-topped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7.937532577927707</c:v>
                </c:pt>
                <c:pt idx="1">
                  <c:v>7.121434528773979</c:v>
                </c:pt>
                <c:pt idx="2">
                  <c:v>5.54143532675762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7.363242395760516</c:v>
                </c:pt>
                <c:pt idx="1">
                  <c:v>5.2232522689826695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16.413493084344108</c:v>
                </c:pt>
                <c:pt idx="1">
                  <c:v>25.051053668480712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46.39823328059401</c:v>
                </c:pt>
                <c:pt idx="1">
                  <c:v>43.27500383023724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29.825031239301364</c:v>
                </c:pt>
                <c:pt idx="1">
                  <c:v>26.45069023229939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143.0261289845739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20.052710592160132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316.93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48.61670346150754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108.89619127050318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1190.42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99.8311605714356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177.2861829302196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2371.075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141.76823086619729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93.76491520711704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1474.809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7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180.324</c:v>
                </c:pt>
                <c:pt idx="2">
                  <c:v>201.973</c:v>
                </c:pt>
                <c:pt idx="3">
                  <c:v>226.15</c:v>
                </c:pt>
                <c:pt idx="4">
                  <c:v>253.145</c:v>
                </c:pt>
                <c:pt idx="5">
                  <c:v>283.284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180.324</c:v>
                </c:pt>
                <c:pt idx="1">
                  <c:v>21.649</c:v>
                </c:pt>
                <c:pt idx="2">
                  <c:v>24.176999999999992</c:v>
                </c:pt>
                <c:pt idx="3">
                  <c:v>26.995000000000005</c:v>
                </c:pt>
                <c:pt idx="4">
                  <c:v>30.13899999999998</c:v>
                </c:pt>
                <c:pt idx="5">
                  <c:v>33.646000000000015</c:v>
                </c:pt>
                <c:pt idx="6">
                  <c:v>316.93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979.249</c:v>
                </c:pt>
                <c:pt idx="2">
                  <c:v>1023.043</c:v>
                </c:pt>
                <c:pt idx="3">
                  <c:v>1066.553</c:v>
                </c:pt>
                <c:pt idx="4">
                  <c:v>1109.328</c:v>
                </c:pt>
                <c:pt idx="5">
                  <c:v>1150.829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979.249</c:v>
                </c:pt>
                <c:pt idx="1">
                  <c:v>43.79399999999998</c:v>
                </c:pt>
                <c:pt idx="2">
                  <c:v>43.510000000000105</c:v>
                </c:pt>
                <c:pt idx="3">
                  <c:v>42.774999999999864</c:v>
                </c:pt>
                <c:pt idx="4">
                  <c:v>41.500999999999976</c:v>
                </c:pt>
                <c:pt idx="5">
                  <c:v>39.59100000000012</c:v>
                </c:pt>
                <c:pt idx="6">
                  <c:v>1190.42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1594.246</c:v>
                </c:pt>
                <c:pt idx="2">
                  <c:v>1725.923</c:v>
                </c:pt>
                <c:pt idx="3">
                  <c:v>1868.501</c:v>
                </c:pt>
                <c:pt idx="4">
                  <c:v>2022.887</c:v>
                </c:pt>
                <c:pt idx="5">
                  <c:v>2190.059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1594.246</c:v>
                </c:pt>
                <c:pt idx="1">
                  <c:v>131.6769999999999</c:v>
                </c:pt>
                <c:pt idx="2">
                  <c:v>142.57799999999997</c:v>
                </c:pt>
                <c:pt idx="3">
                  <c:v>154.38599999999997</c:v>
                </c:pt>
                <c:pt idx="4">
                  <c:v>167.17200000000025</c:v>
                </c:pt>
                <c:pt idx="5">
                  <c:v>181.01599999999962</c:v>
                </c:pt>
                <c:pt idx="6">
                  <c:v>2371.075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843.181</c:v>
                </c:pt>
                <c:pt idx="2">
                  <c:v>943.448</c:v>
                </c:pt>
                <c:pt idx="3">
                  <c:v>1055.333</c:v>
                </c:pt>
                <c:pt idx="4">
                  <c:v>1180.169</c:v>
                </c:pt>
                <c:pt idx="5">
                  <c:v>1319.441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843.181</c:v>
                </c:pt>
                <c:pt idx="1">
                  <c:v>100.26699999999994</c:v>
                </c:pt>
                <c:pt idx="2">
                  <c:v>111.8850000000001</c:v>
                </c:pt>
                <c:pt idx="3">
                  <c:v>124.83600000000001</c:v>
                </c:pt>
                <c:pt idx="4">
                  <c:v>139.27199999999993</c:v>
                </c:pt>
                <c:pt idx="5">
                  <c:v>155.36799999999994</c:v>
                </c:pt>
                <c:pt idx="6">
                  <c:v>1474.809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Standard - 60 g to below 100 g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44.32450910485803</c:v>
                </c:pt>
                <c:pt idx="1">
                  <c:v>44.32154573255491</c:v>
                </c:pt>
                <c:pt idx="2">
                  <c:v>44.292384752842864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Large / jumbo - 100 g and above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21.554405057725315</c:v>
                </c:pt>
                <c:pt idx="1">
                  <c:v>23.441228801779264</c:v>
                </c:pt>
                <c:pt idx="2">
                  <c:v>27.549869854372144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Small - 30 g to below 60 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29.52383872531335</c:v>
                </c:pt>
                <c:pt idx="1">
                  <c:v>27.224047817625802</c:v>
                </c:pt>
                <c:pt idx="2">
                  <c:v>22.237398925584053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Mini / bite-sized - below 30 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4.597247112103299</c:v>
                </c:pt>
                <c:pt idx="1">
                  <c:v>5.013177648040034</c:v>
                </c:pt>
                <c:pt idx="2">
                  <c:v>5.9203464672009485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11.115341980746612</c:v>
                </c:pt>
                <c:pt idx="1">
                  <c:v>11.518804733258955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40.323500957967006</c:v>
                </c:pt>
                <c:pt idx="1">
                  <c:v>36.410387547974935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48.56115706128637</c:v>
                </c:pt>
                <c:pt idx="1">
                  <c:v>52.07080771876611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136.3676791379061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29.676396997497918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609.593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132.6716557803469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99.6163469557965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2017.37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71.69812531201684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170.7072560467056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2726.271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5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355.82</c:v>
                </c:pt>
                <c:pt idx="2">
                  <c:v>396.529</c:v>
                </c:pt>
                <c:pt idx="3">
                  <c:v>441.743</c:v>
                </c:pt>
                <c:pt idx="4">
                  <c:v>491.954</c:v>
                </c:pt>
                <c:pt idx="5">
                  <c:v>547.703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355.82</c:v>
                </c:pt>
                <c:pt idx="1">
                  <c:v>40.709</c:v>
                </c:pt>
                <c:pt idx="2">
                  <c:v>45.214</c:v>
                </c:pt>
                <c:pt idx="3">
                  <c:v>50.21100000000001</c:v>
                </c:pt>
                <c:pt idx="4">
                  <c:v>55.74899999999997</c:v>
                </c:pt>
                <c:pt idx="5">
                  <c:v>61.889999999999986</c:v>
                </c:pt>
                <c:pt idx="6">
                  <c:v>609.593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1194.4</c:v>
                </c:pt>
                <c:pt idx="2">
                  <c:v>1326.938</c:v>
                </c:pt>
                <c:pt idx="3">
                  <c:v>1473.873</c:v>
                </c:pt>
                <c:pt idx="4">
                  <c:v>1636.751</c:v>
                </c:pt>
                <c:pt idx="5">
                  <c:v>1817.284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1194.4</c:v>
                </c:pt>
                <c:pt idx="1">
                  <c:v>132.538</c:v>
                </c:pt>
                <c:pt idx="2">
                  <c:v>146.93499999999995</c:v>
                </c:pt>
                <c:pt idx="3">
                  <c:v>162.87799999999993</c:v>
                </c:pt>
                <c:pt idx="4">
                  <c:v>180.53300000000013</c:v>
                </c:pt>
                <c:pt idx="5">
                  <c:v>200.08599999999979</c:v>
                </c:pt>
                <c:pt idx="6">
                  <c:v>2017.37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2046.78</c:v>
                </c:pt>
                <c:pt idx="2">
                  <c:v>2170.92</c:v>
                </c:pt>
                <c:pt idx="3">
                  <c:v>2300.921</c:v>
                </c:pt>
                <c:pt idx="4">
                  <c:v>2436.824</c:v>
                </c:pt>
                <c:pt idx="5">
                  <c:v>2578.626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2046.78</c:v>
                </c:pt>
                <c:pt idx="1">
                  <c:v>124.1400000000001</c:v>
                </c:pt>
                <c:pt idx="2">
                  <c:v>130.00099999999975</c:v>
                </c:pt>
                <c:pt idx="3">
                  <c:v>135.90300000000025</c:v>
                </c:pt>
                <c:pt idx="4">
                  <c:v>141.80200000000013</c:v>
                </c:pt>
                <c:pt idx="5">
                  <c:v>147.64499999999998</c:v>
                </c:pt>
                <c:pt idx="6">
                  <c:v>2726.271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Frozen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59.7190355563413</c:v>
                </c:pt>
                <c:pt idx="1">
                  <c:v>56.9024186822352</c:v>
                </c:pt>
                <c:pt idx="2">
                  <c:v>50.9275514576796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Chilled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31.094657513424227</c:v>
                </c:pt>
                <c:pt idx="1">
                  <c:v>33.2054489852655</c:v>
                </c:pt>
                <c:pt idx="2">
                  <c:v>37.6850703705461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Ambient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9.186306930234469</c:v>
                </c:pt>
                <c:pt idx="1">
                  <c:v>9.892132332499305</c:v>
                </c:pt>
                <c:pt idx="2">
                  <c:v>11.387378171774294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60.177589478591834</c:v>
                </c:pt>
                <c:pt idx="1">
                  <c:v>56.781099102159146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12.922547750684283</c:v>
                </c:pt>
                <c:pt idx="1">
                  <c:v>15.902230735707537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16.07320118110078</c:v>
                </c:pt>
                <c:pt idx="1">
                  <c:v>14.86481132653098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10.826661589623104</c:v>
                </c:pt>
                <c:pt idx="1">
                  <c:v>12.451858835602339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108.98999315385554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223.58999165971642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3098.853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44.84156096461652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74.22696691687517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799.324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134.30067097877142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53.4426466499861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816.82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94.41602694796015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48.740394773422295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638.237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6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7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2010.633</c:v>
                </c:pt>
                <c:pt idx="2">
                  <c:v>2191.85</c:v>
                </c:pt>
                <c:pt idx="3">
                  <c:v>2389.661</c:v>
                </c:pt>
                <c:pt idx="4">
                  <c:v>2605.612</c:v>
                </c:pt>
                <c:pt idx="5">
                  <c:v>2841.391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2010.633</c:v>
                </c:pt>
                <c:pt idx="1">
                  <c:v>181.21699999999987</c:v>
                </c:pt>
                <c:pt idx="2">
                  <c:v>197.81100000000015</c:v>
                </c:pt>
                <c:pt idx="3">
                  <c:v>215.95100000000002</c:v>
                </c:pt>
                <c:pt idx="4">
                  <c:v>235.779</c:v>
                </c:pt>
                <c:pt idx="5">
                  <c:v>257.462</c:v>
                </c:pt>
                <c:pt idx="6">
                  <c:v>3098.853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667.486</c:v>
                </c:pt>
                <c:pt idx="2">
                  <c:v>695.408</c:v>
                </c:pt>
                <c:pt idx="3">
                  <c:v>722.901</c:v>
                </c:pt>
                <c:pt idx="4">
                  <c:v>749.646</c:v>
                </c:pt>
                <c:pt idx="5">
                  <c:v>775.268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667.486</c:v>
                </c:pt>
                <c:pt idx="1">
                  <c:v>27.922000000000025</c:v>
                </c:pt>
                <c:pt idx="2">
                  <c:v>27.492999999999938</c:v>
                </c:pt>
                <c:pt idx="3">
                  <c:v>26.745000000000005</c:v>
                </c:pt>
                <c:pt idx="4">
                  <c:v>25.62200000000007</c:v>
                </c:pt>
                <c:pt idx="5">
                  <c:v>24.055999999999926</c:v>
                </c:pt>
                <c:pt idx="6">
                  <c:v>799.324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480.583</c:v>
                </c:pt>
                <c:pt idx="2">
                  <c:v>534.564</c:v>
                </c:pt>
                <c:pt idx="3">
                  <c:v>594.492</c:v>
                </c:pt>
                <c:pt idx="4">
                  <c:v>661.016</c:v>
                </c:pt>
                <c:pt idx="5">
                  <c:v>734.859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480.583</c:v>
                </c:pt>
                <c:pt idx="1">
                  <c:v>53.98099999999994</c:v>
                </c:pt>
                <c:pt idx="2">
                  <c:v>59.928</c:v>
                </c:pt>
                <c:pt idx="3">
                  <c:v>66.524</c:v>
                </c:pt>
                <c:pt idx="4">
                  <c:v>73.84300000000007</c:v>
                </c:pt>
                <c:pt idx="5">
                  <c:v>81.96100000000001</c:v>
                </c:pt>
                <c:pt idx="6">
                  <c:v>816.82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438.298</c:v>
                </c:pt>
                <c:pt idx="2">
                  <c:v>472.565</c:v>
                </c:pt>
                <c:pt idx="3">
                  <c:v>509.483</c:v>
                </c:pt>
                <c:pt idx="4">
                  <c:v>549.255</c:v>
                </c:pt>
                <c:pt idx="5">
                  <c:v>592.095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438.298</c:v>
                </c:pt>
                <c:pt idx="1">
                  <c:v>34.266999999999996</c:v>
                </c:pt>
                <c:pt idx="2">
                  <c:v>36.918000000000006</c:v>
                </c:pt>
                <c:pt idx="3">
                  <c:v>39.77199999999999</c:v>
                </c:pt>
                <c:pt idx="4">
                  <c:v>42.84000000000003</c:v>
                </c:pt>
                <c:pt idx="5">
                  <c:v>46.14199999999994</c:v>
                </c:pt>
                <c:pt idx="6">
                  <c:v>638.237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Up to 7 days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54.96247870814287</c:v>
                </c:pt>
                <c:pt idx="1">
                  <c:v>55.897497914929104</c:v>
                </c:pt>
                <c:pt idx="2">
                  <c:v>57.88749380281153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31-90 days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12.474011049911178</c:v>
                </c:pt>
                <c:pt idx="1">
                  <c:v>13.360661662496526</c:v>
                </c:pt>
                <c:pt idx="2">
                  <c:v>15.25844003830208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8-30 days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20.25591980496626</c:v>
                </c:pt>
                <c:pt idx="1">
                  <c:v>18.556741729218793</c:v>
                </c:pt>
                <c:pt idx="2">
                  <c:v>14.931609565358059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More than 90 days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12.307590436979691</c:v>
                </c:pt>
                <c:pt idx="1">
                  <c:v>12.185098693355574</c:v>
                </c:pt>
                <c:pt idx="2">
                  <c:v>11.922456593528322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15.081170572033328</c:v>
                </c:pt>
                <c:pt idx="1">
                  <c:v>12.91749932191641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43.45528751339749</c:v>
                </c:pt>
                <c:pt idx="1">
                  <c:v>51.30930391637255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36.60752943146478</c:v>
                </c:pt>
                <c:pt idx="1">
                  <c:v>29.761954565213355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4.856012483104398</c:v>
                </c:pt>
                <c:pt idx="1">
                  <c:v>6.011242196497681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130.89522489265656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48.341618015012514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729.2339999999999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106.05847867967395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190.457603558521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2609.749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68.57978550079467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144.75006950236306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1712.6000000000001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182.0732057500901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16.45070892410342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301.651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20.0"/>
          <c:min val="4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434.712</c:v>
                </c:pt>
                <c:pt idx="2">
                  <c:v>481.714</c:v>
                </c:pt>
                <c:pt idx="3">
                  <c:v>534.0</c:v>
                </c:pt>
                <c:pt idx="4">
                  <c:v>592.2</c:v>
                </c:pt>
                <c:pt idx="5">
                  <c:v>657.013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434.712</c:v>
                </c:pt>
                <c:pt idx="1">
                  <c:v>47.00200000000001</c:v>
                </c:pt>
                <c:pt idx="2">
                  <c:v>52.286</c:v>
                </c:pt>
                <c:pt idx="3">
                  <c:v>58.200000000000045</c:v>
                </c:pt>
                <c:pt idx="4">
                  <c:v>64.81299999999999</c:v>
                </c:pt>
                <c:pt idx="5">
                  <c:v>72.22099999999989</c:v>
                </c:pt>
                <c:pt idx="6">
                  <c:v>729.2339999999999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1712.69</c:v>
                </c:pt>
                <c:pt idx="2">
                  <c:v>1862.4989999999998</c:v>
                </c:pt>
                <c:pt idx="3">
                  <c:v>2025.784</c:v>
                </c:pt>
                <c:pt idx="4">
                  <c:v>2203.807</c:v>
                </c:pt>
                <c:pt idx="5">
                  <c:v>2397.9539999999997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1712.69</c:v>
                </c:pt>
                <c:pt idx="1">
                  <c:v>149.80899999999974</c:v>
                </c:pt>
                <c:pt idx="2">
                  <c:v>163.2850000000003</c:v>
                </c:pt>
                <c:pt idx="3">
                  <c:v>178.02299999999968</c:v>
                </c:pt>
                <c:pt idx="4">
                  <c:v>194.14699999999993</c:v>
                </c:pt>
                <c:pt idx="5">
                  <c:v>211.79500000000007</c:v>
                </c:pt>
                <c:pt idx="6">
                  <c:v>2609.749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1301.665</c:v>
                </c:pt>
                <c:pt idx="2">
                  <c:v>1378.991</c:v>
                </c:pt>
                <c:pt idx="3">
                  <c:v>1459.0500000000002</c:v>
                </c:pt>
                <c:pt idx="4">
                  <c:v>1541.585</c:v>
                </c:pt>
                <c:pt idx="5">
                  <c:v>1626.252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1301.665</c:v>
                </c:pt>
                <c:pt idx="1">
                  <c:v>77.32600000000002</c:v>
                </c:pt>
                <c:pt idx="2">
                  <c:v>80.0590000000002</c:v>
                </c:pt>
                <c:pt idx="3">
                  <c:v>82.53499999999985</c:v>
                </c:pt>
                <c:pt idx="4">
                  <c:v>84.66699999999992</c:v>
                </c:pt>
                <c:pt idx="5">
                  <c:v>86.34800000000018</c:v>
                </c:pt>
                <c:pt idx="6">
                  <c:v>1712.6000000000001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147.933</c:v>
                </c:pt>
                <c:pt idx="2">
                  <c:v>171.183</c:v>
                </c:pt>
                <c:pt idx="3">
                  <c:v>197.703</c:v>
                </c:pt>
                <c:pt idx="4">
                  <c:v>227.937</c:v>
                </c:pt>
                <c:pt idx="5">
                  <c:v>262.394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147.933</c:v>
                </c:pt>
                <c:pt idx="1">
                  <c:v>23.25</c:v>
                </c:pt>
                <c:pt idx="2">
                  <c:v>26.52000000000001</c:v>
                </c:pt>
                <c:pt idx="3">
                  <c:v>30.23400000000001</c:v>
                </c:pt>
                <c:pt idx="4">
                  <c:v>34.456999999999994</c:v>
                </c:pt>
                <c:pt idx="5">
                  <c:v>39.257000000000005</c:v>
                </c:pt>
                <c:pt idx="6">
                  <c:v>301.651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Rigid plastic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47.11914893894627</c:v>
                </c:pt>
                <c:pt idx="1">
                  <c:v>47.61440088963025</c:v>
                </c:pt>
                <c:pt idx="2">
                  <c:v>48.7508859130761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Paperboard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38.01546517855803</c:v>
                </c:pt>
                <c:pt idx="1">
                  <c:v>36.187517375590765</c:v>
                </c:pt>
                <c:pt idx="2">
                  <c:v>31.991876312524358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Flexible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11.419383206457457</c:v>
                </c:pt>
                <c:pt idx="1">
                  <c:v>12.085404503753129</c:v>
                </c:pt>
                <c:pt idx="2">
                  <c:v>13.622307562120392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Other packaging formats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3.4460026760382365</c:v>
                </c:pt>
                <c:pt idx="1">
                  <c:v>4.112677231025855</c:v>
                </c:pt>
                <c:pt idx="2">
                  <c:v>5.634930212279158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27.627527745488724</c:v>
                </c:pt>
                <c:pt idx="1">
                  <c:v>29.89183631685496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60.41987685493208</c:v>
                </c:pt>
                <c:pt idx="1">
                  <c:v>57.4125826271521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11.952595399579193</c:v>
                </c:pt>
                <c:pt idx="1">
                  <c:v>12.695581055992944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4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83.03553696888744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93.46246872393661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1560.695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122.97558434367066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160.23386155129273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3125.871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45.53198464762059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46.30366972477065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666.668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50.0"/>
          <c:min val="2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1120.615</c:v>
                </c:pt>
                <c:pt idx="2">
                  <c:v>1198.34</c:v>
                </c:pt>
                <c:pt idx="3">
                  <c:v>1280.968</c:v>
                </c:pt>
                <c:pt idx="4">
                  <c:v>1368.74</c:v>
                </c:pt>
                <c:pt idx="5">
                  <c:v>1461.901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1120.615</c:v>
                </c:pt>
                <c:pt idx="1">
                  <c:v>77.72499999999991</c:v>
                </c:pt>
                <c:pt idx="2">
                  <c:v>82.62800000000016</c:v>
                </c:pt>
                <c:pt idx="3">
                  <c:v>87.77199999999993</c:v>
                </c:pt>
                <c:pt idx="4">
                  <c:v>93.16100000000006</c:v>
                </c:pt>
                <c:pt idx="5">
                  <c:v>98.79399999999987</c:v>
                </c:pt>
                <c:pt idx="6">
                  <c:v>1560.695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1921.204</c:v>
                </c:pt>
                <c:pt idx="2">
                  <c:v>2117.234</c:v>
                </c:pt>
                <c:pt idx="3">
                  <c:v>2333.486</c:v>
                </c:pt>
                <c:pt idx="4">
                  <c:v>2572.0769999999998</c:v>
                </c:pt>
                <c:pt idx="5">
                  <c:v>2835.342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1921.204</c:v>
                </c:pt>
                <c:pt idx="1">
                  <c:v>196.02999999999997</c:v>
                </c:pt>
                <c:pt idx="2">
                  <c:v>216.25199999999995</c:v>
                </c:pt>
                <c:pt idx="3">
                  <c:v>238.5909999999999</c:v>
                </c:pt>
                <c:pt idx="4">
                  <c:v>263.2650000000003</c:v>
                </c:pt>
                <c:pt idx="5">
                  <c:v>290.529</c:v>
                </c:pt>
                <c:pt idx="6">
                  <c:v>3125.871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555.181</c:v>
                </c:pt>
                <c:pt idx="2">
                  <c:v>578.813</c:v>
                </c:pt>
                <c:pt idx="3">
                  <c:v>602.083</c:v>
                </c:pt>
                <c:pt idx="4">
                  <c:v>624.712</c:v>
                </c:pt>
                <c:pt idx="5">
                  <c:v>646.37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555.181</c:v>
                </c:pt>
                <c:pt idx="1">
                  <c:v>23.631999999999948</c:v>
                </c:pt>
                <c:pt idx="2">
                  <c:v>23.269999999999982</c:v>
                </c:pt>
                <c:pt idx="3">
                  <c:v>22.62900000000002</c:v>
                </c:pt>
                <c:pt idx="4">
                  <c:v>21.658000000000015</c:v>
                </c:pt>
                <c:pt idx="5">
                  <c:v>20.298000000000002</c:v>
                </c:pt>
                <c:pt idx="6">
                  <c:v>666.668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Multipacks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51.107470139210086</c:v>
                </c:pt>
                <c:pt idx="1">
                  <c:v>53.411287183764244</c:v>
                </c:pt>
                <c:pt idx="2">
                  <c:v>58.39219806195657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Single-muffin packs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32.07811135111227</c:v>
                </c:pt>
                <c:pt idx="1">
                  <c:v>31.154156241312204</c:v>
                </c:pt>
                <c:pt idx="2">
                  <c:v>29.15424582598108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Bulk foodservice packs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16.814418509677644</c:v>
                </c:pt>
                <c:pt idx="1">
                  <c:v>15.43455657492355</c:v>
                </c:pt>
                <c:pt idx="2">
                  <c:v>12.453556112062353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50.75900463184648</c:v>
                </c:pt>
                <c:pt idx="1">
                  <c:v>57.756292740391366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49.24099536815352</c:v>
                </c:pt>
                <c:pt idx="1">
                  <c:v>42.243707259608634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104.7664814596207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108.9133166527662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2969.811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94.19400450117462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91.0866833472338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2383.423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20.0"/>
          <c:min val="8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1958.806</c:v>
                </c:pt>
                <c:pt idx="2">
                  <c:v>2130.502</c:v>
                </c:pt>
                <c:pt idx="3">
                  <c:v>2316.178</c:v>
                </c:pt>
                <c:pt idx="4">
                  <c:v>2517.059</c:v>
                </c:pt>
                <c:pt idx="5">
                  <c:v>2734.462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1958.806</c:v>
                </c:pt>
                <c:pt idx="1">
                  <c:v>171.6959999999999</c:v>
                </c:pt>
                <c:pt idx="2">
                  <c:v>185.67599999999993</c:v>
                </c:pt>
                <c:pt idx="3">
                  <c:v>200.8810000000003</c:v>
                </c:pt>
                <c:pt idx="4">
                  <c:v>217.4029999999998</c:v>
                </c:pt>
                <c:pt idx="5">
                  <c:v>235.34900000000016</c:v>
                </c:pt>
                <c:pt idx="6">
                  <c:v>2969.811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1638.194</c:v>
                </c:pt>
                <c:pt idx="2">
                  <c:v>1763.885</c:v>
                </c:pt>
                <c:pt idx="3">
                  <c:v>1900.359</c:v>
                </c:pt>
                <c:pt idx="4">
                  <c:v>2048.47</c:v>
                </c:pt>
                <c:pt idx="5">
                  <c:v>2209.151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1638.194</c:v>
                </c:pt>
                <c:pt idx="1">
                  <c:v>125.69100000000003</c:v>
                </c:pt>
                <c:pt idx="2">
                  <c:v>136.47399999999993</c:v>
                </c:pt>
                <c:pt idx="3">
                  <c:v>148.11099999999988</c:v>
                </c:pt>
                <c:pt idx="4">
                  <c:v>160.68100000000004</c:v>
                </c:pt>
                <c:pt idx="5">
                  <c:v>174.27199999999993</c:v>
                </c:pt>
                <c:pt idx="6">
                  <c:v>2383.423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Individually wrapped muffins within an outer pack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53.68294492071372</c:v>
                </c:pt>
                <c:pt idx="1">
                  <c:v>54.4566583263831</c:v>
                </c:pt>
                <c:pt idx="2">
                  <c:v>55.47695094217813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Shared pack without individual wrapping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46.31705507928628</c:v>
                </c:pt>
                <c:pt idx="1">
                  <c:v>45.5433416736169</c:v>
                </c:pt>
                <c:pt idx="2">
                  <c:v>44.523049057821865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12.990961677305329</c:v>
                </c:pt>
                <c:pt idx="1">
                  <c:v>17.25701265876091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33.94643986656703</c:v>
                </c:pt>
                <c:pt idx="1">
                  <c:v>32.01219469961659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31.79779527089449</c:v>
                </c:pt>
                <c:pt idx="1">
                  <c:v>31.67837532557017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21.264803185233145</c:v>
                </c:pt>
                <c:pt idx="1">
                  <c:v>19.052417316052335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27.440931691899245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84.5608006672227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849.417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163.17445189518108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102.3738671114818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1747.417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52.544322986715784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152.91320544898525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1697.9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171.1956670915998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60.152126772310254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1058.5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210.0"/>
          <c:min val="-1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760.413</c:v>
                </c:pt>
                <c:pt idx="2">
                  <c:v>782.937</c:v>
                </c:pt>
                <c:pt idx="3">
                  <c:v>803.631</c:v>
                </c:pt>
                <c:pt idx="4">
                  <c:v>822.003</c:v>
                </c:pt>
                <c:pt idx="5">
                  <c:v>837.481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760.413</c:v>
                </c:pt>
                <c:pt idx="1">
                  <c:v>22.524</c:v>
                </c:pt>
                <c:pt idx="2">
                  <c:v>20.69399999999996</c:v>
                </c:pt>
                <c:pt idx="3">
                  <c:v>18.37200000000007</c:v>
                </c:pt>
                <c:pt idx="4">
                  <c:v>15.477999999999952</c:v>
                </c:pt>
                <c:pt idx="5">
                  <c:v>11.936000000000035</c:v>
                </c:pt>
                <c:pt idx="6">
                  <c:v>849.417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920.597</c:v>
                </c:pt>
                <c:pt idx="2">
                  <c:v>1050.57</c:v>
                </c:pt>
                <c:pt idx="3">
                  <c:v>1196.35</c:v>
                </c:pt>
                <c:pt idx="4">
                  <c:v>1359.727</c:v>
                </c:pt>
                <c:pt idx="5">
                  <c:v>1542.682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920.597</c:v>
                </c:pt>
                <c:pt idx="1">
                  <c:v>129.97299999999996</c:v>
                </c:pt>
                <c:pt idx="2">
                  <c:v>145.77999999999997</c:v>
                </c:pt>
                <c:pt idx="3">
                  <c:v>163.37700000000018</c:v>
                </c:pt>
                <c:pt idx="4">
                  <c:v>182.95499999999993</c:v>
                </c:pt>
                <c:pt idx="5">
                  <c:v>204.7349999999999</c:v>
                </c:pt>
                <c:pt idx="6">
                  <c:v>1747.417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1375.072</c:v>
                </c:pt>
                <c:pt idx="2">
                  <c:v>1439.077</c:v>
                </c:pt>
                <c:pt idx="3">
                  <c:v>1503.776</c:v>
                </c:pt>
                <c:pt idx="4">
                  <c:v>1568.792</c:v>
                </c:pt>
                <c:pt idx="5">
                  <c:v>1633.678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1375.072</c:v>
                </c:pt>
                <c:pt idx="1">
                  <c:v>64.00500000000011</c:v>
                </c:pt>
                <c:pt idx="2">
                  <c:v>64.69900000000007</c:v>
                </c:pt>
                <c:pt idx="3">
                  <c:v>65.01599999999985</c:v>
                </c:pt>
                <c:pt idx="4">
                  <c:v>64.8860000000002</c:v>
                </c:pt>
                <c:pt idx="5">
                  <c:v>64.22199999999998</c:v>
                </c:pt>
                <c:pt idx="6">
                  <c:v>1697.9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540.918</c:v>
                </c:pt>
                <c:pt idx="2">
                  <c:v>621.803</c:v>
                </c:pt>
                <c:pt idx="3">
                  <c:v>712.78</c:v>
                </c:pt>
                <c:pt idx="4">
                  <c:v>815.007</c:v>
                </c:pt>
                <c:pt idx="5">
                  <c:v>929.772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540.918</c:v>
                </c:pt>
                <c:pt idx="1">
                  <c:v>80.88499999999999</c:v>
                </c:pt>
                <c:pt idx="2">
                  <c:v>90.97699999999998</c:v>
                </c:pt>
                <c:pt idx="3">
                  <c:v>102.22699999999998</c:v>
                </c:pt>
                <c:pt idx="4">
                  <c:v>114.7650000000001</c:v>
                </c:pt>
                <c:pt idx="5">
                  <c:v>128.72799999999995</c:v>
                </c:pt>
                <c:pt idx="6">
                  <c:v>1058.5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22.19294875014923</c:v>
                </c:pt>
                <c:pt idx="1">
                  <c:v>25.59346677787045</c:v>
                </c:pt>
                <c:pt idx="2">
                  <c:v>32.64226820647107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41.3607739243494</c:v>
                </c:pt>
                <c:pt idx="1">
                  <c:v>38.22830136224631</c:v>
                </c:pt>
                <c:pt idx="2">
                  <c:v>31.717275949454105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Super-premium / speciality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12.755738771175244</c:v>
                </c:pt>
                <c:pt idx="1">
                  <c:v>15.038031693077563</c:v>
                </c:pt>
                <c:pt idx="2">
                  <c:v>19.77309417073866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Economy / value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23.69053855432612</c:v>
                </c:pt>
                <c:pt idx="1">
                  <c:v>21.140200166805673</c:v>
                </c:pt>
                <c:pt idx="2">
                  <c:v>15.867361673336156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42.04950461550283</c:v>
                </c:pt>
                <c:pt idx="1">
                  <c:v>37.72344551241648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45.537582642933785</c:v>
                </c:pt>
                <c:pt idx="1">
                  <c:v>43.81032277333002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12.412912741563382</c:v>
                </c:pt>
                <c:pt idx="1">
                  <c:v>18.466231714253496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92.47528159738725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120.8975813177648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2094.862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107.76646172408739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129.15521267723102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2375.389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97.60648263179793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49.94720600500416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882.983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1449.562</c:v>
                </c:pt>
                <c:pt idx="2">
                  <c:v>1559.172</c:v>
                </c:pt>
                <c:pt idx="3">
                  <c:v>1677.744</c:v>
                </c:pt>
                <c:pt idx="4">
                  <c:v>1806.01</c:v>
                </c:pt>
                <c:pt idx="5">
                  <c:v>1944.761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1449.562</c:v>
                </c:pt>
                <c:pt idx="1">
                  <c:v>109.61000000000013</c:v>
                </c:pt>
                <c:pt idx="2">
                  <c:v>118.57199999999989</c:v>
                </c:pt>
                <c:pt idx="3">
                  <c:v>128.26600000000008</c:v>
                </c:pt>
                <c:pt idx="4">
                  <c:v>138.75099999999998</c:v>
                </c:pt>
                <c:pt idx="5">
                  <c:v>150.1010000000001</c:v>
                </c:pt>
                <c:pt idx="6">
                  <c:v>2094.862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1548.571</c:v>
                </c:pt>
                <c:pt idx="2">
                  <c:v>1688.098</c:v>
                </c:pt>
                <c:pt idx="3">
                  <c:v>1839.478</c:v>
                </c:pt>
                <c:pt idx="4">
                  <c:v>2003.733</c:v>
                </c:pt>
                <c:pt idx="5">
                  <c:v>2181.97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1548.571</c:v>
                </c:pt>
                <c:pt idx="1">
                  <c:v>139.52700000000004</c:v>
                </c:pt>
                <c:pt idx="2">
                  <c:v>151.3800000000001</c:v>
                </c:pt>
                <c:pt idx="3">
                  <c:v>164.25499999999988</c:v>
                </c:pt>
                <c:pt idx="4">
                  <c:v>178.23699999999985</c:v>
                </c:pt>
                <c:pt idx="5">
                  <c:v>193.41900000000032</c:v>
                </c:pt>
                <c:pt idx="6">
                  <c:v>2375.389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598.867</c:v>
                </c:pt>
                <c:pt idx="2">
                  <c:v>647.117</c:v>
                </c:pt>
                <c:pt idx="3">
                  <c:v>699.315</c:v>
                </c:pt>
                <c:pt idx="4">
                  <c:v>755.786</c:v>
                </c:pt>
                <c:pt idx="5">
                  <c:v>816.882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598.867</c:v>
                </c:pt>
                <c:pt idx="1">
                  <c:v>48.25</c:v>
                </c:pt>
                <c:pt idx="2">
                  <c:v>52.19800000000009</c:v>
                </c:pt>
                <c:pt idx="3">
                  <c:v>56.47099999999989</c:v>
                </c:pt>
                <c:pt idx="4">
                  <c:v>61.096000000000004</c:v>
                </c:pt>
                <c:pt idx="5">
                  <c:v>66.101</c:v>
                </c:pt>
                <c:pt idx="6">
                  <c:v>882.983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Retailer private labels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42.22875756019945</c:v>
                </c:pt>
                <c:pt idx="1">
                  <c:v>43.05173755907701</c:v>
                </c:pt>
                <c:pt idx="2">
                  <c:v>44.37297155327041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Manufacturer brands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41.03670712907807</c:v>
                </c:pt>
                <c:pt idx="1">
                  <c:v>40.29919377258827</c:v>
                </c:pt>
                <c:pt idx="2">
                  <c:v>39.132643930752884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Foodservice / operator brands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16.734535310722485</c:v>
                </c:pt>
                <c:pt idx="1">
                  <c:v>16.64906866833472</c:v>
                </c:pt>
                <c:pt idx="2">
                  <c:v>16.494384515976694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55.75562981241509</c:v>
                </c:pt>
                <c:pt idx="1">
                  <c:v>58.7233410639942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39.62817919746392</c:v>
                </c:pt>
                <c:pt idx="1">
                  <c:v>37.052592966714755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Canada</c:v>
                </c:pt>
                <c:pt idx="1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4.616190990120983</c:v>
                </c:pt>
                <c:pt idx="1">
                  <c:v>4.224065969291056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8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83.71306032744499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184.66422018348624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3091.8469999999998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127.74872523060168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102.08006672226857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2028.425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96.09662301638339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13.255713094245205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232.962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40.0"/>
          <c:min val="7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2214.124</c:v>
                </c:pt>
                <c:pt idx="2">
                  <c:v>2366.899</c:v>
                </c:pt>
                <c:pt idx="3">
                  <c:v>2530.288</c:v>
                </c:pt>
                <c:pt idx="4">
                  <c:v>2705.042</c:v>
                </c:pt>
                <c:pt idx="5">
                  <c:v>2891.945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2214.124</c:v>
                </c:pt>
                <c:pt idx="1">
                  <c:v>152.7750000000001</c:v>
                </c:pt>
                <c:pt idx="2">
                  <c:v>163.38900000000012</c:v>
                </c:pt>
                <c:pt idx="3">
                  <c:v>174.7539999999999</c:v>
                </c:pt>
                <c:pt idx="4">
                  <c:v>186.90300000000025</c:v>
                </c:pt>
                <c:pt idx="5">
                  <c:v>199.9019999999996</c:v>
                </c:pt>
                <c:pt idx="6">
                  <c:v>3091.8469999999998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1223.94</c:v>
                </c:pt>
                <c:pt idx="2">
                  <c:v>1355.945</c:v>
                </c:pt>
                <c:pt idx="3">
                  <c:v>1501.086</c:v>
                </c:pt>
                <c:pt idx="4">
                  <c:v>1660.608</c:v>
                </c:pt>
                <c:pt idx="5">
                  <c:v>1835.8890000000001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1223.94</c:v>
                </c:pt>
                <c:pt idx="1">
                  <c:v>132.00499999999988</c:v>
                </c:pt>
                <c:pt idx="2">
                  <c:v>145.14100000000008</c:v>
                </c:pt>
                <c:pt idx="3">
                  <c:v>159.52199999999993</c:v>
                </c:pt>
                <c:pt idx="4">
                  <c:v>175.28100000000018</c:v>
                </c:pt>
                <c:pt idx="5">
                  <c:v>192.53599999999983</c:v>
                </c:pt>
                <c:pt idx="6">
                  <c:v>2028.425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158.936</c:v>
                </c:pt>
                <c:pt idx="2">
                  <c:v>171.543</c:v>
                </c:pt>
                <c:pt idx="3">
                  <c:v>185.163</c:v>
                </c:pt>
                <c:pt idx="4">
                  <c:v>199.879</c:v>
                </c:pt>
                <c:pt idx="5">
                  <c:v>215.779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158.936</c:v>
                </c:pt>
                <c:pt idx="1">
                  <c:v>12.607</c:v>
                </c:pt>
                <c:pt idx="2">
                  <c:v>13.620000000000005</c:v>
                </c:pt>
                <c:pt idx="3">
                  <c:v>14.71599999999998</c:v>
                </c:pt>
                <c:pt idx="4">
                  <c:v>15.900000000000006</c:v>
                </c:pt>
                <c:pt idx="5">
                  <c:v>17.182999999999993</c:v>
                </c:pt>
                <c:pt idx="6">
                  <c:v>232.962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Retail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63.53995758264111</c:v>
                </c:pt>
                <c:pt idx="1">
                  <c:v>61.55474006116207</c:v>
                </c:pt>
                <c:pt idx="2">
                  <c:v>57.756619643378194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Foodservice and institutional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32.0064806835314</c:v>
                </c:pt>
                <c:pt idx="1">
                  <c:v>34.02668890742285</c:v>
                </c:pt>
                <c:pt idx="2">
                  <c:v>37.89158105175302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Vending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4.453561733827485</c:v>
                </c:pt>
                <c:pt idx="1">
                  <c:v>4.418571031415068</c:v>
                </c:pt>
                <c:pt idx="2">
                  <c:v>4.351799304868796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607424.963</c:v>
                </c:pt>
                <c:pt idx="1">
                  <c:v>621454.454</c:v>
                </c:pt>
                <c:pt idx="2">
                  <c:v>635807.98</c:v>
                </c:pt>
                <c:pt idx="3">
                  <c:v>650493.023</c:v>
                </c:pt>
                <c:pt idx="4">
                  <c:v>665517.243</c:v>
                </c:pt>
                <c:pt idx="5">
                  <c:v>680888.4720000001</c:v>
                </c:pt>
                <c:pt idx="6">
                  <c:v>702023.9680000001</c:v>
                </c:pt>
                <c:pt idx="7">
                  <c:v>723815.532</c:v>
                </c:pt>
                <c:pt idx="8">
                  <c:v>746283.5289999999</c:v>
                </c:pt>
                <c:pt idx="9">
                  <c:v>769448.957</c:v>
                </c:pt>
                <c:pt idx="10">
                  <c:v>793333.4639999999</c:v>
                </c:pt>
                <c:pt idx="11">
                  <c:v>817959.371</c:v>
                </c:pt>
                <c:pt idx="12">
                  <c:v>843349.692</c:v>
                </c:pt>
                <c:pt idx="13">
                  <c:v>869528.156</c:v>
                </c:pt>
                <c:pt idx="14">
                  <c:v>896519.227</c:v>
                </c:pt>
                <c:pt idx="15">
                  <c:v>924348.129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Global</c:v>
                </c:pt>
                <c:pt idx="1">
                  <c:v>North America</c:v>
                </c:pt>
                <c:pt idx="2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0.04198811629149746</c:v>
                </c:pt>
                <c:pt idx="1">
                  <c:v>0.03306572273902586</c:v>
                </c:pt>
                <c:pt idx="2">
                  <c:v>0.031041054362116016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5668395699352157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680888.4720000001</c:v>
                </c:pt>
                <c:pt idx="2">
                  <c:v>702023.9680000001</c:v>
                </c:pt>
                <c:pt idx="3">
                  <c:v>723815.532</c:v>
                </c:pt>
                <c:pt idx="4">
                  <c:v>746283.5289999999</c:v>
                </c:pt>
                <c:pt idx="5">
                  <c:v>769448.957</c:v>
                </c:pt>
                <c:pt idx="6">
                  <c:v>793333.4639999999</c:v>
                </c:pt>
                <c:pt idx="7">
                  <c:v>817959.371</c:v>
                </c:pt>
                <c:pt idx="8">
                  <c:v>843349.692</c:v>
                </c:pt>
                <c:pt idx="9">
                  <c:v>869528.156</c:v>
                </c:pt>
                <c:pt idx="10">
                  <c:v>896519.227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680888.4720000001</c:v>
                </c:pt>
                <c:pt idx="1">
                  <c:v>21135.496000000043</c:v>
                </c:pt>
                <c:pt idx="2">
                  <c:v>21791.563999999897</c:v>
                </c:pt>
                <c:pt idx="3">
                  <c:v>22467.996999999858</c:v>
                </c:pt>
                <c:pt idx="4">
                  <c:v>23165.42800000019</c:v>
                </c:pt>
                <c:pt idx="5">
                  <c:v>23884.506999999867</c:v>
                </c:pt>
                <c:pt idx="6">
                  <c:v>24625.907000000123</c:v>
                </c:pt>
                <c:pt idx="7">
                  <c:v>25390.320999999996</c:v>
                </c:pt>
                <c:pt idx="8">
                  <c:v>26178.46399999992</c:v>
                </c:pt>
                <c:pt idx="9">
                  <c:v>26991.070999999996</c:v>
                </c:pt>
                <c:pt idx="10">
                  <c:v>27828.902000000002</c:v>
                </c:pt>
                <c:pt idx="11">
                  <c:v>924348.129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72.52736212960798</c:v>
                </c:pt>
                <c:pt idx="1">
                  <c:v>25.809709331495934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the market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27.47263787039202</c:v>
                </c:pt>
                <c:pt idx="1">
                  <c:v>74.19029066850406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2136.262</c:v>
                </c:pt>
                <c:pt idx="1">
                  <c:v>2200.902</c:v>
                </c:pt>
                <c:pt idx="2">
                  <c:v>2267.497</c:v>
                </c:pt>
                <c:pt idx="3">
                  <c:v>2336.108</c:v>
                </c:pt>
                <c:pt idx="4">
                  <c:v>2406.795</c:v>
                </c:pt>
                <c:pt idx="5">
                  <c:v>2479.62</c:v>
                </c:pt>
                <c:pt idx="6">
                  <c:v>2574.4869999999996</c:v>
                </c:pt>
                <c:pt idx="7">
                  <c:v>2672.982</c:v>
                </c:pt>
                <c:pt idx="8">
                  <c:v>2775.246</c:v>
                </c:pt>
                <c:pt idx="9">
                  <c:v>2881.4219999999996</c:v>
                </c:pt>
                <c:pt idx="10">
                  <c:v>2991.661</c:v>
                </c:pt>
                <c:pt idx="11">
                  <c:v>3106.117</c:v>
                </c:pt>
                <c:pt idx="12">
                  <c:v>3224.952</c:v>
                </c:pt>
                <c:pt idx="13">
                  <c:v>3348.333</c:v>
                </c:pt>
                <c:pt idx="14">
                  <c:v>3476.435</c:v>
                </c:pt>
                <c:pt idx="15">
                  <c:v>3609.437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Global</c:v>
                </c:pt>
                <c:pt idx="1">
                  <c:v>North America</c:v>
                </c:pt>
                <c:pt idx="2">
                  <c:v>U.S.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0.049944145569506215</c:v>
                </c:pt>
                <c:pt idx="1">
                  <c:v>0.04056108237174105</c:v>
                </c:pt>
                <c:pt idx="2">
                  <c:v>0.03825835240042319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67424596518833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2479.62</c:v>
                </c:pt>
                <c:pt idx="2">
                  <c:v>2574.4869999999996</c:v>
                </c:pt>
                <c:pt idx="3">
                  <c:v>2672.982</c:v>
                </c:pt>
                <c:pt idx="4">
                  <c:v>2775.246</c:v>
                </c:pt>
                <c:pt idx="5">
                  <c:v>2881.4219999999996</c:v>
                </c:pt>
                <c:pt idx="6">
                  <c:v>2991.661</c:v>
                </c:pt>
                <c:pt idx="7">
                  <c:v>3106.117</c:v>
                </c:pt>
                <c:pt idx="8">
                  <c:v>3224.952</c:v>
                </c:pt>
                <c:pt idx="9">
                  <c:v>3348.333</c:v>
                </c:pt>
                <c:pt idx="10">
                  <c:v>3476.435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2479.62</c:v>
                </c:pt>
                <c:pt idx="1">
                  <c:v>94.86699999999973</c:v>
                </c:pt>
                <c:pt idx="2">
                  <c:v>98.49500000000035</c:v>
                </c:pt>
                <c:pt idx="3">
                  <c:v>102.26400000000012</c:v>
                </c:pt>
                <c:pt idx="4">
                  <c:v>106.17599999999948</c:v>
                </c:pt>
                <c:pt idx="5">
                  <c:v>110.23900000000049</c:v>
                </c:pt>
                <c:pt idx="6">
                  <c:v>114.45600000000013</c:v>
                </c:pt>
                <c:pt idx="7">
                  <c:v>118.83500000000004</c:v>
                </c:pt>
                <c:pt idx="8">
                  <c:v>123.38099999999986</c:v>
                </c:pt>
                <c:pt idx="9">
                  <c:v>128.10199999999986</c:v>
                </c:pt>
                <c:pt idx="10">
                  <c:v>133.00199999999995</c:v>
                </c:pt>
                <c:pt idx="11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U.S.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68.93577981651376</c:v>
                </c:pt>
                <c:pt idx="1">
                  <c:v>22.748807339449538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the market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Share of North America</c:v>
                </c:pt>
                <c:pt idx="1">
                  <c:v>Share of Global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31.064220183486242</c:v>
                </c:pt>
                <c:pt idx="1">
                  <c:v>77.25119266055046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9EC6DE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Savoury muffins</c:v>
                </c:pt>
                <c:pt idx="7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1128.777</c:v>
                </c:pt>
                <c:pt idx="7">
                  <c:v>1350.843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810.12962000000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9DABB6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Savoury Muffins Flavo…</c:v>
                </c:pt>
                <c:pt idx="7">
                  <c:v>Sweet Muffins Flavours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1023.264</c:v>
                </c:pt>
                <c:pt idx="7">
                  <c:v>1456.356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951.51704000000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Almond and other nut…</c:v>
                </c:pt>
                <c:pt idx="1">
                  <c:v>Millet-based</c:v>
                </c:pt>
                <c:pt idx="2">
                  <c:v>Multigrain and blende…</c:v>
                </c:pt>
                <c:pt idx="3">
                  <c:v>Other single-flour ba…</c:v>
                </c:pt>
                <c:pt idx="4">
                  <c:v>Corn-based</c:v>
                </c:pt>
                <c:pt idx="5">
                  <c:v>Rice-based</c:v>
                </c:pt>
                <c:pt idx="6">
                  <c:v>Wheat-based</c:v>
                </c:pt>
                <c:pt idx="7">
                  <c:v>Oat-based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82.645</c:v>
                </c:pt>
                <c:pt idx="1">
                  <c:v>170.703</c:v>
                </c:pt>
                <c:pt idx="2">
                  <c:v>192.052</c:v>
                </c:pt>
                <c:pt idx="3">
                  <c:v>320.454</c:v>
                </c:pt>
                <c:pt idx="4">
                  <c:v>351.552</c:v>
                </c:pt>
                <c:pt idx="5">
                  <c:v>395.679</c:v>
                </c:pt>
                <c:pt idx="6">
                  <c:v>433.775</c:v>
                </c:pt>
                <c:pt idx="7">
                  <c:v>532.76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13.8984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DABAA0"/>
              </a:solidFill>
            </c:spPr>
          </c:dPt>
          <c:dPt>
            <c:idx val="5"/>
            <c:spPr>
              <a:solidFill>
                <a:srgbClr val="C79771"/>
              </a:solidFill>
            </c:spPr>
          </c:dPt>
          <c:dPt>
            <c:idx val="6"/>
            <c:spPr>
              <a:solidFill>
                <a:srgbClr val="B57542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Vegan</c:v>
                </c:pt>
                <c:pt idx="5">
                  <c:v>Conventional</c:v>
                </c:pt>
                <c:pt idx="6">
                  <c:v>and vegan</c:v>
                </c:pt>
                <c:pt idx="7">
                  <c:v>(base)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182.44</c:v>
                </c:pt>
                <c:pt idx="5">
                  <c:v>416.113</c:v>
                </c:pt>
                <c:pt idx="6">
                  <c:v>764.555</c:v>
                </c:pt>
                <c:pt idx="7">
                  <c:v>1116.512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496.12608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CC599"/>
              </a:solidFill>
            </c:spPr>
          </c:dPt>
          <c:dPt>
            <c:idx val="2"/>
            <c:spPr>
              <a:solidFill>
                <a:srgbClr val="D3B77F"/>
              </a:solidFill>
            </c:spPr>
          </c:dPt>
          <c:dPt>
            <c:idx val="3"/>
            <c:spPr>
              <a:solidFill>
                <a:srgbClr val="CAA865"/>
              </a:solidFill>
            </c:spPr>
          </c:dPt>
          <c:dPt>
            <c:idx val="4"/>
            <c:spPr>
              <a:solidFill>
                <a:srgbClr val="C29A4C"/>
              </a:solidFill>
            </c:spPr>
          </c:dPt>
          <c:dPt>
            <c:idx val="5"/>
            <c:spPr>
              <a:solidFill>
                <a:srgbClr val="B98B32"/>
              </a:solidFill>
            </c:spPr>
          </c:dPt>
          <c:dPt>
            <c:idx val="6"/>
            <c:spPr>
              <a:solidFill>
                <a:srgbClr val="B07D1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Fibre-enriched</c:v>
                </c:pt>
                <c:pt idx="2">
                  <c:v>No-added-sugar</c:v>
                </c:pt>
                <c:pt idx="3">
                  <c:v>Reduced-fat</c:v>
                </c:pt>
                <c:pt idx="4">
                  <c:v>Other nutrition-focus…</c:v>
                </c:pt>
                <c:pt idx="5">
                  <c:v>Reduced-sugar</c:v>
                </c:pt>
                <c:pt idx="6">
                  <c:v>Standard / indulgent</c:v>
                </c:pt>
                <c:pt idx="7">
                  <c:v>Protein-enriched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71.611</c:v>
                </c:pt>
                <c:pt idx="2">
                  <c:v>204.547</c:v>
                </c:pt>
                <c:pt idx="3">
                  <c:v>345.455</c:v>
                </c:pt>
                <c:pt idx="4">
                  <c:v>379.075</c:v>
                </c:pt>
                <c:pt idx="5">
                  <c:v>439.16</c:v>
                </c:pt>
                <c:pt idx="6">
                  <c:v>446.073</c:v>
                </c:pt>
                <c:pt idx="7">
                  <c:v>593.699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95.5566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Conventional / non-or…</c:v>
                </c:pt>
                <c:pt idx="6">
                  <c:v>Organic-certified</c:v>
                </c:pt>
                <c:pt idx="7">
                  <c:v>Additional claim mapp…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44.658</c:v>
                </c:pt>
                <c:pt idx="6">
                  <c:v>381.398</c:v>
                </c:pt>
                <c:pt idx="7">
                  <c:v>2053.564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751.77576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C4C9CF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Unfilled muffins</c:v>
                </c:pt>
                <c:pt idx="7">
                  <c:v>Filled muffins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901.825</c:v>
                </c:pt>
                <c:pt idx="7">
                  <c:v>1577.795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114.2453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Crumb / streusel-topp…</c:v>
                </c:pt>
                <c:pt idx="3">
                  <c:v>Other toppings</c:v>
                </c:pt>
                <c:pt idx="4">
                  <c:v>Untopped</c:v>
                </c:pt>
                <c:pt idx="5">
                  <c:v>Sugar-topped</c:v>
                </c:pt>
                <c:pt idx="6">
                  <c:v>Nut and seed-topped</c:v>
                </c:pt>
                <c:pt idx="7">
                  <c:v>Glazed / drizzled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182.667</c:v>
                </c:pt>
                <c:pt idx="3">
                  <c:v>214.067</c:v>
                </c:pt>
                <c:pt idx="4">
                  <c:v>228.007</c:v>
                </c:pt>
                <c:pt idx="5">
                  <c:v>318.565</c:v>
                </c:pt>
                <c:pt idx="6">
                  <c:v>747.831</c:v>
                </c:pt>
                <c:pt idx="7">
                  <c:v>788.483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56.5672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9DABB6"/>
              </a:solidFill>
            </c:spPr>
          </c:dPt>
          <c:dPt>
            <c:idx val="5"/>
            <c:spPr>
              <a:solidFill>
                <a:srgbClr val="6C8192"/>
              </a:solidFill>
            </c:spPr>
          </c:dPt>
          <c:dPt>
            <c:idx val="6"/>
            <c:spPr>
              <a:solidFill>
                <a:srgbClr val="3B576E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Mini / bite-sized - b…</c:v>
                </c:pt>
                <c:pt idx="5">
                  <c:v>Large / jumbog…</c:v>
                </c:pt>
                <c:pt idx="6">
                  <c:v>Smallg to below…</c:v>
                </c:pt>
                <c:pt idx="7">
                  <c:v>Standardg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109.1</c:v>
                </c:pt>
                <c:pt idx="5">
                  <c:v>553.93</c:v>
                </c:pt>
                <c:pt idx="6">
                  <c:v>751.29</c:v>
                </c:pt>
                <c:pt idx="7">
                  <c:v>1065.3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427.5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C5B1E6"/>
              </a:solidFill>
            </c:spPr>
          </c:dPt>
          <c:dPt>
            <c:idx val="6"/>
            <c:spPr>
              <a:solidFill>
                <a:srgbClr val="9A76D4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Ambient</c:v>
                </c:pt>
                <c:pt idx="6">
                  <c:v>Chilled</c:v>
                </c:pt>
                <c:pt idx="7">
                  <c:v>Frozen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247.371</c:v>
                </c:pt>
                <c:pt idx="6">
                  <c:v>794.599</c:v>
                </c:pt>
                <c:pt idx="7">
                  <c:v>1437.65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926.451000000000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DABAA0"/>
              </a:solidFill>
            </c:spPr>
          </c:dPt>
          <c:dPt>
            <c:idx val="5"/>
            <c:spPr>
              <a:solidFill>
                <a:srgbClr val="C79771"/>
              </a:solidFill>
            </c:spPr>
          </c:dPt>
          <c:dPt>
            <c:idx val="6"/>
            <c:spPr>
              <a:solidFill>
                <a:srgbClr val="B57542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More than 90 days</c:v>
                </c:pt>
                <c:pt idx="5">
                  <c:v>31-90 days</c:v>
                </c:pt>
                <c:pt idx="6">
                  <c:v>8-30 days</c:v>
                </c:pt>
                <c:pt idx="7">
                  <c:v>Up to 7 days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314.013</c:v>
                </c:pt>
                <c:pt idx="5">
                  <c:v>322.06</c:v>
                </c:pt>
                <c:pt idx="6">
                  <c:v>487.247</c:v>
                </c:pt>
                <c:pt idx="7">
                  <c:v>1356.3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817.442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DCC599"/>
              </a:solidFill>
            </c:spPr>
          </c:dPt>
          <c:dPt>
            <c:idx val="5"/>
            <c:spPr>
              <a:solidFill>
                <a:srgbClr val="CAA865"/>
              </a:solidFill>
            </c:spPr>
          </c:dPt>
          <c:dPt>
            <c:idx val="6"/>
            <c:spPr>
              <a:solidFill>
                <a:srgbClr val="B98B32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Other packaging forma…</c:v>
                </c:pt>
                <c:pt idx="5">
                  <c:v>Flexible packs</c:v>
                </c:pt>
                <c:pt idx="6">
                  <c:v>Paperboard packs</c:v>
                </c:pt>
                <c:pt idx="7">
                  <c:v>Rigid plastic packs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109.09</c:v>
                </c:pt>
                <c:pt idx="5">
                  <c:v>286.822</c:v>
                </c:pt>
                <c:pt idx="6">
                  <c:v>845.916</c:v>
                </c:pt>
                <c:pt idx="7">
                  <c:v>1237.792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658.64128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Bulk foodservice packs</c:v>
                </c:pt>
                <c:pt idx="6">
                  <c:v>Single-muffin packs</c:v>
                </c:pt>
                <c:pt idx="7">
                  <c:v>Multipacks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387.777</c:v>
                </c:pt>
                <c:pt idx="6">
                  <c:v>787.058</c:v>
                </c:pt>
                <c:pt idx="7">
                  <c:v>1304.785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748.4119000000003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C4C9CF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Shared pack without i…</c:v>
                </c:pt>
                <c:pt idx="7">
                  <c:v>Individually wrapped…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1075.221</c:v>
                </c:pt>
                <c:pt idx="7">
                  <c:v>1404.399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881.89466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9EC6DE"/>
              </a:solidFill>
            </c:spPr>
          </c:dPt>
          <c:dPt>
            <c:idx val="5"/>
            <c:spPr>
              <a:solidFill>
                <a:srgbClr val="6EAACE"/>
              </a:solidFill>
            </c:spPr>
          </c:dPt>
          <c:dPt>
            <c:idx val="6"/>
            <c:spPr>
              <a:solidFill>
                <a:srgbClr val="3E8EBE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speci…</c:v>
                </c:pt>
                <c:pt idx="5">
                  <c:v>Economy / value</c:v>
                </c:pt>
                <c:pt idx="6">
                  <c:v>Mid-range</c:v>
                </c:pt>
                <c:pt idx="7">
                  <c:v>Premium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357.083</c:v>
                </c:pt>
                <c:pt idx="5">
                  <c:v>564.426</c:v>
                </c:pt>
                <c:pt idx="6">
                  <c:v>618.212</c:v>
                </c:pt>
                <c:pt idx="7">
                  <c:v>939.899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259.4646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Foodservice / operato…</c:v>
                </c:pt>
                <c:pt idx="6">
                  <c:v>Manufacturer brands</c:v>
                </c:pt>
                <c:pt idx="7">
                  <c:v>Retailer private labe…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459.926</c:v>
                </c:pt>
                <c:pt idx="6">
                  <c:v>965.595</c:v>
                </c:pt>
                <c:pt idx="7">
                  <c:v>1054.0990000000002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412.4926600000003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C5B1E6"/>
              </a:solidFill>
            </c:spPr>
          </c:dPt>
          <c:dPt>
            <c:idx val="6"/>
            <c:spPr>
              <a:solidFill>
                <a:srgbClr val="9A76D4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Vending</c:v>
                </c:pt>
                <c:pt idx="6">
                  <c:v>Foodservice and insti…</c:v>
                </c:pt>
                <c:pt idx="7">
                  <c:v>Retail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106.428</c:v>
                </c:pt>
                <c:pt idx="6">
                  <c:v>827.254</c:v>
                </c:pt>
                <c:pt idx="7">
                  <c:v>1545.938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071.5569200000004"/>
          <c:min val="0.0"/>
        </c:scaling>
        <c:delete val="0"/>
        <c:axPos val="b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Sweet muffins</c:v>
                </c:pt>
                <c:pt idx="2">
                  <c:v>Savoury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3169.219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Sweet muffins</c:v>
                </c:pt>
                <c:pt idx="2">
                  <c:v>Savoury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689.5989999999999</c:v>
                </c:pt>
                <c:pt idx="2">
                  <c:v>440.21799999999985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Sweet muffins</c:v>
                </c:pt>
                <c:pt idx="1">
                  <c:v>Savoury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689.5989999999999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Sweet muffins</c:v>
                </c:pt>
                <c:pt idx="1">
                  <c:v>Savoury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689.5989999999999</c:v>
                </c:pt>
                <c:pt idx="1">
                  <c:v>440.21799999999985</c:v>
                </c:pt>
                <c:pt idx="2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Sweet Muffins Flavours</c:v>
                </c:pt>
                <c:pt idx="2">
                  <c:v>Savoury Muffins Flavours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3027.939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Sweet Muffins Flavours</c:v>
                </c:pt>
                <c:pt idx="2">
                  <c:v>Savoury Muffins Flavours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548.319</c:v>
                </c:pt>
                <c:pt idx="2">
                  <c:v>581.4979999999999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Sweet Muffins Flavours</c:v>
                </c:pt>
                <c:pt idx="1">
                  <c:v>Savoury Muffins Flavours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548.319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Sweet Muffins Flavours</c:v>
                </c:pt>
                <c:pt idx="1">
                  <c:v>Savoury Muffins Flavours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548.319</c:v>
                </c:pt>
                <c:pt idx="1">
                  <c:v>581.4979999999999</c:v>
                </c:pt>
                <c:pt idx="2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Wheat-based</c:v>
                </c:pt>
                <c:pt idx="2">
                  <c:v>Oat-based</c:v>
                </c:pt>
                <c:pt idx="3">
                  <c:v>Rice-based</c:v>
                </c:pt>
                <c:pt idx="4">
                  <c:v>Corn-based</c:v>
                </c:pt>
                <c:pt idx="5">
                  <c:v>Millet-based</c:v>
                </c:pt>
                <c:pt idx="6">
                  <c:v>Almond and other nut flour-based</c:v>
                </c:pt>
                <c:pt idx="7">
                  <c:v>Other single-flour bases</c:v>
                </c:pt>
                <c:pt idx="8">
                  <c:v>Multigrain and blended flour bases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2479.62</c:v>
                </c:pt>
                <c:pt idx="2">
                  <c:v>2678.8729999999996</c:v>
                </c:pt>
                <c:pt idx="3">
                  <c:v>3052.7169999999996</c:v>
                </c:pt>
                <c:pt idx="4">
                  <c:v>3155.0249999999996</c:v>
                </c:pt>
                <c:pt idx="5">
                  <c:v>3268.5299999999997</c:v>
                </c:pt>
                <c:pt idx="6">
                  <c:v>3388.647</c:v>
                </c:pt>
                <c:pt idx="7">
                  <c:v>3427.686</c:v>
                </c:pt>
                <c:pt idx="8">
                  <c:v>3601.043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Wheat-based</c:v>
                </c:pt>
                <c:pt idx="2">
                  <c:v>Oat-based</c:v>
                </c:pt>
                <c:pt idx="3">
                  <c:v>Rice-based</c:v>
                </c:pt>
                <c:pt idx="4">
                  <c:v>Corn-based</c:v>
                </c:pt>
                <c:pt idx="5">
                  <c:v>Millet-based</c:v>
                </c:pt>
                <c:pt idx="6">
                  <c:v>Almond and other nut flour-based</c:v>
                </c:pt>
                <c:pt idx="7">
                  <c:v>Other single-flour bases</c:v>
                </c:pt>
                <c:pt idx="8">
                  <c:v>Multigrain and blended flour bases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2479.62</c:v>
                </c:pt>
                <c:pt idx="1">
                  <c:v>199.25299999999993</c:v>
                </c:pt>
                <c:pt idx="2">
                  <c:v>373.84400000000005</c:v>
                </c:pt>
                <c:pt idx="3">
                  <c:v>102.30800000000005</c:v>
                </c:pt>
                <c:pt idx="4">
                  <c:v>113.505</c:v>
                </c:pt>
                <c:pt idx="5">
                  <c:v>120.11699999999999</c:v>
                </c:pt>
                <c:pt idx="6">
                  <c:v>39.039</c:v>
                </c:pt>
                <c:pt idx="7">
                  <c:v>173.35699999999997</c:v>
                </c:pt>
                <c:pt idx="8">
                  <c:v>8.394000000000005</c:v>
                </c:pt>
                <c:pt idx="9">
                  <c:v>3609.4370000000004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Wheat-based</c:v>
                </c:pt>
                <c:pt idx="1">
                  <c:v>Oat-based</c:v>
                </c:pt>
                <c:pt idx="2">
                  <c:v>Rice-based</c:v>
                </c:pt>
                <c:pt idx="3">
                  <c:v>Corn-based</c:v>
                </c:pt>
                <c:pt idx="4">
                  <c:v>Millet-based</c:v>
                </c:pt>
                <c:pt idx="5">
                  <c:v>Almond and other nut flour-based</c:v>
                </c:pt>
                <c:pt idx="6">
                  <c:v>Other single-flour bases</c:v>
                </c:pt>
                <c:pt idx="7">
                  <c:v>Multigrain and blended flour bases</c:v>
                </c:pt>
                <c:pt idx="8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199.25299999999993</c:v>
                </c:pt>
                <c:pt idx="2">
                  <c:v>573.097</c:v>
                </c:pt>
                <c:pt idx="3">
                  <c:v>675.405</c:v>
                </c:pt>
                <c:pt idx="4">
                  <c:v>788.91</c:v>
                </c:pt>
                <c:pt idx="5">
                  <c:v>909.0269999999999</c:v>
                </c:pt>
                <c:pt idx="6">
                  <c:v>948.0659999999999</c:v>
                </c:pt>
                <c:pt idx="7">
                  <c:v>1121.4229999999998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Wheat-based</c:v>
                </c:pt>
                <c:pt idx="1">
                  <c:v>Oat-based</c:v>
                </c:pt>
                <c:pt idx="2">
                  <c:v>Rice-based</c:v>
                </c:pt>
                <c:pt idx="3">
                  <c:v>Corn-based</c:v>
                </c:pt>
                <c:pt idx="4">
                  <c:v>Millet-based</c:v>
                </c:pt>
                <c:pt idx="5">
                  <c:v>Almond and other nut flour-based</c:v>
                </c:pt>
                <c:pt idx="6">
                  <c:v>Other single-flour bases</c:v>
                </c:pt>
                <c:pt idx="7">
                  <c:v>Multigrain and blended flour bases</c:v>
                </c:pt>
                <c:pt idx="8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199.25299999999993</c:v>
                </c:pt>
                <c:pt idx="1">
                  <c:v>373.84400000000005</c:v>
                </c:pt>
                <c:pt idx="2">
                  <c:v>102.30800000000005</c:v>
                </c:pt>
                <c:pt idx="3">
                  <c:v>113.505</c:v>
                </c:pt>
                <c:pt idx="4">
                  <c:v>120.11699999999999</c:v>
                </c:pt>
                <c:pt idx="5">
                  <c:v>39.039</c:v>
                </c:pt>
                <c:pt idx="6">
                  <c:v>173.35699999999997</c:v>
                </c:pt>
                <c:pt idx="7">
                  <c:v>8.394000000000005</c:v>
                </c:pt>
                <c:pt idx="8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Conventional</c:v>
                </c:pt>
                <c:pt idx="2">
                  <c:v>Gluten-free</c:v>
                </c:pt>
                <c:pt idx="3">
                  <c:v>Vegan</c:v>
                </c:pt>
                <c:pt idx="4">
                  <c:v>Gluten-free and vegan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2739.9269999999997</c:v>
                </c:pt>
                <c:pt idx="3">
                  <c:v>3325.8009999999995</c:v>
                </c:pt>
                <c:pt idx="4">
                  <c:v>3346.3799999999997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Conventional</c:v>
                </c:pt>
                <c:pt idx="2">
                  <c:v>Gluten-free</c:v>
                </c:pt>
                <c:pt idx="3">
                  <c:v>Vegan</c:v>
                </c:pt>
                <c:pt idx="4">
                  <c:v>Gluten-free and vegan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260.30699999999996</c:v>
                </c:pt>
                <c:pt idx="2">
                  <c:v>585.874</c:v>
                </c:pt>
                <c:pt idx="3">
                  <c:v>20.579000000000008</c:v>
                </c:pt>
                <c:pt idx="4">
                  <c:v>263.05700000000013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Conventional</c:v>
                </c:pt>
                <c:pt idx="1">
                  <c:v>Gluten-free</c:v>
                </c:pt>
                <c:pt idx="2">
                  <c:v>Vegan</c:v>
                </c:pt>
                <c:pt idx="3">
                  <c:v>Gluten-free and vegan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260.30699999999996</c:v>
                </c:pt>
                <c:pt idx="2">
                  <c:v>846.181</c:v>
                </c:pt>
                <c:pt idx="3">
                  <c:v>866.76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Conventional</c:v>
                </c:pt>
                <c:pt idx="1">
                  <c:v>Gluten-free</c:v>
                </c:pt>
                <c:pt idx="2">
                  <c:v>Vegan</c:v>
                </c:pt>
                <c:pt idx="3">
                  <c:v>Gluten-free and vegan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260.30699999999996</c:v>
                </c:pt>
                <c:pt idx="1">
                  <c:v>585.874</c:v>
                </c:pt>
                <c:pt idx="2">
                  <c:v>20.579000000000008</c:v>
                </c:pt>
                <c:pt idx="3">
                  <c:v>263.05700000000013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Standard / indulgent</c:v>
                </c:pt>
                <c:pt idx="2">
                  <c:v>Protein-enriched</c:v>
                </c:pt>
                <c:pt idx="3">
                  <c:v>Fibre-enriched</c:v>
                </c:pt>
                <c:pt idx="4">
                  <c:v>Reduced-sugar</c:v>
                </c:pt>
                <c:pt idx="5">
                  <c:v>No-added-sugar</c:v>
                </c:pt>
                <c:pt idx="6">
                  <c:v>Reduced-fat</c:v>
                </c:pt>
                <c:pt idx="7">
                  <c:v>Other nutrition-focused formulations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2479.62</c:v>
                </c:pt>
                <c:pt idx="2">
                  <c:v>2655.573</c:v>
                </c:pt>
                <c:pt idx="3">
                  <c:v>3029.701</c:v>
                </c:pt>
                <c:pt idx="4">
                  <c:v>3088.167</c:v>
                </c:pt>
                <c:pt idx="5">
                  <c:v>3344.863</c:v>
                </c:pt>
                <c:pt idx="6">
                  <c:v>3418.546</c:v>
                </c:pt>
                <c:pt idx="7">
                  <c:v>3558.528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Standard / indulgent</c:v>
                </c:pt>
                <c:pt idx="2">
                  <c:v>Protein-enriched</c:v>
                </c:pt>
                <c:pt idx="3">
                  <c:v>Fibre-enriched</c:v>
                </c:pt>
                <c:pt idx="4">
                  <c:v>Reduced-sugar</c:v>
                </c:pt>
                <c:pt idx="5">
                  <c:v>No-added-sugar</c:v>
                </c:pt>
                <c:pt idx="6">
                  <c:v>Reduced-fat</c:v>
                </c:pt>
                <c:pt idx="7">
                  <c:v>Other nutrition-focused formulations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2479.62</c:v>
                </c:pt>
                <c:pt idx="1">
                  <c:v>175.95299999999997</c:v>
                </c:pt>
                <c:pt idx="2">
                  <c:v>374.12800000000004</c:v>
                </c:pt>
                <c:pt idx="3">
                  <c:v>58.465999999999994</c:v>
                </c:pt>
                <c:pt idx="4">
                  <c:v>256.69599999999997</c:v>
                </c:pt>
                <c:pt idx="5">
                  <c:v>73.68300000000002</c:v>
                </c:pt>
                <c:pt idx="6">
                  <c:v>139.98200000000003</c:v>
                </c:pt>
                <c:pt idx="7">
                  <c:v>50.90899999999999</c:v>
                </c:pt>
                <c:pt idx="8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Standard / indulgent</c:v>
                </c:pt>
                <c:pt idx="1">
                  <c:v>Protein-enriched</c:v>
                </c:pt>
                <c:pt idx="2">
                  <c:v>Fibre-enriched</c:v>
                </c:pt>
                <c:pt idx="3">
                  <c:v>Reduced-sugar</c:v>
                </c:pt>
                <c:pt idx="4">
                  <c:v>No-added-sugar</c:v>
                </c:pt>
                <c:pt idx="5">
                  <c:v>Reduced-fat</c:v>
                </c:pt>
                <c:pt idx="6">
                  <c:v>Other nutrition-focused formulations</c:v>
                </c:pt>
                <c:pt idx="7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175.95299999999997</c:v>
                </c:pt>
                <c:pt idx="2">
                  <c:v>550.081</c:v>
                </c:pt>
                <c:pt idx="3">
                  <c:v>608.547</c:v>
                </c:pt>
                <c:pt idx="4">
                  <c:v>865.2429999999999</c:v>
                </c:pt>
                <c:pt idx="5">
                  <c:v>938.9259999999999</c:v>
                </c:pt>
                <c:pt idx="6">
                  <c:v>1078.908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Standard / indulgent</c:v>
                </c:pt>
                <c:pt idx="1">
                  <c:v>Protein-enriched</c:v>
                </c:pt>
                <c:pt idx="2">
                  <c:v>Fibre-enriched</c:v>
                </c:pt>
                <c:pt idx="3">
                  <c:v>Reduced-sugar</c:v>
                </c:pt>
                <c:pt idx="4">
                  <c:v>No-added-sugar</c:v>
                </c:pt>
                <c:pt idx="5">
                  <c:v>Reduced-fat</c:v>
                </c:pt>
                <c:pt idx="6">
                  <c:v>Other nutrition-focused formulations</c:v>
                </c:pt>
                <c:pt idx="7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175.95299999999997</c:v>
                </c:pt>
                <c:pt idx="1">
                  <c:v>374.12800000000004</c:v>
                </c:pt>
                <c:pt idx="2">
                  <c:v>58.465999999999994</c:v>
                </c:pt>
                <c:pt idx="3">
                  <c:v>256.69599999999997</c:v>
                </c:pt>
                <c:pt idx="4">
                  <c:v>73.68300000000002</c:v>
                </c:pt>
                <c:pt idx="5">
                  <c:v>139.98200000000003</c:v>
                </c:pt>
                <c:pt idx="6">
                  <c:v>50.90899999999999</c:v>
                </c:pt>
                <c:pt idx="7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Organic-certified</c:v>
                </c:pt>
                <c:pt idx="2">
                  <c:v>Conventional / non-organic</c:v>
                </c:pt>
                <c:pt idx="3">
                  <c:v>Additional claim mapping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2568.31</c:v>
                </c:pt>
                <c:pt idx="3">
                  <c:v>2576.819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Organic-certified</c:v>
                </c:pt>
                <c:pt idx="2">
                  <c:v>Conventional / non-organic</c:v>
                </c:pt>
                <c:pt idx="3">
                  <c:v>Additional claim mapping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88.69</c:v>
                </c:pt>
                <c:pt idx="2">
                  <c:v>8.509</c:v>
                </c:pt>
                <c:pt idx="3">
                  <c:v>1032.618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Organic-certified</c:v>
                </c:pt>
                <c:pt idx="1">
                  <c:v>Conventional / non-organic</c:v>
                </c:pt>
                <c:pt idx="2">
                  <c:v>Additional claim mapping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88.69</c:v>
                </c:pt>
                <c:pt idx="2">
                  <c:v>97.199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Organic-certified</c:v>
                </c:pt>
                <c:pt idx="1">
                  <c:v>Conventional / non-organic</c:v>
                </c:pt>
                <c:pt idx="2">
                  <c:v>Additional claim mapping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88.69</c:v>
                </c:pt>
                <c:pt idx="1">
                  <c:v>8.509</c:v>
                </c:pt>
                <c:pt idx="2">
                  <c:v>1032.618</c:v>
                </c:pt>
                <c:pt idx="3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Unfilled muffins</c:v>
                </c:pt>
                <c:pt idx="2">
                  <c:v>Filled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2887.674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Unfilled muffins</c:v>
                </c:pt>
                <c:pt idx="2">
                  <c:v>Filled muffins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408.05399999999986</c:v>
                </c:pt>
                <c:pt idx="2">
                  <c:v>721.7629999999999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Unfilled muffins</c:v>
                </c:pt>
                <c:pt idx="1">
                  <c:v>Filled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408.05399999999986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Unfilled muffins</c:v>
                </c:pt>
                <c:pt idx="1">
                  <c:v>Filled muffins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408.05399999999986</c:v>
                </c:pt>
                <c:pt idx="1">
                  <c:v>721.7629999999999</c:v>
                </c:pt>
                <c:pt idx="2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Untopped</c:v>
                </c:pt>
                <c:pt idx="2">
                  <c:v>Crumb / streusel-topped</c:v>
                </c:pt>
                <c:pt idx="3">
                  <c:v>Sugar-topped</c:v>
                </c:pt>
                <c:pt idx="4">
                  <c:v>Nut and seed-topped</c:v>
                </c:pt>
                <c:pt idx="5">
                  <c:v>Glazed / drizzled</c:v>
                </c:pt>
                <c:pt idx="6">
                  <c:v>Other toppings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2479.62</c:v>
                </c:pt>
                <c:pt idx="2">
                  <c:v>2502.783</c:v>
                </c:pt>
                <c:pt idx="3">
                  <c:v>2528.6099999999997</c:v>
                </c:pt>
                <c:pt idx="4">
                  <c:v>2578.593</c:v>
                </c:pt>
                <c:pt idx="5">
                  <c:v>3073.0719999999997</c:v>
                </c:pt>
                <c:pt idx="6">
                  <c:v>3468.035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Untopped</c:v>
                </c:pt>
                <c:pt idx="2">
                  <c:v>Crumb / streusel-topped</c:v>
                </c:pt>
                <c:pt idx="3">
                  <c:v>Sugar-topped</c:v>
                </c:pt>
                <c:pt idx="4">
                  <c:v>Nut and seed-topped</c:v>
                </c:pt>
                <c:pt idx="5">
                  <c:v>Glazed / drizzled</c:v>
                </c:pt>
                <c:pt idx="6">
                  <c:v>Other toppings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2479.62</c:v>
                </c:pt>
                <c:pt idx="1">
                  <c:v>23.162999999999982</c:v>
                </c:pt>
                <c:pt idx="2">
                  <c:v>25.826999999999998</c:v>
                </c:pt>
                <c:pt idx="3">
                  <c:v>49.983000000000004</c:v>
                </c:pt>
                <c:pt idx="4">
                  <c:v>494.4789999999999</c:v>
                </c:pt>
                <c:pt idx="5">
                  <c:v>394.96299999999997</c:v>
                </c:pt>
                <c:pt idx="6">
                  <c:v>141.402</c:v>
                </c:pt>
                <c:pt idx="7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Untopped</c:v>
                </c:pt>
                <c:pt idx="1">
                  <c:v>Crumb / streusel-topped</c:v>
                </c:pt>
                <c:pt idx="2">
                  <c:v>Sugar-topped</c:v>
                </c:pt>
                <c:pt idx="3">
                  <c:v>Nut and seed-topped</c:v>
                </c:pt>
                <c:pt idx="4">
                  <c:v>Glazed / drizzled</c:v>
                </c:pt>
                <c:pt idx="5">
                  <c:v>Other toppings</c:v>
                </c:pt>
                <c:pt idx="6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23.162999999999982</c:v>
                </c:pt>
                <c:pt idx="2">
                  <c:v>48.98999999999998</c:v>
                </c:pt>
                <c:pt idx="3">
                  <c:v>98.97299999999998</c:v>
                </c:pt>
                <c:pt idx="4">
                  <c:v>593.4519999999999</c:v>
                </c:pt>
                <c:pt idx="5">
                  <c:v>988.4149999999998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Untopped</c:v>
                </c:pt>
                <c:pt idx="1">
                  <c:v>Crumb / streusel-topped</c:v>
                </c:pt>
                <c:pt idx="2">
                  <c:v>Sugar-topped</c:v>
                </c:pt>
                <c:pt idx="3">
                  <c:v>Nut and seed-topped</c:v>
                </c:pt>
                <c:pt idx="4">
                  <c:v>Glazed / drizzled</c:v>
                </c:pt>
                <c:pt idx="5">
                  <c:v>Other toppings</c:v>
                </c:pt>
                <c:pt idx="6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23.162999999999982</c:v>
                </c:pt>
                <c:pt idx="1">
                  <c:v>25.826999999999998</c:v>
                </c:pt>
                <c:pt idx="2">
                  <c:v>49.983000000000004</c:v>
                </c:pt>
                <c:pt idx="3">
                  <c:v>494.4789999999999</c:v>
                </c:pt>
                <c:pt idx="4">
                  <c:v>394.96299999999997</c:v>
                </c:pt>
                <c:pt idx="5">
                  <c:v>141.402</c:v>
                </c:pt>
                <c:pt idx="6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Mini / bite-sized - below 30 g</c:v>
                </c:pt>
                <c:pt idx="2">
                  <c:v>Smallg to below 60 g</c:v>
                </c:pt>
                <c:pt idx="3">
                  <c:v>Standardg to below 100 g</c:v>
                </c:pt>
                <c:pt idx="4">
                  <c:v>Large / jumbog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2559.0499999999997</c:v>
                </c:pt>
                <c:pt idx="3">
                  <c:v>2711.9619999999995</c:v>
                </c:pt>
                <c:pt idx="4">
                  <c:v>3208.6459999999997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Mini / bite-sized - below 30 g</c:v>
                </c:pt>
                <c:pt idx="2">
                  <c:v>Smallg to below 60 g</c:v>
                </c:pt>
                <c:pt idx="3">
                  <c:v>Standardg to below 100 g</c:v>
                </c:pt>
                <c:pt idx="4">
                  <c:v>Large / jumbog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79.43</c:v>
                </c:pt>
                <c:pt idx="2">
                  <c:v>152.91200000000003</c:v>
                </c:pt>
                <c:pt idx="3">
                  <c:v>496.68399999999997</c:v>
                </c:pt>
                <c:pt idx="4">
                  <c:v>400.79100000000005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Mini / bite-sized - below 30 g</c:v>
                </c:pt>
                <c:pt idx="1">
                  <c:v>Smallg to below 60 g</c:v>
                </c:pt>
                <c:pt idx="2">
                  <c:v>Standardg to below 100 g</c:v>
                </c:pt>
                <c:pt idx="3">
                  <c:v>Large / jumbog and above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79.43</c:v>
                </c:pt>
                <c:pt idx="2">
                  <c:v>232.34200000000004</c:v>
                </c:pt>
                <c:pt idx="3">
                  <c:v>729.0260000000001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Mini / bite-sized - below 30 g</c:v>
                </c:pt>
                <c:pt idx="1">
                  <c:v>Smallg to below 60 g</c:v>
                </c:pt>
                <c:pt idx="2">
                  <c:v>Standardg to below 100 g</c:v>
                </c:pt>
                <c:pt idx="3">
                  <c:v>Large / jumbog and above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79.43</c:v>
                </c:pt>
                <c:pt idx="1">
                  <c:v>152.91200000000003</c:v>
                </c:pt>
                <c:pt idx="2">
                  <c:v>496.68399999999997</c:v>
                </c:pt>
                <c:pt idx="3">
                  <c:v>400.79100000000005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Ambient</c:v>
                </c:pt>
                <c:pt idx="2">
                  <c:v>Chilled</c:v>
                </c:pt>
                <c:pt idx="3">
                  <c:v>Frozen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2648.013</c:v>
                </c:pt>
                <c:pt idx="3">
                  <c:v>3167.624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Ambient</c:v>
                </c:pt>
                <c:pt idx="2">
                  <c:v>Chilled</c:v>
                </c:pt>
                <c:pt idx="3">
                  <c:v>Frozen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168.393</c:v>
                </c:pt>
                <c:pt idx="2">
                  <c:v>519.611</c:v>
                </c:pt>
                <c:pt idx="3">
                  <c:v>441.8129999999999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Ambient</c:v>
                </c:pt>
                <c:pt idx="1">
                  <c:v>Chilled</c:v>
                </c:pt>
                <c:pt idx="2">
                  <c:v>Frozen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168.393</c:v>
                </c:pt>
                <c:pt idx="2">
                  <c:v>688.004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Ambient</c:v>
                </c:pt>
                <c:pt idx="1">
                  <c:v>Chilled</c:v>
                </c:pt>
                <c:pt idx="2">
                  <c:v>Frozen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168.393</c:v>
                </c:pt>
                <c:pt idx="1">
                  <c:v>519.611</c:v>
                </c:pt>
                <c:pt idx="2">
                  <c:v>441.8129999999999</c:v>
                </c:pt>
                <c:pt idx="3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Up to 7 days</c:v>
                </c:pt>
                <c:pt idx="2">
                  <c:v>8-30 days</c:v>
                </c:pt>
                <c:pt idx="3">
                  <c:v>31-90 days</c:v>
                </c:pt>
                <c:pt idx="4">
                  <c:v>More than 90 days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3172.798</c:v>
                </c:pt>
                <c:pt idx="3">
                  <c:v>3259.5319999999997</c:v>
                </c:pt>
                <c:pt idx="4">
                  <c:v>3474.008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Up to 7 days</c:v>
                </c:pt>
                <c:pt idx="2">
                  <c:v>8-30 days</c:v>
                </c:pt>
                <c:pt idx="3">
                  <c:v>31-90 days</c:v>
                </c:pt>
                <c:pt idx="4">
                  <c:v>More than 90 days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693.1780000000001</c:v>
                </c:pt>
                <c:pt idx="2">
                  <c:v>86.73399999999998</c:v>
                </c:pt>
                <c:pt idx="3">
                  <c:v>214.47599999999994</c:v>
                </c:pt>
                <c:pt idx="4">
                  <c:v>135.42900000000003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Up to 7 days</c:v>
                </c:pt>
                <c:pt idx="1">
                  <c:v>8-30 days</c:v>
                </c:pt>
                <c:pt idx="2">
                  <c:v>31-90 days</c:v>
                </c:pt>
                <c:pt idx="3">
                  <c:v>More than 90 days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693.1780000000001</c:v>
                </c:pt>
                <c:pt idx="2">
                  <c:v>779.912</c:v>
                </c:pt>
                <c:pt idx="3">
                  <c:v>994.3879999999999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Up to 7 days</c:v>
                </c:pt>
                <c:pt idx="1">
                  <c:v>8-30 days</c:v>
                </c:pt>
                <c:pt idx="2">
                  <c:v>31-90 days</c:v>
                </c:pt>
                <c:pt idx="3">
                  <c:v>More than 90 days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693.1780000000001</c:v>
                </c:pt>
                <c:pt idx="1">
                  <c:v>86.73399999999998</c:v>
                </c:pt>
                <c:pt idx="2">
                  <c:v>214.47599999999994</c:v>
                </c:pt>
                <c:pt idx="3">
                  <c:v>135.42900000000003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Flexible packs</c:v>
                </c:pt>
                <c:pt idx="2">
                  <c:v>Rigid plastic packs</c:v>
                </c:pt>
                <c:pt idx="3">
                  <c:v>Paperboard packs</c:v>
                </c:pt>
                <c:pt idx="4">
                  <c:v>Other packaging formats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2479.6200000000003</c:v>
                </c:pt>
                <c:pt idx="2">
                  <c:v>2659.0470000000005</c:v>
                </c:pt>
                <c:pt idx="3">
                  <c:v>3273.2320000000004</c:v>
                </c:pt>
                <c:pt idx="4">
                  <c:v>3501.5550000000003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Flexible packs</c:v>
                </c:pt>
                <c:pt idx="2">
                  <c:v>Rigid plastic packs</c:v>
                </c:pt>
                <c:pt idx="3">
                  <c:v>Paperboard packs</c:v>
                </c:pt>
                <c:pt idx="4">
                  <c:v>Other packaging formats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2479.6200000000003</c:v>
                </c:pt>
                <c:pt idx="1">
                  <c:v>179.42699999999996</c:v>
                </c:pt>
                <c:pt idx="2">
                  <c:v>614.185</c:v>
                </c:pt>
                <c:pt idx="3">
                  <c:v>228.32299999999998</c:v>
                </c:pt>
                <c:pt idx="4">
                  <c:v>107.882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Flexible packs</c:v>
                </c:pt>
                <c:pt idx="1">
                  <c:v>Rigid plastic packs</c:v>
                </c:pt>
                <c:pt idx="2">
                  <c:v>Paperboard packs</c:v>
                </c:pt>
                <c:pt idx="3">
                  <c:v>Other packaging formats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179.42699999999996</c:v>
                </c:pt>
                <c:pt idx="2">
                  <c:v>793.6119999999999</c:v>
                </c:pt>
                <c:pt idx="3">
                  <c:v>1021.9349999999998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Flexible packs</c:v>
                </c:pt>
                <c:pt idx="1">
                  <c:v>Rigid plastic packs</c:v>
                </c:pt>
                <c:pt idx="2">
                  <c:v>Paperboard packs</c:v>
                </c:pt>
                <c:pt idx="3">
                  <c:v>Other packaging formats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179.42699999999996</c:v>
                </c:pt>
                <c:pt idx="1">
                  <c:v>614.185</c:v>
                </c:pt>
                <c:pt idx="2">
                  <c:v>228.32299999999998</c:v>
                </c:pt>
                <c:pt idx="3">
                  <c:v>107.882</c:v>
                </c:pt>
                <c:pt idx="4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Single-muffin packs</c:v>
                </c:pt>
                <c:pt idx="2">
                  <c:v>Multipacks</c:v>
                </c:pt>
                <c:pt idx="3">
                  <c:v>Bulk foodservice packs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2771.4889999999996</c:v>
                </c:pt>
                <c:pt idx="3">
                  <c:v>3538.9749999999995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Single-muffin packs</c:v>
                </c:pt>
                <c:pt idx="2">
                  <c:v>Multipacks</c:v>
                </c:pt>
                <c:pt idx="3">
                  <c:v>Bulk foodservice packs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291.8689999999999</c:v>
                </c:pt>
                <c:pt idx="2">
                  <c:v>767.4859999999996</c:v>
                </c:pt>
                <c:pt idx="3">
                  <c:v>70.46199999999999</c:v>
                </c:pt>
                <c:pt idx="4">
                  <c:v>3609.4369999999994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Single-muffin packs</c:v>
                </c:pt>
                <c:pt idx="1">
                  <c:v>Multipacks</c:v>
                </c:pt>
                <c:pt idx="2">
                  <c:v>Bulk foodservice packs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291.8689999999999</c:v>
                </c:pt>
                <c:pt idx="2">
                  <c:v>1059.3549999999996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Single-muffin packs</c:v>
                </c:pt>
                <c:pt idx="1">
                  <c:v>Multipacks</c:v>
                </c:pt>
                <c:pt idx="2">
                  <c:v>Bulk foodservice packs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291.8689999999999</c:v>
                </c:pt>
                <c:pt idx="1">
                  <c:v>767.4859999999996</c:v>
                </c:pt>
                <c:pt idx="2">
                  <c:v>70.46199999999999</c:v>
                </c:pt>
                <c:pt idx="3">
                  <c:v>1129.8169999999996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Individually wrapped muffins within an outer pack</c:v>
                </c:pt>
                <c:pt idx="2">
                  <c:v>Shared pack without individual wrapping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2479.62</c:v>
                </c:pt>
                <c:pt idx="2">
                  <c:v>3159.898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Individually wrapped muffins within an outer pack</c:v>
                </c:pt>
                <c:pt idx="2">
                  <c:v>Shared pack without individual wrapping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2479.62</c:v>
                </c:pt>
                <c:pt idx="1">
                  <c:v>680.2780000000002</c:v>
                </c:pt>
                <c:pt idx="2">
                  <c:v>449.539</c:v>
                </c:pt>
                <c:pt idx="3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Individually wrapped muffins within an outer pack</c:v>
                </c:pt>
                <c:pt idx="1">
                  <c:v>Shared pack without individual wrapping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680.2780000000002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Individually wrapped muffins within an outer pack</c:v>
                </c:pt>
                <c:pt idx="1">
                  <c:v>Shared pack without individual wrapping</c:v>
                </c:pt>
                <c:pt idx="2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680.2780000000002</c:v>
                </c:pt>
                <c:pt idx="1">
                  <c:v>449.539</c:v>
                </c:pt>
                <c:pt idx="2">
                  <c:v>1129.8170000000002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value</c:v>
                </c:pt>
                <c:pt idx="2">
                  <c:v>Mid-range</c:v>
                </c:pt>
                <c:pt idx="3">
                  <c:v>Premium</c:v>
                </c:pt>
                <c:pt idx="4">
                  <c:v>Super-premium / speciality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2479.62</c:v>
                </c:pt>
                <c:pt idx="2">
                  <c:v>2538.075</c:v>
                </c:pt>
                <c:pt idx="3">
                  <c:v>3075.323</c:v>
                </c:pt>
                <c:pt idx="4">
                  <c:v>3278.835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value</c:v>
                </c:pt>
                <c:pt idx="2">
                  <c:v>Mid-range</c:v>
                </c:pt>
                <c:pt idx="3">
                  <c:v>Premium</c:v>
                </c:pt>
                <c:pt idx="4">
                  <c:v>Super-premium / speciality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2479.62</c:v>
                </c:pt>
                <c:pt idx="1">
                  <c:v>58.45499999999993</c:v>
                </c:pt>
                <c:pt idx="2">
                  <c:v>537.248</c:v>
                </c:pt>
                <c:pt idx="3">
                  <c:v>203.51200000000006</c:v>
                </c:pt>
                <c:pt idx="4">
                  <c:v>330.6019999999999</c:v>
                </c:pt>
                <c:pt idx="5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value</c:v>
                </c:pt>
                <c:pt idx="1">
                  <c:v>Mid-range</c:v>
                </c:pt>
                <c:pt idx="2">
                  <c:v>Premium</c:v>
                </c:pt>
                <c:pt idx="3">
                  <c:v>Super-premium / speciality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58.45499999999993</c:v>
                </c:pt>
                <c:pt idx="2">
                  <c:v>595.703</c:v>
                </c:pt>
                <c:pt idx="3">
                  <c:v>799.215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value</c:v>
                </c:pt>
                <c:pt idx="1">
                  <c:v>Mid-range</c:v>
                </c:pt>
                <c:pt idx="2">
                  <c:v>Premium</c:v>
                </c:pt>
                <c:pt idx="3">
                  <c:v>Super-premium / speciality</c:v>
                </c:pt>
                <c:pt idx="4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58.45499999999993</c:v>
                </c:pt>
                <c:pt idx="1">
                  <c:v>537.248</c:v>
                </c:pt>
                <c:pt idx="2">
                  <c:v>203.51200000000006</c:v>
                </c:pt>
                <c:pt idx="3">
                  <c:v>330.6019999999999</c:v>
                </c:pt>
                <c:pt idx="4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Manufacturer brands</c:v>
                </c:pt>
                <c:pt idx="2">
                  <c:v>Retailer private labels</c:v>
                </c:pt>
                <c:pt idx="3">
                  <c:v>Foodservice / operator brands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2479.6200000000003</c:v>
                </c:pt>
                <c:pt idx="2">
                  <c:v>2875.6290000000004</c:v>
                </c:pt>
                <c:pt idx="3">
                  <c:v>3402.8360000000002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Manufacturer brands</c:v>
                </c:pt>
                <c:pt idx="2">
                  <c:v>Retailer private labels</c:v>
                </c:pt>
                <c:pt idx="3">
                  <c:v>Foodservice / operator brands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2479.6200000000003</c:v>
                </c:pt>
                <c:pt idx="1">
                  <c:v>396.009</c:v>
                </c:pt>
                <c:pt idx="2">
                  <c:v>527.2069999999999</c:v>
                </c:pt>
                <c:pt idx="3">
                  <c:v>206.60100000000006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Manufacturer brands</c:v>
                </c:pt>
                <c:pt idx="1">
                  <c:v>Retailer private labels</c:v>
                </c:pt>
                <c:pt idx="2">
                  <c:v>Foodservice / operator brands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396.009</c:v>
                </c:pt>
                <c:pt idx="2">
                  <c:v>923.2159999999999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Manufacturer brands</c:v>
                </c:pt>
                <c:pt idx="1">
                  <c:v>Retailer private labels</c:v>
                </c:pt>
                <c:pt idx="2">
                  <c:v>Foodservice / operator brands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396.009</c:v>
                </c:pt>
                <c:pt idx="1">
                  <c:v>527.2069999999999</c:v>
                </c:pt>
                <c:pt idx="2">
                  <c:v>206.60100000000006</c:v>
                </c:pt>
                <c:pt idx="3">
                  <c:v>1129.817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Retail</c:v>
                </c:pt>
                <c:pt idx="2">
                  <c:v>Foodservice and institutional</c:v>
                </c:pt>
                <c:pt idx="3">
                  <c:v>Vending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2479.62</c:v>
                </c:pt>
                <c:pt idx="2">
                  <c:v>3053.2639999999997</c:v>
                </c:pt>
                <c:pt idx="3">
                  <c:v>3563.3999999999996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Retail</c:v>
                </c:pt>
                <c:pt idx="2">
                  <c:v>Foodservice and institutional</c:v>
                </c:pt>
                <c:pt idx="3">
                  <c:v>Vending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2479.62</c:v>
                </c:pt>
                <c:pt idx="1">
                  <c:v>573.6439999999998</c:v>
                </c:pt>
                <c:pt idx="2">
                  <c:v>510.13599999999985</c:v>
                </c:pt>
                <c:pt idx="3">
                  <c:v>46.037000000000006</c:v>
                </c:pt>
                <c:pt idx="4">
                  <c:v>3609.437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573.6439999999998</c:v>
                </c:pt>
                <c:pt idx="2">
                  <c:v>1083.7799999999997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  <c:pt idx="3">
                  <c:v>Total Absolute $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573.6439999999998</c:v>
                </c:pt>
                <c:pt idx="1">
                  <c:v>510.13599999999985</c:v>
                </c:pt>
                <c:pt idx="2">
                  <c:v>46.037000000000006</c:v>
                </c:pt>
                <c:pt idx="3">
                  <c:v>1129.8169999999998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Sweet muffins</c:v>
                </c:pt>
              </c:strCache>
            </c:strRef>
          </c:tx>
          <c:spPr>
            <a:ln w="25400">
              <a:solidFill>
                <a:srgbClr val="C55A11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4386.0</c:v>
                </c:pt>
                <c:pt idx="1">
                  <c:v>4402.0</c:v>
                </c:pt>
                <c:pt idx="2">
                  <c:v>4424.0</c:v>
                </c:pt>
                <c:pt idx="3">
                  <c:v>4454.0</c:v>
                </c:pt>
                <c:pt idx="4">
                  <c:v>4496.0</c:v>
                </c:pt>
                <c:pt idx="5">
                  <c:v>4550.0</c:v>
                </c:pt>
                <c:pt idx="6">
                  <c:v>4584.0</c:v>
                </c:pt>
                <c:pt idx="7">
                  <c:v>4624.0</c:v>
                </c:pt>
                <c:pt idx="8">
                  <c:v>4666.0</c:v>
                </c:pt>
                <c:pt idx="9">
                  <c:v>4709.0</c:v>
                </c:pt>
                <c:pt idx="10">
                  <c:v>4750.0</c:v>
                </c:pt>
                <c:pt idx="11">
                  <c:v>4785.0</c:v>
                </c:pt>
                <c:pt idx="12">
                  <c:v>4817.0</c:v>
                </c:pt>
                <c:pt idx="13">
                  <c:v>4846.0</c:v>
                </c:pt>
                <c:pt idx="14">
                  <c:v>4872.0</c:v>
                </c:pt>
                <c:pt idx="15">
                  <c:v>4896.0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Savoury muffins</c:v>
                </c:pt>
              </c:strCache>
            </c:strRef>
          </c:tx>
          <c:spPr>
            <a:ln w="25400">
              <a:solidFill>
                <a:srgbClr val="0B2E4A"/>
              </a:solidFill>
            </a:ln>
          </c:spPr>
          <c:marker>
            <c:symbol val="none"/>
          </c:marker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3579.0</c:v>
                </c:pt>
                <c:pt idx="1">
                  <c:v>3591.0</c:v>
                </c:pt>
                <c:pt idx="2">
                  <c:v>3608.0</c:v>
                </c:pt>
                <c:pt idx="3">
                  <c:v>3638.0</c:v>
                </c:pt>
                <c:pt idx="4">
                  <c:v>3670.0</c:v>
                </c:pt>
                <c:pt idx="5">
                  <c:v>3706.0</c:v>
                </c:pt>
                <c:pt idx="6">
                  <c:v>3714.0</c:v>
                </c:pt>
                <c:pt idx="7">
                  <c:v>3725.0</c:v>
                </c:pt>
                <c:pt idx="8">
                  <c:v>3738.0</c:v>
                </c:pt>
                <c:pt idx="9">
                  <c:v>3755.0</c:v>
                </c:pt>
                <c:pt idx="10">
                  <c:v>3779.0</c:v>
                </c:pt>
                <c:pt idx="11">
                  <c:v>3809.0</c:v>
                </c:pt>
                <c:pt idx="12">
                  <c:v>3845.0</c:v>
                </c:pt>
                <c:pt idx="13">
                  <c:v>3883.0</c:v>
                </c:pt>
                <c:pt idx="14">
                  <c:v>3927.0</c:v>
                </c:pt>
                <c:pt idx="15">
                  <c:v>3974.0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low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</a:p>
        </c:txPr>
        <c:crossAx val="2140495176"/>
        <c:crosses val="autoZero"/>
        <c:auto val="1"/>
        <c:lblAlgn val="ctr"/>
        <c:lblOffset val="100"/>
        <c:noMultiLvlLbl val="0"/>
      </c:catAx>
      <c:valAx>
        <c:axId val="2140495176"/>
        <c:scaling>
          <c:max val="5000.0"/>
          <c:min val="3500.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</a:p>
        </c:txPr>
        <c:crossAx val="2118791784"/>
        <c:crosses val="autoZero"/>
        <c:majorUnit val="500.0"/>
      </c:valAx>
    </c:plotArea>
    <c:legend>
      <c:legendPos val="b"/>
      <c:layout/>
      <c:overlay val="0"/>
      <c:txPr>
        <a:bodyPr/>
        <a:lstStyle/>
        <a:p>
          <a:pPr>
            <a:defRPr sz="900">
              <a:latin typeface="Calibri"/>
            </a:defRPr>
          </a:pPr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</c:chartSpace>
</file>

<file path=ppt/charts/chart3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dPt>
            <c:idx val="0"/>
            <c:spPr>
              <a:solidFill>
                <a:srgbClr val="5B7DB1"/>
              </a:solidFill>
            </c:spPr>
          </c:dPt>
          <c:dPt>
            <c:idx val="1"/>
            <c:spPr>
              <a:solidFill>
                <a:srgbClr val="C55A11"/>
              </a:solidFill>
            </c:spPr>
          </c:dPt>
          <c:cat>
            <c:strRef>
              <c:strCache>
                <c:ptCount val="2"/>
                <c:pt idx="0">
                  <c:v>Savoury muffins</c:v>
                </c:pt>
                <c:pt idx="1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89.7</c:v>
                </c:pt>
                <c:pt idx="1">
                  <c:v>110.1</c:v>
                </c:pt>
              </c:numCache>
            </c:numRef>
          </c:val>
        </c:ser>
        <c:gapWidth val="45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12.0"/>
          <c:min val="87.0"/>
        </c:scaling>
        <c:delete/>
        <c:axPos val="b"/>
        <c:majorTickMark val="out"/>
        <c:minorTickMark val="none"/>
        <c:tickLblPos val="none"/>
        <c:crossAx val="-2068027336"/>
        <c:crosses val="autoZero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3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barChart>
        <c:barDir val="bar"/>
        <c:grouping val="stacked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</c:spPr>
          <c:cat>
            <c:strRef>
              <c:strCache>
                <c:ptCount val="2"/>
                <c:pt idx="0">
                  <c:v>Savoury muffins</c:v>
                </c:pt>
                <c:pt idx="1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3068</c:v>
                </c:pt>
                <c:pt idx="1">
                  <c:v>3795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Range</c:v>
                </c:pt>
              </c:strCache>
            </c:strRef>
          </c:tx>
          <c:spPr>
            <a:solidFill>
              <a:srgbClr val="008189"/>
            </a:solidFill>
          </c:spPr>
          <c:cat>
            <c:strRef>
              <c:strCache>
                <c:ptCount val="2"/>
                <c:pt idx="0">
                  <c:v>Savoury muffins</c:v>
                </c:pt>
                <c:pt idx="1">
                  <c:v>Sweet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1268</c:v>
                </c:pt>
                <c:pt idx="1">
                  <c:v>1575</c:v>
                </c:pt>
              </c:numCache>
            </c:numRef>
          </c:val>
        </c:ser>
        <c:gapWidth val="55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6000.0"/>
          <c:min val="2000.0"/>
        </c:scaling>
        <c:delete val="0"/>
        <c:axPos val="b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00">
                <a:solidFill>
                  <a:srgbClr val="59636E"/>
                </a:solidFill>
                <a:latin typeface="Calibri"/>
              </a:defRPr>
            </a:pPr>
          </a:p>
        </c:txPr>
        <c:crossAx val="-2068027336"/>
        <c:crosses val="autoZero"/>
        <c:majorUnit val="2000.0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3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0"/>
    <c:plotArea>
      <c:barChart>
        <c:barDir val="col"/>
        <c:grouping val="stacked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</c:spPr>
          <c:cat>
            <c:strRef>
              <c:strCache>
                <c:ptCount val="6"/>
                <c:pt idx="0">
                  <c:v>Europe</c:v>
                </c:pt>
                <c:pt idx="1">
                  <c:v>Middle East &amp; Africa</c:v>
                </c:pt>
                <c:pt idx="2">
                  <c:v>Latin America</c:v>
                </c:pt>
                <c:pt idx="3">
                  <c:v>South Asia &amp; Pacific</c:v>
                </c:pt>
                <c:pt idx="4">
                  <c:v>East Asia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96.6</c:v>
                </c:pt>
                <c:pt idx="1">
                  <c:v>92.6</c:v>
                </c:pt>
                <c:pt idx="2">
                  <c:v>92.4</c:v>
                </c:pt>
                <c:pt idx="3">
                  <c:v>91.3</c:v>
                </c:pt>
                <c:pt idx="4">
                  <c:v>90.7</c:v>
                </c:pt>
                <c:pt idx="5">
                  <c:v>82.9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Range</c:v>
                </c:pt>
              </c:strCache>
            </c:strRef>
          </c:tx>
          <c:spPr>
            <a:solidFill>
              <a:srgbClr val="008189"/>
            </a:solidFill>
          </c:spPr>
          <c:dPt>
            <c:idx val="5"/>
            <c:spPr>
              <a:solidFill>
                <a:srgbClr val="5B7DB1"/>
              </a:solidFill>
            </c:spPr>
          </c:dPt>
          <c:cat>
            <c:strRef>
              <c:strCache>
                <c:ptCount val="6"/>
                <c:pt idx="0">
                  <c:v>Europe</c:v>
                </c:pt>
                <c:pt idx="1">
                  <c:v>Middle East &amp; Africa</c:v>
                </c:pt>
                <c:pt idx="2">
                  <c:v>Latin America</c:v>
                </c:pt>
                <c:pt idx="3">
                  <c:v>South Asia &amp; Pacific</c:v>
                </c:pt>
                <c:pt idx="4">
                  <c:v>East Asia</c:v>
                </c:pt>
                <c:pt idx="5">
                  <c:v>North America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</c:v>
                </c:pt>
                <c:pt idx="1">
                  <c:v>20.5</c:v>
                </c:pt>
                <c:pt idx="2">
                  <c:v>21.0</c:v>
                </c:pt>
                <c:pt idx="3">
                  <c:v>20.8</c:v>
                </c:pt>
                <c:pt idx="4">
                  <c:v>19.1</c:v>
                </c:pt>
                <c:pt idx="5">
                  <c:v>19.5</c:v>
                </c:pt>
              </c:numCache>
            </c:numRef>
          </c:val>
        </c:ser>
        <c:gapWidth val="4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20.0"/>
          <c:min val="80.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50">
                <a:solidFill>
                  <a:srgbClr val="59636E"/>
                </a:solidFill>
                <a:latin typeface="Calibri"/>
              </a:defRPr>
            </a:pPr>
          </a:p>
        </c:txPr>
        <c:crossAx val="-2068027336"/>
        <c:crosses val="autoZero"/>
        <c:majorUnit val="5.0"/>
      </c:valAx>
    </c:plotArea>
    <c:dispBlanksAs val="gap"/>
  </c:chart>
  <c:txPr>
    <a:bodyPr/>
    <a:lstStyle/>
    <a:p>
      <a:pPr>
        <a:defRPr sz="1800"/>
      </a:pPr>
      <a:endParaRPr lang="en-US"/>
    </a:p>
  </c:txPr>
</c:chartSpace>
</file>

<file path=ppt/charts/chart3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15.401240790072531</c:v>
                </c:pt>
                <c:pt idx="1">
                  <c:v>13.483170759180721</c:v>
                </c:pt>
                <c:pt idx="2">
                  <c:v>9.299352883645389</c:v>
                </c:pt>
                <c:pt idx="3">
                  <c:v>6.532876475193234</c:v>
                </c:pt>
                <c:pt idx="4">
                  <c:v>6.473319829711895</c:v>
                </c:pt>
                <c:pt idx="5">
                  <c:v>6.433244680872182</c:v>
                </c:pt>
                <c:pt idx="6">
                  <c:v>5.1503700280767655</c:v>
                </c:pt>
                <c:pt idx="7">
                  <c:v>3.1015192989370006</c:v>
                </c:pt>
                <c:pt idx="8">
                  <c:v>2.164598136819089</c:v>
                </c:pt>
                <c:pt idx="9">
                  <c:v>2.136096181068746</c:v>
                </c:pt>
                <c:pt idx="10">
                  <c:v>29.824210936422443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15.570454803610694</c:v>
                </c:pt>
                <c:pt idx="1">
                  <c:v>10.546713911504883</c:v>
                </c:pt>
                <c:pt idx="2">
                  <c:v>10.489494550876001</c:v>
                </c:pt>
                <c:pt idx="3">
                  <c:v>11.523850319189417</c:v>
                </c:pt>
                <c:pt idx="4">
                  <c:v>9.716274527037694</c:v>
                </c:pt>
                <c:pt idx="5">
                  <c:v>6.041847824962319</c:v>
                </c:pt>
                <c:pt idx="6">
                  <c:v>4.100995695833606</c:v>
                </c:pt>
                <c:pt idx="7">
                  <c:v>3.8524851858046234</c:v>
                </c:pt>
                <c:pt idx="8">
                  <c:v>3.889793811996375</c:v>
                </c:pt>
                <c:pt idx="9">
                  <c:v>2.9792010725276863</c:v>
                </c:pt>
                <c:pt idx="10">
                  <c:v>21.288888296656708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Grupo Bimbo</c:v>
                </c:pt>
                <c:pt idx="1">
                  <c:v>McKee Foods Corporation</c:v>
                </c:pt>
                <c:pt idx="2">
                  <c:v>Hostess Brands</c:v>
                </c:pt>
                <c:pt idx="3">
                  <c:v>Rich Products Corporation</c:v>
                </c:pt>
                <c:pt idx="4">
                  <c:v>ARYZTA / Aspire Bakeries</c:v>
                </c:pt>
                <c:pt idx="5">
                  <c:v>Europastry</c:v>
                </c:pt>
                <c:pt idx="6">
                  <c:v>Bridor</c:v>
                </c:pt>
                <c:pt idx="7">
                  <c:v>Lantmännen Unibake</c:v>
                </c:pt>
                <c:pt idx="8">
                  <c:v>Flowers Foods</c:v>
                </c:pt>
                <c:pt idx="9">
                  <c:v>Premier Foods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11.931858870012501</c:v>
                </c:pt>
                <c:pt idx="1">
                  <c:v>12.495250983383206</c:v>
                </c:pt>
                <c:pt idx="2">
                  <c:v>13.557011133261542</c:v>
                </c:pt>
                <c:pt idx="3">
                  <c:v>11.024479649083794</c:v>
                </c:pt>
                <c:pt idx="4">
                  <c:v>6.975036720459171</c:v>
                </c:pt>
                <c:pt idx="5">
                  <c:v>4.918850211127804</c:v>
                </c:pt>
                <c:pt idx="6">
                  <c:v>5.131252406943278</c:v>
                </c:pt>
                <c:pt idx="7">
                  <c:v>4.808839258461541</c:v>
                </c:pt>
                <c:pt idx="8">
                  <c:v>3.5084788144252483</c:v>
                </c:pt>
                <c:pt idx="9">
                  <c:v>2.100246059545411</c:v>
                </c:pt>
                <c:pt idx="10">
                  <c:v>23.5486958932965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1211.1249075040898</c:v>
                </c:pt>
                <c:pt idx="1">
                  <c:v>673.7917098596855</c:v>
                </c:pt>
                <c:pt idx="2">
                  <c:v>848.1119531502166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98.6848779053987"/>
          <c:min val="0.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907.3144017368124</c:v>
                </c:pt>
                <c:pt idx="1">
                  <c:v>552.2802562171582</c:v>
                </c:pt>
                <c:pt idx="2">
                  <c:v>297.82873181020454</c:v>
                </c:pt>
                <c:pt idx="3">
                  <c:v>336.5236693038014</c:v>
                </c:pt>
                <c:pt idx="4">
                  <c:v>639.0815114460152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97.655010292592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1143.4154096020775</c:v>
                </c:pt>
                <c:pt idx="1">
                  <c:v>1589.6131609119143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2768.299404</c:v>
                </c:pt>
                <c:pt idx="1">
                  <c:v>2488.4305254161864</c:v>
                </c:pt>
                <c:pt idx="2">
                  <c:v>1818.5885959387524</c:v>
                </c:pt>
                <c:pt idx="3">
                  <c:v>1165.090741584608</c:v>
                </c:pt>
                <c:pt idx="4">
                  <c:v>924.3399917170238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907.3144017368124</c:v>
                </c:pt>
                <c:pt idx="1">
                  <c:v>552.2802562171582</c:v>
                </c:pt>
                <c:pt idx="2">
                  <c:v>297.82873181020454</c:v>
                </c:pt>
                <c:pt idx="3">
                  <c:v>336.5236693038014</c:v>
                </c:pt>
                <c:pt idx="4">
                  <c:v>639.0815114460152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543.42323712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480.2057709155283</c:v>
                </c:pt>
                <c:pt idx="1">
                  <c:v>667.5976263594592</c:v>
                </c:pt>
                <c:pt idx="2">
                  <c:v>1244.8538832807953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643.20712593065"/>
          <c:min val="0.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432.4770197367146</c:v>
                </c:pt>
                <c:pt idx="1">
                  <c:v>240.6022936180411</c:v>
                </c:pt>
                <c:pt idx="2">
                  <c:v>302.84979495416013</c:v>
                </c:pt>
                <c:pt idx="3">
                  <c:v>572.11185573378</c:v>
                </c:pt>
                <c:pt idx="4">
                  <c:v>844.6163165130871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14.893537797275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845.6545968005311</c:v>
                </c:pt>
                <c:pt idx="1">
                  <c:v>1547.002683755252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2928.008985</c:v>
                </c:pt>
                <c:pt idx="1">
                  <c:v>2631.993824959428</c:v>
                </c:pt>
                <c:pt idx="2">
                  <c:v>1923.507168781373</c:v>
                </c:pt>
                <c:pt idx="3">
                  <c:v>1232.307515137566</c:v>
                </c:pt>
                <c:pt idx="4">
                  <c:v>977.6672989314675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432.4770197367146</c:v>
                </c:pt>
                <c:pt idx="1">
                  <c:v>240.6022936180411</c:v>
                </c:pt>
                <c:pt idx="2">
                  <c:v>302.84979495416013</c:v>
                </c:pt>
                <c:pt idx="3">
                  <c:v>572.11185573378</c:v>
                </c:pt>
                <c:pt idx="4">
                  <c:v>844.6163165130871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747.8515008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Retail</c:v>
                </c:pt>
                <c:pt idx="1">
                  <c:v>Foodservice and institutional</c:v>
                </c:pt>
                <c:pt idx="2">
                  <c:v>Vending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308.5250224090556</c:v>
                </c:pt>
                <c:pt idx="1">
                  <c:v>564.4018722043783</c:v>
                </c:pt>
                <c:pt idx="2">
                  <c:v>777.2906082956179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26.023602950215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131.5287288618043</c:v>
                </c:pt>
                <c:pt idx="1">
                  <c:v>182.85550175460835</c:v>
                </c:pt>
                <c:pt idx="2">
                  <c:v>340.9664331489384</c:v>
                </c:pt>
                <c:pt idx="3">
                  <c:v>486.2063223506837</c:v>
                </c:pt>
                <c:pt idx="4">
                  <c:v>508.6605167930171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71.431882166782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Sweet muffins</c:v>
                </c:pt>
                <c:pt idx="1">
                  <c:v>Savoury muffins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708.2154819126263</c:v>
                </c:pt>
                <c:pt idx="1">
                  <c:v>942.0020209964254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3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3087.7185660000005</c:v>
                </c:pt>
                <c:pt idx="1">
                  <c:v>2775.5571245026695</c:v>
                </c:pt>
                <c:pt idx="2">
                  <c:v>2028.4257416239932</c:v>
                </c:pt>
                <c:pt idx="3">
                  <c:v>1299.5242886905241</c:v>
                </c:pt>
                <c:pt idx="4">
                  <c:v>1030.9946061459111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North America</c:v>
                </c:pt>
                <c:pt idx="1">
                  <c:v>Europe</c:v>
                </c:pt>
                <c:pt idx="2">
                  <c:v>South Asia &amp; Pacific</c:v>
                </c:pt>
                <c:pt idx="3">
                  <c:v>East Asia</c:v>
                </c:pt>
                <c:pt idx="4">
                  <c:v>Rest of Global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131.5287288618043</c:v>
                </c:pt>
                <c:pt idx="1">
                  <c:v>182.85550175460835</c:v>
                </c:pt>
                <c:pt idx="2">
                  <c:v>340.9664331489384</c:v>
                </c:pt>
                <c:pt idx="3">
                  <c:v>486.2063223506837</c:v>
                </c:pt>
                <c:pt idx="4">
                  <c:v>508.6605167930171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952.2797644800007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3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1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1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9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7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3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7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6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4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8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6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7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4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4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9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3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9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5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6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7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8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1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2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3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4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5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6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7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8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9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0.xml"/></Relationships>
</file>

<file path=ppt/notesSlides/_rels/notesSlide2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1.xml"/></Relationships>
</file>

<file path=ppt/notesSlides/_rels/notesSlide2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3.xml"/></Relationships>
</file>

<file path=ppt/notesSlides/_rels/notesSlide2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4.xml"/></Relationships>
</file>

<file path=ppt/notesSlides/_rels/notesSlide2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5.xml"/></Relationships>
</file>

<file path=ppt/notesSlides/_rels/notesSlide2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6.xml"/></Relationships>
</file>

<file path=ppt/notesSlides/_rels/notesSlide2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7.xml"/></Relationships>
</file>

<file path=ppt/notesSlides/_rels/notesSlide2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8.xml"/></Relationships>
</file>

<file path=ppt/notesSlides/_rels/notesSlide2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9.xml"/></Relationships>
</file>

<file path=ppt/notesSlides/_rels/notesSlide2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0.xml"/></Relationships>
</file>

<file path=ppt/notesSlides/_rels/notesSlide2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1.xml"/></Relationships>
</file>

<file path=ppt/notesSlides/_rels/notesSlide2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2.xml"/></Relationships>
</file>

<file path=ppt/notesSlides/_rels/notesSlide2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4.xml"/></Relationships>
</file>

<file path=ppt/notesSlides/_rels/notesSlide2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5.xml"/></Relationships>
</file>

<file path=ppt/notesSlides/_rels/notesSlide2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6.xml"/></Relationships>
</file>

<file path=ppt/notesSlides/_rels/notesSlide2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7.xml"/></Relationships>
</file>

<file path=ppt/notesSlides/_rels/notesSlide2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8.xml"/></Relationships>
</file>

<file path=ppt/notesSlides/_rels/notesSlide2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9.xml"/></Relationships>
</file>

<file path=ppt/notesSlides/_rels/notesSlide2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0.xml"/></Relationships>
</file>

<file path=ppt/notesSlides/_rels/notesSlide2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1.xml"/></Relationships>
</file>

<file path=ppt/notesSlides/_rels/notesSlide2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2.xml"/></Relationships>
</file>

<file path=ppt/notesSlides/_rels/notesSlide2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3.xml"/></Relationships>
</file>

<file path=ppt/notesSlides/_rels/notesSlide2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4.xml"/></Relationships>
</file>

<file path=ppt/notesSlides/_rels/notesSlide2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5.xml"/></Relationships>
</file>

<file path=ppt/notesSlides/_rels/notesSlide2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7.xml"/></Relationships>
</file>

<file path=ppt/notesSlides/_rels/notesSlide2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8.xml"/></Relationships>
</file>

<file path=ppt/notesSlides/_rels/notesSlide2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9.xml"/></Relationships>
</file>

<file path=ppt/notesSlides/_rels/notesSlide2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0.xml"/></Relationships>
</file>

<file path=ppt/notesSlides/_rels/notesSlide2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1.xml"/></Relationships>
</file>

<file path=ppt/notesSlides/_rels/notesSlide2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2.xml"/></Relationships>
</file>

<file path=ppt/notesSlides/_rels/notesSlide2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3.xml"/></Relationships>
</file>

<file path=ppt/notesSlides/_rels/notesSlide2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4.xml"/></Relationships>
</file>

<file path=ppt/notesSlides/_rels/notesSlide2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6.xml"/></Relationships>
</file>

<file path=ppt/notesSlides/_rels/notesSlide2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7.xml"/></Relationships>
</file>

<file path=ppt/notesSlides/_rels/notesSlide2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8.xml"/></Relationships>
</file>

<file path=ppt/notesSlides/_rels/notesSlide2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9.xml"/></Relationships>
</file>

<file path=ppt/notesSlides/_rels/notesSlide2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0.xml"/></Relationships>
</file>

<file path=ppt/notesSlides/_rels/notesSlide2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1.xml"/></Relationships>
</file>

<file path=ppt/notesSlides/_rels/notesSlide2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2.xml"/></Relationships>
</file>

<file path=ppt/notesSlides/_rels/notesSlide2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3.xml"/></Relationships>
</file>

<file path=ppt/notesSlides/_rels/notesSlide2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4.xml"/></Relationships>
</file>

<file path=ppt/notesSlides/_rels/notesSlide2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5.xml"/></Relationships>
</file>

<file path=ppt/notesSlides/_rels/notesSlide2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7.xml"/></Relationships>
</file>

<file path=ppt/notesSlides/_rels/notesSlide2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8.xml"/></Relationships>
</file>

<file path=ppt/notesSlides/_rels/notesSlide2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9.xml"/></Relationships>
</file>

<file path=ppt/notesSlides/_rels/notesSlide2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0.xml"/></Relationships>
</file>

<file path=ppt/notesSlides/_rels/notesSlide2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1.xml"/></Relationships>
</file>

<file path=ppt/notesSlides/_rels/notesSlide2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2.xml"/></Relationships>
</file>

<file path=ppt/notesSlides/_rels/notesSlide2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3.xml"/></Relationships>
</file>

<file path=ppt/notesSlides/_rels/notesSlide2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4.xml"/></Relationships>
</file>

<file path=ppt/notesSlides/_rels/notesSlide2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5.xml"/></Relationships>
</file>

<file path=ppt/notesSlides/_rels/notesSlide2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6.xml"/></Relationships>
</file>

<file path=ppt/notesSlides/_rels/notesSlide2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8.xml"/></Relationships>
</file>

<file path=ppt/notesSlides/_rels/notesSlide2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9.xml"/></Relationships>
</file>

<file path=ppt/notesSlides/_rels/notesSlide2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0.xml"/></Relationships>
</file>

<file path=ppt/notesSlides/_rels/notesSlide2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1.xml"/></Relationships>
</file>

<file path=ppt/notesSlides/_rels/notesSlide2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2.xml"/></Relationships>
</file>

<file path=ppt/notesSlides/_rels/notesSlide2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3.xml"/></Relationships>
</file>

<file path=ppt/notesSlides/_rels/notesSlide2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4.xml"/></Relationships>
</file>

<file path=ppt/notesSlides/_rels/notesSlide2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5.xml"/></Relationships>
</file>

<file path=ppt/notesSlides/_rels/notesSlide2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7.xml"/></Relationships>
</file>

<file path=ppt/notesSlides/_rels/notesSlide2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8.xml"/></Relationships>
</file>

<file path=ppt/notesSlides/_rels/notesSlide2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9.xml"/></Relationships>
</file>

<file path=ppt/notesSlides/_rels/notesSlide2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0.xml"/></Relationships>
</file>

<file path=ppt/notesSlides/_rels/notesSlide2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1.xml"/></Relationships>
</file>

<file path=ppt/notesSlides/_rels/notesSlide2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2.xml"/></Relationships>
</file>

<file path=ppt/notesSlides/_rels/notesSlide2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3.xml"/></Relationships>
</file>

<file path=ppt/notesSlides/_rels/notesSlide2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4.xml"/></Relationships>
</file>

<file path=ppt/notesSlides/_rels/notesSlide2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5.xml"/></Relationships>
</file>

<file path=ppt/notesSlides/_rels/notesSlide2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7.xml"/></Relationships>
</file>

<file path=ppt/notesSlides/_rels/notesSlide2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8.xml"/></Relationships>
</file>

<file path=ppt/notesSlides/_rels/notesSlide2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9.xml"/></Relationships>
</file>

<file path=ppt/notesSlides/_rels/notesSlide2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0.xml"/></Relationships>
</file>

<file path=ppt/notesSlides/_rels/notesSlide2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1.xml"/></Relationships>
</file>

<file path=ppt/notesSlides/_rels/notesSlide2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2.xml"/></Relationships>
</file>

<file path=ppt/notesSlides/_rels/notesSlide3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3.xml"/></Relationships>
</file>

<file path=ppt/notesSlides/_rels/notesSlide3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4.xml"/></Relationships>
</file>

<file path=ppt/notesSlides/_rels/notesSlide3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6.xml"/></Relationships>
</file>

<file path=ppt/notesSlides/_rels/notesSlide3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7.xml"/></Relationships>
</file>

<file path=ppt/notesSlides/_rels/notesSlide3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8.xml"/></Relationships>
</file>

<file path=ppt/notesSlides/_rels/notesSlide3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9.xml"/></Relationships>
</file>

<file path=ppt/notesSlides/_rels/notesSlide3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0.xml"/></Relationships>
</file>

<file path=ppt/notesSlides/_rels/notesSlide3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1.xml"/></Relationships>
</file>

<file path=ppt/notesSlides/_rels/notesSlide3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2.xml"/></Relationships>
</file>

<file path=ppt/notesSlides/_rels/notesSlide3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3.xml"/></Relationships>
</file>

<file path=ppt/notesSlides/_rels/notesSlide3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5.xml"/></Relationships>
</file>

<file path=ppt/notesSlides/_rels/notesSlide3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6.xml"/></Relationships>
</file>

<file path=ppt/notesSlides/_rels/notesSlide3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7.xml"/></Relationships>
</file>

<file path=ppt/notesSlides/_rels/notesSlide3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8.xml"/></Relationships>
</file>

<file path=ppt/notesSlides/_rels/notesSlide3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9.xml"/></Relationships>
</file>

<file path=ppt/notesSlides/_rels/notesSlide3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0.xml"/></Relationships>
</file>

<file path=ppt/notesSlides/_rels/notesSlide3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1.xml"/></Relationships>
</file>

<file path=ppt/notesSlides/_rels/notesSlide3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2.xml"/></Relationships>
</file>

<file path=ppt/notesSlides/_rels/notesSlide3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4.xml"/></Relationships>
</file>

<file path=ppt/notesSlides/_rels/notesSlide3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5.xml"/></Relationships>
</file>

<file path=ppt/notesSlides/_rels/notesSlide3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6.xml"/></Relationships>
</file>

<file path=ppt/notesSlides/_rels/notesSlide3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7.xml"/></Relationships>
</file>

<file path=ppt/notesSlides/_rels/notesSlide3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8.xml"/></Relationships>
</file>

<file path=ppt/notesSlides/_rels/notesSlide3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9.xml"/></Relationships>
</file>

<file path=ppt/notesSlides/_rels/notesSlide3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0.xml"/></Relationships>
</file>

<file path=ppt/notesSlides/_rels/notesSlide3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1.xml"/></Relationships>
</file>

<file path=ppt/notesSlides/_rels/notesSlide3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2.xml"/></Relationships>
</file>

<file path=ppt/notesSlides/_rels/notesSlide3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3.xml"/></Relationships>
</file>

<file path=ppt/notesSlides/_rels/notesSlide3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5.xml"/></Relationships>
</file>

<file path=ppt/notesSlides/_rels/notesSlide3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6.xml"/></Relationships>
</file>

<file path=ppt/notesSlides/_rels/notesSlide3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7.xml"/></Relationships>
</file>

<file path=ppt/notesSlides/_rels/notesSlide3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8.xml"/></Relationships>
</file>

<file path=ppt/notesSlides/_rels/notesSlide3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9.xml"/></Relationships>
</file>

<file path=ppt/notesSlides/_rels/notesSlide3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0.xml"/></Relationships>
</file>

<file path=ppt/notesSlides/_rels/notesSlide3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1.xml"/></Relationships>
</file>

<file path=ppt/notesSlides/_rels/notesSlide3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2.xml"/></Relationships>
</file>

<file path=ppt/notesSlides/_rels/notesSlide3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4.xml"/></Relationships>
</file>

<file path=ppt/notesSlides/_rels/notesSlide3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5.xml"/></Relationships>
</file>

<file path=ppt/notesSlides/_rels/notesSlide3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6.xml"/></Relationships>
</file>

<file path=ppt/notesSlides/_rels/notesSlide3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7.xml"/></Relationships>
</file>

<file path=ppt/notesSlides/_rels/notesSlide3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8.xml"/></Relationships>
</file>

<file path=ppt/notesSlides/_rels/notesSlide3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9.xml"/></Relationships>
</file>

<file path=ppt/notesSlides/_rels/notesSlide3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0.xml"/></Relationships>
</file>

<file path=ppt/notesSlides/_rels/notesSlide3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1.xml"/></Relationships>
</file>

<file path=ppt/notesSlides/_rels/notesSlide3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3.xml"/></Relationships>
</file>

<file path=ppt/notesSlides/_rels/notesSlide3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4.xml"/></Relationships>
</file>

<file path=ppt/notesSlides/_rels/notesSlide3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5.xml"/></Relationships>
</file>

<file path=ppt/notesSlides/_rels/notesSlide3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6.xml"/></Relationships>
</file>

<file path=ppt/notesSlides/_rels/notesSlide3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7.xml"/></Relationships>
</file>

<file path=ppt/notesSlides/_rels/notesSlide3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8.xml"/></Relationships>
</file>

<file path=ppt/notesSlides/_rels/notesSlide3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9.xml"/></Relationships>
</file>

<file path=ppt/notesSlides/_rels/notesSlide3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0.xml"/></Relationships>
</file>

<file path=ppt/notesSlides/_rels/notesSlide3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2.xml"/></Relationships>
</file>

<file path=ppt/notesSlides/_rels/notesSlide3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3.xml"/></Relationships>
</file>

<file path=ppt/notesSlides/_rels/notesSlide3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4.xml"/></Relationships>
</file>

<file path=ppt/notesSlides/_rels/notesSlide3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5.xml"/></Relationships>
</file>

<file path=ppt/notesSlides/_rels/notesSlide3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6.xml"/></Relationships>
</file>

<file path=ppt/notesSlides/_rels/notesSlide3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7.xml"/></Relationships>
</file>

<file path=ppt/notesSlides/_rels/notesSlide3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8.xml"/></Relationships>
</file>

<file path=ppt/notesSlides/_rels/notesSlide3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9.xml"/></Relationships>
</file>

<file path=ppt/notesSlides/_rels/notesSlide3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1.xml"/></Relationships>
</file>

<file path=ppt/notesSlides/_rels/notesSlide3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2.xml"/></Relationships>
</file>

<file path=ppt/notesSlides/_rels/notesSlide3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3.xml"/></Relationships>
</file>

<file path=ppt/notesSlides/_rels/notesSlide3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4.xml"/></Relationships>
</file>

<file path=ppt/notesSlides/_rels/notesSlide3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5.xml"/></Relationships>
</file>

<file path=ppt/notesSlides/_rels/notesSlide3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6.xml"/></Relationships>
</file>

<file path=ppt/notesSlides/_rels/notesSlide3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7.xml"/></Relationships>
</file>

<file path=ppt/notesSlides/_rels/notesSlide3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8.xml"/></Relationships>
</file>

<file path=ppt/notesSlides/_rels/notesSlide3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9.xml"/></Relationships>
</file>

<file path=ppt/notesSlides/_rels/notesSlide3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0.xml"/></Relationships>
</file>

<file path=ppt/notesSlides/_rels/notesSlide3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1.xml"/></Relationships>
</file>

<file path=ppt/notesSlides/_rels/notesSlide3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2.xml"/></Relationships>
</file>

<file path=ppt/notesSlides/_rels/notesSlide3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3.xml"/></Relationships>
</file>

<file path=ppt/notesSlides/_rels/notesSlide3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5.xml"/></Relationships>
</file>

<file path=ppt/notesSlides/_rels/notesSlide3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6.xml"/></Relationships>
</file>

<file path=ppt/notesSlides/_rels/notesSlide3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7.xml"/></Relationships>
</file>

<file path=ppt/notesSlides/_rels/notesSlide3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8.xml"/></Relationships>
</file>

<file path=ppt/notesSlides/_rels/notesSlide3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9.xml"/></Relationships>
</file>

<file path=ppt/notesSlides/_rels/notesSlide3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2.xml"/></Relationships>
</file>

<file path=ppt/notesSlides/_rels/notesSlide3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3.xml"/></Relationships>
</file>

<file path=ppt/notesSlides/_rels/notesSlide3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4.xml"/></Relationships>
</file>

<file path=ppt/notesSlides/_rels/notesSlide3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5.xml"/></Relationships>
</file>

<file path=ppt/notesSlides/_rels/notesSlide3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6.xml"/></Relationships>
</file>

<file path=ppt/notesSlides/_rels/notesSlide3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8.xml"/></Relationships>
</file>

<file path=ppt/notesSlides/_rels/notesSlide3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9.xml"/></Relationships>
</file>

<file path=ppt/notesSlides/_rels/notesSlide3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0.xml"/></Relationships>
</file>

<file path=ppt/notesSlides/_rels/notesSlide3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1.xml"/></Relationships>
</file>

<file path=ppt/notesSlides/_rels/notesSlide3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2.xml"/></Relationships>
</file>

<file path=ppt/notesSlides/_rels/notesSlide3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4.xml"/></Relationships>
</file>

<file path=ppt/notesSlides/_rels/notesSlide3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5.xml"/></Relationships>
</file>

<file path=ppt/notesSlides/_rels/notesSlide3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6.xml"/></Relationships>
</file>

<file path=ppt/notesSlides/_rels/notesSlide3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7.xml"/></Relationships>
</file>

<file path=ppt/notesSlides/_rels/notesSlide3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8.xml"/></Relationships>
</file>

<file path=ppt/notesSlides/_rels/notesSlide3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0.xml"/></Relationships>
</file>

<file path=ppt/notesSlides/_rels/notesSlide3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1.xml"/></Relationships>
</file>

<file path=ppt/notesSlides/_rels/notesSlide3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2.xml"/></Relationships>
</file>

<file path=ppt/notesSlides/_rels/notesSlide3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4.xml"/></Relationships>
</file>

<file path=ppt/notesSlides/_rels/notesSlide3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5.xml"/></Relationships>
</file>

<file path=ppt/notesSlides/_rels/notesSlide3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6.xml"/></Relationships>
</file>

<file path=ppt/notesSlides/_rels/notesSlide3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8.xml"/></Relationships>
</file>

<file path=ppt/notesSlides/_rels/notesSlide4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9.xml"/></Relationships>
</file>

<file path=ppt/notesSlides/_rels/notesSlide4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0.xml"/></Relationships>
</file>

<file path=ppt/notesSlides/_rels/notesSlide4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1.xml"/></Relationships>
</file>

<file path=ppt/notesSlides/_rels/notesSlide4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2.xml"/></Relationships>
</file>

<file path=ppt/notesSlides/_rels/notesSlide4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4.xml"/></Relationships>
</file>

<file path=ppt/notesSlides/_rels/notesSlide4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5.xml"/></Relationships>
</file>

<file path=ppt/notesSlides/_rels/notesSlide4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6.xml"/></Relationships>
</file>

<file path=ppt/notesSlides/_rels/notesSlide4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7.xml"/></Relationships>
</file>

<file path=ppt/notesSlides/_rels/notesSlide4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8.xml"/></Relationships>
</file>

<file path=ppt/notesSlides/_rels/notesSlide4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0.xml"/></Relationships>
</file>

<file path=ppt/notesSlides/_rels/notesSlide4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1.xml"/></Relationships>
</file>

<file path=ppt/notesSlides/_rels/notesSlide4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2.xml"/></Relationships>
</file>

<file path=ppt/notesSlides/_rels/notesSlide4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4.xml"/></Relationships>
</file>

<file path=ppt/notesSlides/_rels/notesSlide4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5.xml"/></Relationships>
</file>

<file path=ppt/notesSlides/_rels/notesSlide4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6.xml"/></Relationships>
</file>

<file path=ppt/notesSlides/_rels/notesSlide4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8.xml"/></Relationships>
</file>

<file path=ppt/notesSlides/_rels/notesSlide4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9.xml"/></Relationships>
</file>

<file path=ppt/notesSlides/_rels/notesSlide4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0.xml"/></Relationships>
</file>

<file path=ppt/notesSlides/_rels/notesSlide4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2.xml"/></Relationships>
</file>

<file path=ppt/notesSlides/_rels/notesSlide4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3.xml"/></Relationships>
</file>

<file path=ppt/notesSlides/_rels/notesSlide4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4.xml"/></Relationships>
</file>

<file path=ppt/notesSlides/_rels/notesSlide4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6.xml"/></Relationships>
</file>

<file path=ppt/notesSlides/_rels/notesSlide4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7.xml"/></Relationships>
</file>

<file path=ppt/notesSlides/_rels/notesSlide4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8.xml"/></Relationships>
</file>

<file path=ppt/notesSlides/_rels/notesSlide4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9.xml"/></Relationships>
</file>

<file path=ppt/notesSlides/_rels/notesSlide4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0.xml"/></Relationships>
</file>

<file path=ppt/notesSlides/_rels/notesSlide4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2.xml"/></Relationships>
</file>

<file path=ppt/notesSlides/_rels/notesSlide4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3.xml"/></Relationships>
</file>

<file path=ppt/notesSlides/_rels/notesSlide4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4.xml"/></Relationships>
</file>

<file path=ppt/notesSlides/_rels/notesSlide4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6.xml"/></Relationships>
</file>

<file path=ppt/notesSlides/_rels/notesSlide4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7.xml"/></Relationships>
</file>

<file path=ppt/notesSlides/_rels/notesSlide4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8.xml"/></Relationships>
</file>

<file path=ppt/notesSlides/_rels/notesSlide4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0.xml"/></Relationships>
</file>

<file path=ppt/notesSlides/_rels/notesSlide4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1.xml"/></Relationships>
</file>

<file path=ppt/notesSlides/_rels/notesSlide4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2.xml"/></Relationships>
</file>

<file path=ppt/notesSlides/_rels/notesSlide4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4.xml"/></Relationships>
</file>

<file path=ppt/notesSlides/_rels/notesSlide4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5.xml"/></Relationships>
</file>

<file path=ppt/notesSlides/_rels/notesSlide4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6.xml"/></Relationships>
</file>

<file path=ppt/notesSlides/_rels/notesSlide4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7.xml"/></Relationships>
</file>

<file path=ppt/notesSlides/_rels/notesSlide4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9.xml"/></Relationships>
</file>

<file path=ppt/notesSlides/_rels/notesSlide4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0.xml"/></Relationships>
</file>

<file path=ppt/notesSlides/_rels/notesSlide4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1.xml"/></Relationships>
</file>

<file path=ppt/notesSlides/_rels/notesSlide4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2.xml"/></Relationships>
</file>

<file path=ppt/notesSlides/_rels/notesSlide4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3.xml"/></Relationships>
</file>

<file path=ppt/notesSlides/_rels/notesSlide4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4.xml"/></Relationships>
</file>

<file path=ppt/notesSlides/_rels/notesSlide4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6.xml"/></Relationships>
</file>

<file path=ppt/notesSlides/_rels/notesSlide4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7.xml"/></Relationships>
</file>

<file path=ppt/notesSlides/_rels/notesSlide4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8.xml"/></Relationships>
</file>

<file path=ppt/notesSlides/_rels/notesSlide4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9.xml"/></Relationships>
</file>

<file path=ppt/notesSlides/_rels/notesSlide4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0.xml"/></Relationships>
</file>

<file path=ppt/notesSlides/_rels/notesSlide4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1.xml"/></Relationships>
</file>

<file path=ppt/notesSlides/_rels/notesSlide4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2.xml"/></Relationships>
</file>

<file path=ppt/notesSlides/_rels/notesSlide4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3.xml"/></Relationships>
</file>

<file path=ppt/notesSlides/_rels/notesSlide4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4.xml"/></Relationships>
</file>

<file path=ppt/notesSlides/_rels/notesSlide4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5.xml"/></Relationships>
</file>

<file path=ppt/notesSlides/_rels/notesSlide4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6.xml"/></Relationships>
</file>

<file path=ppt/notesSlides/_rels/notesSlide4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7.xml"/></Relationships>
</file>

<file path=ppt/notesSlides/_rels/notesSlide4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9.xml"/></Relationships>
</file>

<file path=ppt/notesSlides/_rels/notesSlide4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0.xml"/></Relationships>
</file>

<file path=ppt/notesSlides/_rels/notesSlide4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1.xml"/></Relationships>
</file>

<file path=ppt/notesSlides/_rels/notesSlide4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2.xml"/></Relationships>
</file>

<file path=ppt/notesSlides/_rels/notesSlide4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4.xml"/></Relationships>
</file>

<file path=ppt/notesSlides/_rels/notesSlide4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5.xml"/></Relationships>
</file>

<file path=ppt/notesSlides/_rels/notesSlide4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6.xml"/></Relationships>
</file>

<file path=ppt/notesSlides/_rels/notesSlide4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7.xml"/></Relationships>
</file>

<file path=ppt/notesSlides/_rels/notesSlide4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8.xml"/></Relationships>
</file>

<file path=ppt/notesSlides/_rels/notesSlide4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9.xml"/></Relationships>
</file>

<file path=ppt/notesSlides/_rels/notesSlide4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0.xml"/></Relationships>
</file>

<file path=ppt/notesSlides/_rels/notesSlide4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1.xml"/></Relationships>
</file>

<file path=ppt/notesSlides/_rels/notesSlide4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3.xml"/></Relationships>
</file>

<file path=ppt/notesSlides/_rels/notesSlide4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4.xml"/></Relationships>
</file>

<file path=ppt/notesSlides/_rels/notesSlide4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5.xml"/></Relationships>
</file>

<file path=ppt/notesSlides/_rels/notesSlide4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6.xml"/></Relationships>
</file>

<file path=ppt/notesSlides/_rels/notesSlide4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7.xml"/></Relationships>
</file>

<file path=ppt/notesSlides/_rels/notesSlide4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8.xml"/></Relationships>
</file>

<file path=ppt/notesSlides/_rels/notesSlide4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9.xml"/></Relationships>
</file>

<file path=ppt/notesSlides/_rels/notesSlide4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0.xml"/></Relationships>
</file>

<file path=ppt/notesSlides/_rels/notesSlide4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1.xml"/></Relationships>
</file>

<file path=ppt/notesSlides/_rels/notesSlide4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2.xml"/></Relationships>
</file>

<file path=ppt/notesSlides/_rels/notesSlide4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3.xml"/></Relationships>
</file>

<file path=ppt/notesSlides/_rels/notesSlide4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4.xml"/></Relationships>
</file>

<file path=ppt/notesSlides/_rels/notesSlide4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5.xml"/></Relationships>
</file>

<file path=ppt/notesSlides/_rels/notesSlide4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7.xml"/></Relationships>
</file>

<file path=ppt/notesSlides/_rels/notesSlide4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8.xml"/></Relationships>
</file>

<file path=ppt/notesSlides/_rels/notesSlide4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9.xml"/></Relationships>
</file>

<file path=ppt/notesSlides/_rels/notesSlide4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0.xml"/></Relationships>
</file>

<file path=ppt/notesSlides/_rels/notesSlide4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1.xml"/></Relationships>
</file>

<file path=ppt/notesSlides/_rels/notesSlide4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3.xml"/></Relationships>
</file>

<file path=ppt/notesSlides/_rels/notesSlide4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4.xml"/></Relationships>
</file>

<file path=ppt/notesSlides/_rels/notesSlide4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5.xml"/></Relationships>
</file>

<file path=ppt/notesSlides/_rels/notesSlide4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6.xml"/></Relationships>
</file>

<file path=ppt/notesSlides/_rels/notesSlide4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7.xml"/></Relationships>
</file>

<file path=ppt/notesSlides/_rels/notesSlide4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8.xml"/></Relationships>
</file>

<file path=ppt/notesSlides/_rels/notesSlide4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9.xml"/></Relationships>
</file>

<file path=ppt/notesSlides/_rels/notesSlide4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0.xml"/></Relationships>
</file>

<file path=ppt/notesSlides/_rels/notesSlide4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1.xml"/></Relationships>
</file>

<file path=ppt/notesSlides/_rels/notesSlide4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2.xml"/></Relationships>
</file>

<file path=ppt/notesSlides/_rels/notesSlide4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3.xml"/></Relationships>
</file>

<file path=ppt/notesSlides/_rels/notesSlide4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4.xml"/></Relationships>
</file>

<file path=ppt/notesSlides/_rels/notesSlide4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5.xml"/></Relationships>
</file>

<file path=ppt/notesSlides/_rels/notesSlide5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6.xml"/></Relationships>
</file>

<file path=ppt/notesSlides/_rels/notesSlide5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7.xml"/></Relationships>
</file>

<file path=ppt/notesSlides/_rels/notesSlide5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5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5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5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5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5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5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5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5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5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5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5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5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5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5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5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_rels/notesSlide5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5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5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5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Global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Global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Global Packaged Muffins – Regional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Volume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Value Share Analysis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By Flavour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By Dietary Formulation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By Recipe and Ingredient Claims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By Product Structure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By Surface Finish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By Individual Muffin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By Storage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By Shelf Life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By Packaging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By Pack Configuration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By Multipack Wrapping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By Price Positioning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By Brand Ownership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By Sales Channel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Flavour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Flavour Market Share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Flavour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Packaging Format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Packaging Format Market Share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Packaging Format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Market Share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Market Share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Sales Channel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Individual Muffin Size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Individual Muffin Size Market Share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× Individual Muffin Size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North America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Country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North America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Country North America Packaged Muffins – Country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Country Market Analysis By Country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Country Market Analysis By Country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Country Volume Share Analysis By Country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Country Value Share Analysis By Country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Country Market Trends By Country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By Country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Type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By Flavour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Flavour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By Primary Flour Base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Primary Flour Base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By Dietary Formulation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Dietary Formulation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By Nutritional Positioning Segment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Nutritional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By Recipe and Ingredient Claims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Recipe and Ingredient Claims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By Product Structure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Product Structure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By Surface Finish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Surface Finish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By Individual Muffin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Individual Muffin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By Storage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Storage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By Shelf Life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Shelf Life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By Packaging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Packaging Format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By Pack Configuration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Pack Configuration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By Multipack Wrapping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Multipack Wrapping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By Price Positioning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Price Positioning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By Brand Ownership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Brand Ownership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By Sales Channel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Volume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Market Value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Volume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Sales Channel YoY Analysis Value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Key Segments (Value)  (1/3)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Key Segments (Value)  (2/3)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Overview Key Segments (Value)  (3/3)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Type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Flavour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Primary Flour Base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Dietary Formulation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Dietary Formulation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Dietary Formulation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Nutritional Positioning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Nutritional Positioning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Nutritional Positioning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Recipe and Ingredient Claims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Product Structure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Surface Finish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Surface Finish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Surface Finish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Individual Muffin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Individual Muffin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Individual Muffin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Storage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Storage Format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Storage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Shelf Life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Shelf Life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Shelf Life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Packaging Format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 Configuration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 Configuration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Pack Configuration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Multipack Wrapping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Multipack Wrapping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Multipack Wrapping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Price Positioning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Price Positioning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Price Positioning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Brand Ownership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YoY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Country Sales Channel YoY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Global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Price Forecast &amp; Dynamics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Market Dynamics by Geography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Grupo Bimbo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McKee Foods Corporation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Competitor Company Profiles &amp; Strategic Benchmarking Hostess Brands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(2/12)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(3/12)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(4/12)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(5/12)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(6/12)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(7/12)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(8/12)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(9/12)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(10/12)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(11/12)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Table of Contents  (12/12)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Packaged Muffins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4.xml"/><Relationship Id="rId8" Type="http://schemas.openxmlformats.org/officeDocument/2006/relationships/slide" Target="slide33.xml"/><Relationship Id="rId9" Type="http://schemas.openxmlformats.org/officeDocument/2006/relationships/slide" Target="slide34.xml"/><Relationship Id="rId10" Type="http://schemas.openxmlformats.org/officeDocument/2006/relationships/slide" Target="slide45.xml"/><Relationship Id="rId11" Type="http://schemas.openxmlformats.org/officeDocument/2006/relationships/slide" Target="slide53.xml"/><Relationship Id="rId12" Type="http://schemas.openxmlformats.org/officeDocument/2006/relationships/slide" Target="slide232.xml"/><Relationship Id="rId13" Type="http://schemas.openxmlformats.org/officeDocument/2006/relationships/slide" Target="slide250.xml"/><Relationship Id="rId14" Type="http://schemas.openxmlformats.org/officeDocument/2006/relationships/slide" Target="slide251.xml"/><Relationship Id="rId15" Type="http://schemas.openxmlformats.org/officeDocument/2006/relationships/slide" Target="slide261.xml"/><Relationship Id="rId16" Type="http://schemas.openxmlformats.org/officeDocument/2006/relationships/slide" Target="slide269.xml"/><Relationship Id="rId17" Type="http://schemas.openxmlformats.org/officeDocument/2006/relationships/slide" Target="slide443.xml"/><Relationship Id="rId18" Type="http://schemas.openxmlformats.org/officeDocument/2006/relationships/slide" Target="slide444.xml"/><Relationship Id="rId19" Type="http://schemas.openxmlformats.org/officeDocument/2006/relationships/slide" Target="slide450.xml"/><Relationship Id="rId20" Type="http://schemas.openxmlformats.org/officeDocument/2006/relationships/slide" Target="slide534.xml"/><Relationship Id="rId21" Type="http://schemas.openxmlformats.org/officeDocument/2006/relationships/slide" Target="slide535.xml"/><Relationship Id="rId22" Type="http://schemas.openxmlformats.org/officeDocument/2006/relationships/slide" Target="slide548.xml"/><Relationship Id="rId23" Type="http://schemas.openxmlformats.org/officeDocument/2006/relationships/slide" Target="slide552.xml"/><Relationship Id="rId24" Type="http://schemas.openxmlformats.org/officeDocument/2006/relationships/slide" Target="slide553.xml"/><Relationship Id="rId25" Type="http://schemas.openxmlformats.org/officeDocument/2006/relationships/slide" Target="slide561.xml"/><Relationship Id="rId26" Type="http://schemas.openxmlformats.org/officeDocument/2006/relationships/slide" Target="slide562.xml"/><Relationship Id="rId27" Type="http://schemas.openxmlformats.org/officeDocument/2006/relationships/slide" Target="slide576.xml"/><Relationship Id="rId28" Type="http://schemas.openxmlformats.org/officeDocument/2006/relationships/slide" Target="slide58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3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4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5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6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8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9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0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1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2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3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59.png"/><Relationship Id="rId5" Type="http://schemas.openxmlformats.org/officeDocument/2006/relationships/image" Target="../media/image60.png"/><Relationship Id="rId6" Type="http://schemas.openxmlformats.org/officeDocument/2006/relationships/image" Target="../media/image61.png"/><Relationship Id="rId7" Type="http://schemas.openxmlformats.org/officeDocument/2006/relationships/image" Target="../media/image62.png"/><Relationship Id="rId8" Type="http://schemas.openxmlformats.org/officeDocument/2006/relationships/image" Target="../media/image63.png"/><Relationship Id="rId9" Type="http://schemas.openxmlformats.org/officeDocument/2006/relationships/image" Target="../media/image64.png"/><Relationship Id="rId10" Type="http://schemas.openxmlformats.org/officeDocument/2006/relationships/image" Target="../media/image65.png"/><Relationship Id="rId11" Type="http://schemas.openxmlformats.org/officeDocument/2006/relationships/image" Target="../media/image66.png"/><Relationship Id="rId12" Type="http://schemas.openxmlformats.org/officeDocument/2006/relationships/image" Target="../media/image67.png"/><Relationship Id="rId13" Type="http://schemas.openxmlformats.org/officeDocument/2006/relationships/image" Target="../media/image68.png"/><Relationship Id="rId14" Type="http://schemas.openxmlformats.org/officeDocument/2006/relationships/image" Target="../media/image69.png"/><Relationship Id="rId15" Type="http://schemas.openxmlformats.org/officeDocument/2006/relationships/image" Target="../media/image70.png"/><Relationship Id="rId16" Type="http://schemas.openxmlformats.org/officeDocument/2006/relationships/image" Target="../media/image71.png"/><Relationship Id="rId17" Type="http://schemas.openxmlformats.org/officeDocument/2006/relationships/image" Target="../media/image72.png"/><Relationship Id="rId18" Type="http://schemas.openxmlformats.org/officeDocument/2006/relationships/image" Target="../media/image73.png"/><Relationship Id="rId19" Type="http://schemas.openxmlformats.org/officeDocument/2006/relationships/image" Target="../media/image74.png"/><Relationship Id="rId20" Type="http://schemas.openxmlformats.org/officeDocument/2006/relationships/image" Target="../media/image75.png"/><Relationship Id="rId21" Type="http://schemas.openxmlformats.org/officeDocument/2006/relationships/image" Target="../media/image76.png"/><Relationship Id="rId22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19.xml"/><Relationship Id="rId5" Type="http://schemas.openxmlformats.org/officeDocument/2006/relationships/image" Target="../media/image2.png"/><Relationship Id="rId6" Type="http://schemas.openxmlformats.org/officeDocument/2006/relationships/image" Target="../media/image87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0.xml"/><Relationship Id="rId5" Type="http://schemas.openxmlformats.org/officeDocument/2006/relationships/image" Target="../media/image2.png"/><Relationship Id="rId6" Type="http://schemas.openxmlformats.org/officeDocument/2006/relationships/image" Target="../media/image99.png"/><Relationship Id="rId7" Type="http://schemas.openxmlformats.org/officeDocument/2006/relationships/image" Target="../media/image100.png"/><Relationship Id="rId8" Type="http://schemas.openxmlformats.org/officeDocument/2006/relationships/image" Target="../media/image101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3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104.png"/><Relationship Id="rId5" Type="http://schemas.openxmlformats.org/officeDocument/2006/relationships/image" Target="../media/image105.png"/><Relationship Id="rId6" Type="http://schemas.openxmlformats.org/officeDocument/2006/relationships/image" Target="../media/image106.png"/><Relationship Id="rId7" Type="http://schemas.openxmlformats.org/officeDocument/2006/relationships/image" Target="../media/image107.png"/><Relationship Id="rId8" Type="http://schemas.openxmlformats.org/officeDocument/2006/relationships/image" Target="../media/image108.png"/><Relationship Id="rId9" Type="http://schemas.openxmlformats.org/officeDocument/2006/relationships/image" Target="../media/image109.png"/><Relationship Id="rId10" Type="http://schemas.openxmlformats.org/officeDocument/2006/relationships/image" Target="../media/image2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26.xml"/><Relationship Id="rId6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notesSlide" Target="../notesSlides/notesSlide27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.xml"/><Relationship Id="rId4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.xml"/><Relationship Id="rId4" Type="http://schemas.openxmlformats.org/officeDocument/2006/relationships/notesSlide" Target="../notesSlides/notesSlide31.xml"/><Relationship Id="rId5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.xml"/><Relationship Id="rId4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.xml"/><Relationship Id="rId4" Type="http://schemas.openxmlformats.org/officeDocument/2006/relationships/image" Target="../media/image126.png"/><Relationship Id="rId5" Type="http://schemas.openxmlformats.org/officeDocument/2006/relationships/image" Target="../media/image127.png"/><Relationship Id="rId6" Type="http://schemas.openxmlformats.org/officeDocument/2006/relationships/image" Target="../media/image128.png"/><Relationship Id="rId7" Type="http://schemas.openxmlformats.org/officeDocument/2006/relationships/image" Target="../media/image129.png"/><Relationship Id="rId8" Type="http://schemas.openxmlformats.org/officeDocument/2006/relationships/image" Target="../media/image130.png"/><Relationship Id="rId9" Type="http://schemas.openxmlformats.org/officeDocument/2006/relationships/image" Target="../media/image131.png"/><Relationship Id="rId10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.xml"/><Relationship Id="rId4" Type="http://schemas.openxmlformats.org/officeDocument/2006/relationships/chart" Target="../charts/chart21.xml"/><Relationship Id="rId5" Type="http://schemas.openxmlformats.org/officeDocument/2006/relationships/notesSlide" Target="../notesSlides/notesSlide37.xml"/><Relationship Id="rId6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.xml"/><Relationship Id="rId4" Type="http://schemas.openxmlformats.org/officeDocument/2006/relationships/chart" Target="../charts/chart23.xml"/><Relationship Id="rId5" Type="http://schemas.openxmlformats.org/officeDocument/2006/relationships/notesSlide" Target="../notesSlides/notesSlide38.xml"/><Relationship Id="rId6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.xml"/><Relationship Id="rId4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notesSlide" Target="../notesSlides/notesSlide42.xml"/><Relationship Id="rId5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150.png"/><Relationship Id="rId5" Type="http://schemas.openxmlformats.org/officeDocument/2006/relationships/image" Target="../media/image151.png"/><Relationship Id="rId6" Type="http://schemas.openxmlformats.org/officeDocument/2006/relationships/image" Target="../media/image152.png"/><Relationship Id="rId7" Type="http://schemas.openxmlformats.org/officeDocument/2006/relationships/image" Target="../media/image153.png"/><Relationship Id="rId8" Type="http://schemas.openxmlformats.org/officeDocument/2006/relationships/image" Target="../media/image154.png"/><Relationship Id="rId9" Type="http://schemas.openxmlformats.org/officeDocument/2006/relationships/image" Target="../media/image155.png"/><Relationship Id="rId10" Type="http://schemas.openxmlformats.org/officeDocument/2006/relationships/image" Target="../media/image156.png"/><Relationship Id="rId11" Type="http://schemas.openxmlformats.org/officeDocument/2006/relationships/image" Target="../media/image157.png"/><Relationship Id="rId12" Type="http://schemas.openxmlformats.org/officeDocument/2006/relationships/image" Target="../media/image158.png"/><Relationship Id="rId13" Type="http://schemas.openxmlformats.org/officeDocument/2006/relationships/image" Target="../media/image159.png"/><Relationship Id="rId14" Type="http://schemas.openxmlformats.org/officeDocument/2006/relationships/image" Target="../media/image160.png"/><Relationship Id="rId15" Type="http://schemas.openxmlformats.org/officeDocument/2006/relationships/image" Target="../media/image87.png"/><Relationship Id="rId16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.xml"/><Relationship Id="rId4" Type="http://schemas.openxmlformats.org/officeDocument/2006/relationships/image" Target="../media/image161.png"/><Relationship Id="rId5" Type="http://schemas.openxmlformats.org/officeDocument/2006/relationships/image" Target="../media/image162.png"/><Relationship Id="rId6" Type="http://schemas.openxmlformats.org/officeDocument/2006/relationships/image" Target="../media/image131.png"/><Relationship Id="rId7" Type="http://schemas.openxmlformats.org/officeDocument/2006/relationships/image" Target="../media/image163.png"/><Relationship Id="rId8" Type="http://schemas.openxmlformats.org/officeDocument/2006/relationships/image" Target="../media/image164.png"/><Relationship Id="rId9" Type="http://schemas.openxmlformats.org/officeDocument/2006/relationships/image" Target="../media/image165.png"/><Relationship Id="rId10" Type="http://schemas.openxmlformats.org/officeDocument/2006/relationships/image" Target="../media/image166.png"/><Relationship Id="rId11" Type="http://schemas.openxmlformats.org/officeDocument/2006/relationships/image" Target="../media/image167.png"/><Relationship Id="rId12" Type="http://schemas.openxmlformats.org/officeDocument/2006/relationships/image" Target="../media/image168.png"/><Relationship Id="rId13" Type="http://schemas.openxmlformats.org/officeDocument/2006/relationships/image" Target="../media/image169.png"/><Relationship Id="rId14" Type="http://schemas.openxmlformats.org/officeDocument/2006/relationships/image" Target="../media/image170.png"/><Relationship Id="rId15" Type="http://schemas.openxmlformats.org/officeDocument/2006/relationships/image" Target="../media/image158.png"/><Relationship Id="rId16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.xml"/><Relationship Id="rId4" Type="http://schemas.openxmlformats.org/officeDocument/2006/relationships/chart" Target="../charts/chart26.xml"/><Relationship Id="rId5" Type="http://schemas.openxmlformats.org/officeDocument/2006/relationships/notesSlide" Target="../notesSlides/notesSlide49.xml"/><Relationship Id="rId6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7.xml"/><Relationship Id="rId4" Type="http://schemas.openxmlformats.org/officeDocument/2006/relationships/chart" Target="../charts/chart28.xml"/><Relationship Id="rId5" Type="http://schemas.openxmlformats.org/officeDocument/2006/relationships/chart" Target="../charts/chart29.xml"/><Relationship Id="rId6" Type="http://schemas.openxmlformats.org/officeDocument/2006/relationships/chart" Target="../charts/chart30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.xml"/><Relationship Id="rId4" Type="http://schemas.openxmlformats.org/officeDocument/2006/relationships/chart" Target="../charts/chart32.xml"/><Relationship Id="rId5" Type="http://schemas.openxmlformats.org/officeDocument/2006/relationships/chart" Target="../charts/chart33.xml"/><Relationship Id="rId6" Type="http://schemas.openxmlformats.org/officeDocument/2006/relationships/chart" Target="../charts/chart34.xml"/><Relationship Id="rId7" Type="http://schemas.openxmlformats.org/officeDocument/2006/relationships/notesSlide" Target="../notesSlides/notesSlide51.xml"/><Relationship Id="rId8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3.xml"/><Relationship Id="rId4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5.xml"/><Relationship Id="rId4" Type="http://schemas.openxmlformats.org/officeDocument/2006/relationships/notesSlide" Target="../notesSlides/notesSlide55.xml"/><Relationship Id="rId5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8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9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35.png"/><Relationship Id="rId5" Type="http://schemas.openxmlformats.org/officeDocument/2006/relationships/image" Target="../media/image236.png"/><Relationship Id="rId6" Type="http://schemas.openxmlformats.org/officeDocument/2006/relationships/image" Target="../media/image106.png"/><Relationship Id="rId7" Type="http://schemas.openxmlformats.org/officeDocument/2006/relationships/image" Target="../media/image237.png"/><Relationship Id="rId8" Type="http://schemas.openxmlformats.org/officeDocument/2006/relationships/image" Target="../media/image238.png"/><Relationship Id="rId9" Type="http://schemas.openxmlformats.org/officeDocument/2006/relationships/image" Target="../media/image87.png"/><Relationship Id="rId10" Type="http://schemas.openxmlformats.org/officeDocument/2006/relationships/image" Target="../media/image239.png"/><Relationship Id="rId11" Type="http://schemas.openxmlformats.org/officeDocument/2006/relationships/image" Target="../media/image240.png"/><Relationship Id="rId12" Type="http://schemas.openxmlformats.org/officeDocument/2006/relationships/image" Target="../media/image241.png"/><Relationship Id="rId13" Type="http://schemas.openxmlformats.org/officeDocument/2006/relationships/image" Target="../media/image242.png"/><Relationship Id="rId14" Type="http://schemas.openxmlformats.org/officeDocument/2006/relationships/image" Target="../media/image243.png"/><Relationship Id="rId15" Type="http://schemas.openxmlformats.org/officeDocument/2006/relationships/image" Target="../media/image244.png"/><Relationship Id="rId16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notesSlide" Target="../notesSlides/notesSlide61.xml"/><Relationship Id="rId6" Type="http://schemas.openxmlformats.org/officeDocument/2006/relationships/image" Target="../media/image2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8.xml"/><Relationship Id="rId4" Type="http://schemas.openxmlformats.org/officeDocument/2006/relationships/chart" Target="../charts/chart39.xml"/><Relationship Id="rId5" Type="http://schemas.openxmlformats.org/officeDocument/2006/relationships/chart" Target="../charts/chart40.xml"/><Relationship Id="rId6" Type="http://schemas.openxmlformats.org/officeDocument/2006/relationships/chart" Target="../charts/chart41.xml"/><Relationship Id="rId7" Type="http://schemas.openxmlformats.org/officeDocument/2006/relationships/notesSlide" Target="../notesSlides/notesSlide62.xml"/><Relationship Id="rId8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2.xml"/><Relationship Id="rId4" Type="http://schemas.openxmlformats.org/officeDocument/2006/relationships/notesSlide" Target="../notesSlides/notesSlide65.xml"/><Relationship Id="rId5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6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7.xml"/><Relationship Id="rId4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79.png"/><Relationship Id="rId5" Type="http://schemas.openxmlformats.org/officeDocument/2006/relationships/image" Target="../media/image280.png"/><Relationship Id="rId6" Type="http://schemas.openxmlformats.org/officeDocument/2006/relationships/image" Target="../media/image281.png"/><Relationship Id="rId7" Type="http://schemas.openxmlformats.org/officeDocument/2006/relationships/image" Target="../media/image282.png"/><Relationship Id="rId8" Type="http://schemas.openxmlformats.org/officeDocument/2006/relationships/image" Target="../media/image283.png"/><Relationship Id="rId9" Type="http://schemas.openxmlformats.org/officeDocument/2006/relationships/image" Target="../media/image284.png"/><Relationship Id="rId10" Type="http://schemas.openxmlformats.org/officeDocument/2006/relationships/image" Target="../media/image285.png"/><Relationship Id="rId11" Type="http://schemas.openxmlformats.org/officeDocument/2006/relationships/image" Target="../media/image286.png"/><Relationship Id="rId12" Type="http://schemas.openxmlformats.org/officeDocument/2006/relationships/image" Target="../media/image70.png"/><Relationship Id="rId13" Type="http://schemas.openxmlformats.org/officeDocument/2006/relationships/image" Target="../media/image287.png"/><Relationship Id="rId14" Type="http://schemas.openxmlformats.org/officeDocument/2006/relationships/image" Target="../media/image288.png"/><Relationship Id="rId15" Type="http://schemas.openxmlformats.org/officeDocument/2006/relationships/image" Target="../media/image289.png"/><Relationship Id="rId16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90.png"/><Relationship Id="rId5" Type="http://schemas.openxmlformats.org/officeDocument/2006/relationships/image" Target="../media/image291.png"/><Relationship Id="rId6" Type="http://schemas.openxmlformats.org/officeDocument/2006/relationships/image" Target="../media/image292.png"/><Relationship Id="rId7" Type="http://schemas.openxmlformats.org/officeDocument/2006/relationships/image" Target="../media/image293.png"/><Relationship Id="rId8" Type="http://schemas.openxmlformats.org/officeDocument/2006/relationships/image" Target="../media/image294.png"/><Relationship Id="rId9" Type="http://schemas.openxmlformats.org/officeDocument/2006/relationships/image" Target="../media/image128.png"/><Relationship Id="rId10" Type="http://schemas.openxmlformats.org/officeDocument/2006/relationships/image" Target="../media/image295.png"/><Relationship Id="rId11" Type="http://schemas.openxmlformats.org/officeDocument/2006/relationships/image" Target="../media/image296.png"/><Relationship Id="rId12" Type="http://schemas.openxmlformats.org/officeDocument/2006/relationships/image" Target="../media/image297.png"/><Relationship Id="rId13" Type="http://schemas.openxmlformats.org/officeDocument/2006/relationships/image" Target="../media/image2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notesSlide" Target="../notesSlides/notesSlide70.xml"/><Relationship Id="rId6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5.xml"/><Relationship Id="rId4" Type="http://schemas.openxmlformats.org/officeDocument/2006/relationships/chart" Target="../charts/chart46.xml"/><Relationship Id="rId5" Type="http://schemas.openxmlformats.org/officeDocument/2006/relationships/chart" Target="../charts/chart47.xml"/><Relationship Id="rId6" Type="http://schemas.openxmlformats.org/officeDocument/2006/relationships/chart" Target="../charts/chart48.xml"/><Relationship Id="rId7" Type="http://schemas.openxmlformats.org/officeDocument/2006/relationships/notesSlide" Target="../notesSlides/notesSlide71.xml"/><Relationship Id="rId8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9.xml"/><Relationship Id="rId4" Type="http://schemas.openxmlformats.org/officeDocument/2006/relationships/chart" Target="../charts/chart50.xml"/><Relationship Id="rId5" Type="http://schemas.openxmlformats.org/officeDocument/2006/relationships/chart" Target="../charts/chart51.xml"/><Relationship Id="rId6" Type="http://schemas.openxmlformats.org/officeDocument/2006/relationships/notesSlide" Target="../notesSlides/notesSlide72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4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2.xml"/><Relationship Id="rId4" Type="http://schemas.openxmlformats.org/officeDocument/2006/relationships/notesSlide" Target="../notesSlides/notesSlide75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8.xml"/><Relationship Id="rId4" Type="http://schemas.openxmlformats.org/officeDocument/2006/relationships/image" Target="../media/image359.png"/><Relationship Id="rId5" Type="http://schemas.openxmlformats.org/officeDocument/2006/relationships/image" Target="../media/image360.png"/><Relationship Id="rId6" Type="http://schemas.openxmlformats.org/officeDocument/2006/relationships/image" Target="../media/image106.png"/><Relationship Id="rId7" Type="http://schemas.openxmlformats.org/officeDocument/2006/relationships/image" Target="../media/image361.png"/><Relationship Id="rId8" Type="http://schemas.openxmlformats.org/officeDocument/2006/relationships/image" Target="../media/image362.png"/><Relationship Id="rId9" Type="http://schemas.openxmlformats.org/officeDocument/2006/relationships/image" Target="../media/image363.png"/><Relationship Id="rId10" Type="http://schemas.openxmlformats.org/officeDocument/2006/relationships/image" Target="../media/image364.png"/><Relationship Id="rId11" Type="http://schemas.openxmlformats.org/officeDocument/2006/relationships/image" Target="../media/image365.png"/><Relationship Id="rId12" Type="http://schemas.openxmlformats.org/officeDocument/2006/relationships/image" Target="../media/image366.png"/><Relationship Id="rId13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79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chart" Target="../charts/chart56.xml"/><Relationship Id="rId5" Type="http://schemas.openxmlformats.org/officeDocument/2006/relationships/chart" Target="../charts/chart57.xml"/><Relationship Id="rId6" Type="http://schemas.openxmlformats.org/officeDocument/2006/relationships/notesSlide" Target="../notesSlides/notesSlide80.xml"/><Relationship Id="rId7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2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3.xml"/><Relationship Id="rId4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notesSlide" Target="../notesSlides/notesSlide84.xml"/><Relationship Id="rId5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6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391.png"/><Relationship Id="rId5" Type="http://schemas.openxmlformats.org/officeDocument/2006/relationships/image" Target="../media/image392.png"/><Relationship Id="rId6" Type="http://schemas.openxmlformats.org/officeDocument/2006/relationships/image" Target="../media/image158.png"/><Relationship Id="rId7" Type="http://schemas.openxmlformats.org/officeDocument/2006/relationships/image" Target="../media/image393.png"/><Relationship Id="rId8" Type="http://schemas.openxmlformats.org/officeDocument/2006/relationships/image" Target="../media/image394.png"/><Relationship Id="rId9" Type="http://schemas.openxmlformats.org/officeDocument/2006/relationships/image" Target="../media/image67.png"/><Relationship Id="rId10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9.xml"/><Relationship Id="rId4" Type="http://schemas.openxmlformats.org/officeDocument/2006/relationships/chart" Target="../charts/chart6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chart" Target="../charts/chart62.xml"/><Relationship Id="rId5" Type="http://schemas.openxmlformats.org/officeDocument/2006/relationships/notesSlide" Target="../notesSlides/notesSlide91.xml"/><Relationship Id="rId6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2.xml"/><Relationship Id="rId4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3.xml"/><Relationship Id="rId4" Type="http://schemas.openxmlformats.org/officeDocument/2006/relationships/notesSlide" Target="../notesSlides/notesSlide94.xml"/><Relationship Id="rId5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5.xml"/><Relationship Id="rId4" Type="http://schemas.openxmlformats.org/officeDocument/2006/relationships/image" Target="../media/image2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413.png"/><Relationship Id="rId5" Type="http://schemas.openxmlformats.org/officeDocument/2006/relationships/image" Target="../media/image414.png"/><Relationship Id="rId6" Type="http://schemas.openxmlformats.org/officeDocument/2006/relationships/image" Target="../media/image415.png"/><Relationship Id="rId7" Type="http://schemas.openxmlformats.org/officeDocument/2006/relationships/image" Target="../media/image416.png"/><Relationship Id="rId8" Type="http://schemas.openxmlformats.org/officeDocument/2006/relationships/image" Target="../media/image417.png"/><Relationship Id="rId9" Type="http://schemas.openxmlformats.org/officeDocument/2006/relationships/image" Target="../media/image418.png"/><Relationship Id="rId10" Type="http://schemas.openxmlformats.org/officeDocument/2006/relationships/image" Target="../media/image419.png"/><Relationship Id="rId11" Type="http://schemas.openxmlformats.org/officeDocument/2006/relationships/image" Target="../media/image420.png"/><Relationship Id="rId12" Type="http://schemas.openxmlformats.org/officeDocument/2006/relationships/image" Target="../media/image421.png"/><Relationship Id="rId13" Type="http://schemas.openxmlformats.org/officeDocument/2006/relationships/image" Target="../media/image422.png"/><Relationship Id="rId14" Type="http://schemas.openxmlformats.org/officeDocument/2006/relationships/image" Target="../media/image423.png"/><Relationship Id="rId15" Type="http://schemas.openxmlformats.org/officeDocument/2006/relationships/image" Target="../media/image424.png"/><Relationship Id="rId16" Type="http://schemas.openxmlformats.org/officeDocument/2006/relationships/image" Target="../media/image425.png"/><Relationship Id="rId17" Type="http://schemas.openxmlformats.org/officeDocument/2006/relationships/image" Target="../media/image426.png"/><Relationship Id="rId18" Type="http://schemas.openxmlformats.org/officeDocument/2006/relationships/image" Target="../media/image427.png"/><Relationship Id="rId19" Type="http://schemas.openxmlformats.org/officeDocument/2006/relationships/image" Target="../media/image428.png"/><Relationship Id="rId20" Type="http://schemas.openxmlformats.org/officeDocument/2006/relationships/image" Target="../media/image429.png"/><Relationship Id="rId21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notesSlide" Target="../notesSlides/notesSlide98.xml"/><Relationship Id="rId6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6.xml"/><Relationship Id="rId4" Type="http://schemas.openxmlformats.org/officeDocument/2006/relationships/chart" Target="../charts/chart67.xml"/><Relationship Id="rId5" Type="http://schemas.openxmlformats.org/officeDocument/2006/relationships/chart" Target="../charts/chart68.xml"/><Relationship Id="rId6" Type="http://schemas.openxmlformats.org/officeDocument/2006/relationships/chart" Target="../charts/chart69.xml"/><Relationship Id="rId7" Type="http://schemas.openxmlformats.org/officeDocument/2006/relationships/notesSlide" Target="../notesSlides/notesSlide99.xml"/><Relationship Id="rId8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0.xml"/><Relationship Id="rId4" Type="http://schemas.openxmlformats.org/officeDocument/2006/relationships/chart" Target="../charts/chart71.xml"/><Relationship Id="rId5" Type="http://schemas.openxmlformats.org/officeDocument/2006/relationships/notesSlide" Target="../notesSlides/notesSlide100.xml"/><Relationship Id="rId6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2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2.xml"/><Relationship Id="rId4" Type="http://schemas.openxmlformats.org/officeDocument/2006/relationships/notesSlide" Target="../notesSlides/notesSlide103.xml"/><Relationship Id="rId5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5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481.png"/><Relationship Id="rId5" Type="http://schemas.openxmlformats.org/officeDocument/2006/relationships/image" Target="../media/image482.png"/><Relationship Id="rId6" Type="http://schemas.openxmlformats.org/officeDocument/2006/relationships/image" Target="../media/image101.png"/><Relationship Id="rId7" Type="http://schemas.openxmlformats.org/officeDocument/2006/relationships/image" Target="../media/image483.png"/><Relationship Id="rId8" Type="http://schemas.openxmlformats.org/officeDocument/2006/relationships/image" Target="../media/image484.png"/><Relationship Id="rId9" Type="http://schemas.openxmlformats.org/officeDocument/2006/relationships/image" Target="../media/image485.png"/><Relationship Id="rId10" Type="http://schemas.openxmlformats.org/officeDocument/2006/relationships/image" Target="../media/image486.png"/><Relationship Id="rId11" Type="http://schemas.openxmlformats.org/officeDocument/2006/relationships/image" Target="../media/image487.png"/><Relationship Id="rId12" Type="http://schemas.openxmlformats.org/officeDocument/2006/relationships/image" Target="../media/image155.png"/><Relationship Id="rId13" Type="http://schemas.openxmlformats.org/officeDocument/2006/relationships/image" Target="../media/image488.png"/><Relationship Id="rId14" Type="http://schemas.openxmlformats.org/officeDocument/2006/relationships/image" Target="../media/image489.png"/><Relationship Id="rId15" Type="http://schemas.openxmlformats.org/officeDocument/2006/relationships/image" Target="../media/image168.png"/><Relationship Id="rId16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3.xml"/><Relationship Id="rId4" Type="http://schemas.openxmlformats.org/officeDocument/2006/relationships/chart" Target="../charts/chart74.xml"/><Relationship Id="rId5" Type="http://schemas.openxmlformats.org/officeDocument/2006/relationships/notesSlide" Target="../notesSlides/notesSlide107.xml"/><Relationship Id="rId6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chart" Target="../charts/chart76.xml"/><Relationship Id="rId5" Type="http://schemas.openxmlformats.org/officeDocument/2006/relationships/chart" Target="../charts/chart77.xml"/><Relationship Id="rId6" Type="http://schemas.openxmlformats.org/officeDocument/2006/relationships/chart" Target="../charts/chart78.xml"/><Relationship Id="rId7" Type="http://schemas.openxmlformats.org/officeDocument/2006/relationships/notesSlide" Target="../notesSlides/notesSlide108.xml"/><Relationship Id="rId8" Type="http://schemas.openxmlformats.org/officeDocument/2006/relationships/image" Target="../media/image2.png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Relationship Id="rId4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notesSlide" Target="../notesSlides/notesSlide111.xml"/><Relationship Id="rId5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2.xml"/><Relationship Id="rId4" Type="http://schemas.openxmlformats.org/officeDocument/2006/relationships/image" Target="../media/image2.png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3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522.png"/><Relationship Id="rId5" Type="http://schemas.openxmlformats.org/officeDocument/2006/relationships/image" Target="../media/image523.png"/><Relationship Id="rId6" Type="http://schemas.openxmlformats.org/officeDocument/2006/relationships/image" Target="../media/image524.png"/><Relationship Id="rId7" Type="http://schemas.openxmlformats.org/officeDocument/2006/relationships/image" Target="../media/image525.png"/><Relationship Id="rId8" Type="http://schemas.openxmlformats.org/officeDocument/2006/relationships/image" Target="../media/image526.png"/><Relationship Id="rId9" Type="http://schemas.openxmlformats.org/officeDocument/2006/relationships/image" Target="../media/image415.png"/><Relationship Id="rId10" Type="http://schemas.openxmlformats.org/officeDocument/2006/relationships/image" Target="../media/image527.png"/><Relationship Id="rId11" Type="http://schemas.openxmlformats.org/officeDocument/2006/relationships/image" Target="../media/image528.png"/><Relationship Id="rId12" Type="http://schemas.openxmlformats.org/officeDocument/2006/relationships/image" Target="../media/image529.png"/><Relationship Id="rId13" Type="http://schemas.openxmlformats.org/officeDocument/2006/relationships/image" Target="../media/image2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0.xml"/><Relationship Id="rId4" Type="http://schemas.openxmlformats.org/officeDocument/2006/relationships/chart" Target="../charts/chart81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2.xml"/><Relationship Id="rId4" Type="http://schemas.openxmlformats.org/officeDocument/2006/relationships/chart" Target="../charts/chart83.xml"/><Relationship Id="rId5" Type="http://schemas.openxmlformats.org/officeDocument/2006/relationships/chart" Target="../charts/chart84.xml"/><Relationship Id="rId6" Type="http://schemas.openxmlformats.org/officeDocument/2006/relationships/notesSlide" Target="../notesSlides/notesSlide116.xml"/><Relationship Id="rId7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8.xml"/><Relationship Id="rId4" Type="http://schemas.openxmlformats.org/officeDocument/2006/relationships/image" Target="../media/image2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5.xml"/><Relationship Id="rId4" Type="http://schemas.openxmlformats.org/officeDocument/2006/relationships/notesSlide" Target="../notesSlides/notesSlide119.xml"/><Relationship Id="rId5" Type="http://schemas.openxmlformats.org/officeDocument/2006/relationships/image" Target="../media/image2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1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557.png"/><Relationship Id="rId5" Type="http://schemas.openxmlformats.org/officeDocument/2006/relationships/image" Target="../media/image558.png"/><Relationship Id="rId6" Type="http://schemas.openxmlformats.org/officeDocument/2006/relationships/image" Target="../media/image559.png"/><Relationship Id="rId7" Type="http://schemas.openxmlformats.org/officeDocument/2006/relationships/image" Target="../media/image560.png"/><Relationship Id="rId8" Type="http://schemas.openxmlformats.org/officeDocument/2006/relationships/image" Target="../media/image561.png"/><Relationship Id="rId9" Type="http://schemas.openxmlformats.org/officeDocument/2006/relationships/image" Target="../media/image562.png"/><Relationship Id="rId10" Type="http://schemas.openxmlformats.org/officeDocument/2006/relationships/image" Target="../media/image563.png"/><Relationship Id="rId11" Type="http://schemas.openxmlformats.org/officeDocument/2006/relationships/image" Target="../media/image564.png"/><Relationship Id="rId12" Type="http://schemas.openxmlformats.org/officeDocument/2006/relationships/image" Target="../media/image415.png"/><Relationship Id="rId13" Type="http://schemas.openxmlformats.org/officeDocument/2006/relationships/image" Target="../media/image565.png"/><Relationship Id="rId14" Type="http://schemas.openxmlformats.org/officeDocument/2006/relationships/image" Target="../media/image566.png"/><Relationship Id="rId15" Type="http://schemas.openxmlformats.org/officeDocument/2006/relationships/image" Target="../media/image67.png"/><Relationship Id="rId16" Type="http://schemas.openxmlformats.org/officeDocument/2006/relationships/image" Target="../media/image2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6.xml"/><Relationship Id="rId4" Type="http://schemas.openxmlformats.org/officeDocument/2006/relationships/chart" Target="../charts/chart87.xml"/><Relationship Id="rId5" Type="http://schemas.openxmlformats.org/officeDocument/2006/relationships/notesSlide" Target="../notesSlides/notesSlide123.xml"/><Relationship Id="rId6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8.xml"/><Relationship Id="rId4" Type="http://schemas.openxmlformats.org/officeDocument/2006/relationships/chart" Target="../charts/chart89.xml"/><Relationship Id="rId5" Type="http://schemas.openxmlformats.org/officeDocument/2006/relationships/chart" Target="../charts/chart90.xml"/><Relationship Id="rId6" Type="http://schemas.openxmlformats.org/officeDocument/2006/relationships/chart" Target="../charts/chart91.xml"/><Relationship Id="rId7" Type="http://schemas.openxmlformats.org/officeDocument/2006/relationships/notesSlide" Target="../notesSlides/notesSlide124.xml"/><Relationship Id="rId8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5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2.xml"/><Relationship Id="rId4" Type="http://schemas.openxmlformats.org/officeDocument/2006/relationships/notesSlide" Target="../notesSlides/notesSlide127.xml"/><Relationship Id="rId5" Type="http://schemas.openxmlformats.org/officeDocument/2006/relationships/image" Target="../media/image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8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597.png"/><Relationship Id="rId5" Type="http://schemas.openxmlformats.org/officeDocument/2006/relationships/image" Target="../media/image598.png"/><Relationship Id="rId6" Type="http://schemas.openxmlformats.org/officeDocument/2006/relationships/image" Target="../media/image559.png"/><Relationship Id="rId7" Type="http://schemas.openxmlformats.org/officeDocument/2006/relationships/image" Target="../media/image599.png"/><Relationship Id="rId8" Type="http://schemas.openxmlformats.org/officeDocument/2006/relationships/image" Target="../media/image600.png"/><Relationship Id="rId9" Type="http://schemas.openxmlformats.org/officeDocument/2006/relationships/image" Target="../media/image601.png"/><Relationship Id="rId10" Type="http://schemas.openxmlformats.org/officeDocument/2006/relationships/image" Target="../media/image602.png"/><Relationship Id="rId11" Type="http://schemas.openxmlformats.org/officeDocument/2006/relationships/image" Target="../media/image603.png"/><Relationship Id="rId12" Type="http://schemas.openxmlformats.org/officeDocument/2006/relationships/image" Target="../media/image281.png"/><Relationship Id="rId13" Type="http://schemas.openxmlformats.org/officeDocument/2006/relationships/image" Target="../media/image604.png"/><Relationship Id="rId14" Type="http://schemas.openxmlformats.org/officeDocument/2006/relationships/image" Target="../media/image605.png"/><Relationship Id="rId15" Type="http://schemas.openxmlformats.org/officeDocument/2006/relationships/image" Target="../media/image606.png"/><Relationship Id="rId16" Type="http://schemas.openxmlformats.org/officeDocument/2006/relationships/image" Target="../media/image2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3.xml"/><Relationship Id="rId4" Type="http://schemas.openxmlformats.org/officeDocument/2006/relationships/chart" Target="../charts/chart94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5.xml"/><Relationship Id="rId4" Type="http://schemas.openxmlformats.org/officeDocument/2006/relationships/chart" Target="../charts/chart96.xml"/><Relationship Id="rId5" Type="http://schemas.openxmlformats.org/officeDocument/2006/relationships/chart" Target="../charts/chart97.xml"/><Relationship Id="rId6" Type="http://schemas.openxmlformats.org/officeDocument/2006/relationships/chart" Target="../charts/chart98.xml"/><Relationship Id="rId7" Type="http://schemas.openxmlformats.org/officeDocument/2006/relationships/notesSlide" Target="../notesSlides/notesSlide132.xml"/><Relationship Id="rId8" Type="http://schemas.openxmlformats.org/officeDocument/2006/relationships/image" Target="../media/image2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4.xml"/><Relationship Id="rId4" Type="http://schemas.openxmlformats.org/officeDocument/2006/relationships/image" Target="../media/image2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notesSlide" Target="../notesSlides/notesSlide136.xml"/><Relationship Id="rId5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7.xml"/><Relationship Id="rId4" Type="http://schemas.openxmlformats.org/officeDocument/2006/relationships/image" Target="../media/image2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1.xml"/><Relationship Id="rId4" Type="http://schemas.openxmlformats.org/officeDocument/2006/relationships/image" Target="../media/image642.png"/><Relationship Id="rId5" Type="http://schemas.openxmlformats.org/officeDocument/2006/relationships/image" Target="../media/image643.png"/><Relationship Id="rId6" Type="http://schemas.openxmlformats.org/officeDocument/2006/relationships/image" Target="../media/image70.png"/><Relationship Id="rId7" Type="http://schemas.openxmlformats.org/officeDocument/2006/relationships/image" Target="../media/image644.png"/><Relationship Id="rId8" Type="http://schemas.openxmlformats.org/officeDocument/2006/relationships/image" Target="../media/image645.png"/><Relationship Id="rId9" Type="http://schemas.openxmlformats.org/officeDocument/2006/relationships/image" Target="../media/image87.png"/><Relationship Id="rId10" Type="http://schemas.openxmlformats.org/officeDocument/2006/relationships/image" Target="../media/image646.png"/><Relationship Id="rId11" Type="http://schemas.openxmlformats.org/officeDocument/2006/relationships/image" Target="../media/image647.png"/><Relationship Id="rId12" Type="http://schemas.openxmlformats.org/officeDocument/2006/relationships/image" Target="../media/image648.png"/><Relationship Id="rId13" Type="http://schemas.openxmlformats.org/officeDocument/2006/relationships/image" Target="../media/image2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0.xml"/><Relationship Id="rId4" Type="http://schemas.openxmlformats.org/officeDocument/2006/relationships/chart" Target="../charts/chart101.xml"/><Relationship Id="rId5" Type="http://schemas.openxmlformats.org/officeDocument/2006/relationships/notesSlide" Target="../notesSlides/notesSlide142.xml"/><Relationship Id="rId6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2.xml"/><Relationship Id="rId4" Type="http://schemas.openxmlformats.org/officeDocument/2006/relationships/chart" Target="../charts/chart103.xml"/><Relationship Id="rId5" Type="http://schemas.openxmlformats.org/officeDocument/2006/relationships/chart" Target="../charts/chart104.xml"/><Relationship Id="rId6" Type="http://schemas.openxmlformats.org/officeDocument/2006/relationships/notesSlide" Target="../notesSlides/notesSlide143.xml"/><Relationship Id="rId7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2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notesSlide" Target="../notesSlides/notesSlide146.xml"/><Relationship Id="rId5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7.xml"/><Relationship Id="rId4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676.png"/><Relationship Id="rId5" Type="http://schemas.openxmlformats.org/officeDocument/2006/relationships/image" Target="../media/image677.png"/><Relationship Id="rId6" Type="http://schemas.openxmlformats.org/officeDocument/2006/relationships/image" Target="../media/image67.png"/><Relationship Id="rId7" Type="http://schemas.openxmlformats.org/officeDocument/2006/relationships/image" Target="../media/image678.png"/><Relationship Id="rId8" Type="http://schemas.openxmlformats.org/officeDocument/2006/relationships/image" Target="../media/image679.png"/><Relationship Id="rId9" Type="http://schemas.openxmlformats.org/officeDocument/2006/relationships/image" Target="../media/image418.png"/><Relationship Id="rId10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6.xml"/><Relationship Id="rId4" Type="http://schemas.openxmlformats.org/officeDocument/2006/relationships/chart" Target="../charts/chart107.xml"/><Relationship Id="rId5" Type="http://schemas.openxmlformats.org/officeDocument/2006/relationships/notesSlide" Target="../notesSlides/notesSlide150.xml"/><Relationship Id="rId6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8.xml"/><Relationship Id="rId4" Type="http://schemas.openxmlformats.org/officeDocument/2006/relationships/chart" Target="../charts/chart109.xml"/><Relationship Id="rId5" Type="http://schemas.openxmlformats.org/officeDocument/2006/relationships/notesSlide" Target="../notesSlides/notesSlide151.xml"/><Relationship Id="rId6" Type="http://schemas.openxmlformats.org/officeDocument/2006/relationships/image" Target="../media/image2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0.xml"/><Relationship Id="rId4" Type="http://schemas.openxmlformats.org/officeDocument/2006/relationships/notesSlide" Target="../notesSlides/notesSlide154.xml"/><Relationship Id="rId5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5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6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698.png"/><Relationship Id="rId5" Type="http://schemas.openxmlformats.org/officeDocument/2006/relationships/image" Target="../media/image699.png"/><Relationship Id="rId6" Type="http://schemas.openxmlformats.org/officeDocument/2006/relationships/image" Target="../media/image700.png"/><Relationship Id="rId7" Type="http://schemas.openxmlformats.org/officeDocument/2006/relationships/image" Target="../media/image701.png"/><Relationship Id="rId8" Type="http://schemas.openxmlformats.org/officeDocument/2006/relationships/image" Target="../media/image702.png"/><Relationship Id="rId9" Type="http://schemas.openxmlformats.org/officeDocument/2006/relationships/image" Target="../media/image703.png"/><Relationship Id="rId10" Type="http://schemas.openxmlformats.org/officeDocument/2006/relationships/image" Target="../media/image704.png"/><Relationship Id="rId11" Type="http://schemas.openxmlformats.org/officeDocument/2006/relationships/image" Target="../media/image705.png"/><Relationship Id="rId12" Type="http://schemas.openxmlformats.org/officeDocument/2006/relationships/image" Target="../media/image706.png"/><Relationship Id="rId13" Type="http://schemas.openxmlformats.org/officeDocument/2006/relationships/image" Target="../media/image707.png"/><Relationship Id="rId14" Type="http://schemas.openxmlformats.org/officeDocument/2006/relationships/image" Target="../media/image708.png"/><Relationship Id="rId15" Type="http://schemas.openxmlformats.org/officeDocument/2006/relationships/image" Target="../media/image709.png"/><Relationship Id="rId16" Type="http://schemas.openxmlformats.org/officeDocument/2006/relationships/image" Target="../media/image2.png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58.xml"/><Relationship Id="rId6" Type="http://schemas.openxmlformats.org/officeDocument/2006/relationships/image" Target="../media/image2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chart" Target="../charts/chart114.xml"/><Relationship Id="rId5" Type="http://schemas.openxmlformats.org/officeDocument/2006/relationships/chart" Target="../charts/chart115.xml"/><Relationship Id="rId6" Type="http://schemas.openxmlformats.org/officeDocument/2006/relationships/chart" Target="../charts/chart116.xml"/><Relationship Id="rId7" Type="http://schemas.openxmlformats.org/officeDocument/2006/relationships/notesSlide" Target="../notesSlides/notesSlide159.xml"/><Relationship Id="rId8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7.xml"/><Relationship Id="rId4" Type="http://schemas.openxmlformats.org/officeDocument/2006/relationships/notesSlide" Target="../notesSlides/notesSlide162.xml"/><Relationship Id="rId5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Relationship Id="rId4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745.png"/><Relationship Id="rId5" Type="http://schemas.openxmlformats.org/officeDocument/2006/relationships/image" Target="../media/image746.png"/><Relationship Id="rId6" Type="http://schemas.openxmlformats.org/officeDocument/2006/relationships/image" Target="../media/image292.png"/><Relationship Id="rId7" Type="http://schemas.openxmlformats.org/officeDocument/2006/relationships/image" Target="../media/image747.png"/><Relationship Id="rId8" Type="http://schemas.openxmlformats.org/officeDocument/2006/relationships/image" Target="../media/image748.png"/><Relationship Id="rId9" Type="http://schemas.openxmlformats.org/officeDocument/2006/relationships/image" Target="../media/image559.png"/><Relationship Id="rId10" Type="http://schemas.openxmlformats.org/officeDocument/2006/relationships/image" Target="../media/image749.png"/><Relationship Id="rId11" Type="http://schemas.openxmlformats.org/officeDocument/2006/relationships/image" Target="../media/image750.png"/><Relationship Id="rId12" Type="http://schemas.openxmlformats.org/officeDocument/2006/relationships/image" Target="../media/image76.png"/><Relationship Id="rId13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8.xml"/><Relationship Id="rId4" Type="http://schemas.openxmlformats.org/officeDocument/2006/relationships/chart" Target="../charts/chart119.xml"/><Relationship Id="rId5" Type="http://schemas.openxmlformats.org/officeDocument/2006/relationships/notesSlide" Target="../notesSlides/notesSlide166.xml"/><Relationship Id="rId6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67.xml"/><Relationship Id="rId7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notesSlide" Target="../notesSlides/notesSlide171.xml"/><Relationship Id="rId5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777.png"/><Relationship Id="rId5" Type="http://schemas.openxmlformats.org/officeDocument/2006/relationships/image" Target="../media/image778.png"/><Relationship Id="rId6" Type="http://schemas.openxmlformats.org/officeDocument/2006/relationships/image" Target="../media/image779.png"/><Relationship Id="rId7" Type="http://schemas.openxmlformats.org/officeDocument/2006/relationships/image" Target="../media/image780.png"/><Relationship Id="rId8" Type="http://schemas.openxmlformats.org/officeDocument/2006/relationships/image" Target="../media/image781.png"/><Relationship Id="rId9" Type="http://schemas.openxmlformats.org/officeDocument/2006/relationships/image" Target="../media/image281.png"/><Relationship Id="rId10" Type="http://schemas.openxmlformats.org/officeDocument/2006/relationships/image" Target="../media/image782.png"/><Relationship Id="rId11" Type="http://schemas.openxmlformats.org/officeDocument/2006/relationships/image" Target="../media/image783.png"/><Relationship Id="rId12" Type="http://schemas.openxmlformats.org/officeDocument/2006/relationships/image" Target="../media/image67.png"/><Relationship Id="rId13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4.xml"/><Relationship Id="rId4" Type="http://schemas.openxmlformats.org/officeDocument/2006/relationships/chart" Target="../charts/chart125.xml"/><Relationship Id="rId5" Type="http://schemas.openxmlformats.org/officeDocument/2006/relationships/notesSlide" Target="../notesSlides/notesSlide175.xml"/><Relationship Id="rId6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6.xml"/><Relationship Id="rId4" Type="http://schemas.openxmlformats.org/officeDocument/2006/relationships/chart" Target="../charts/chart127.xml"/><Relationship Id="rId5" Type="http://schemas.openxmlformats.org/officeDocument/2006/relationships/chart" Target="../charts/chart128.xml"/><Relationship Id="rId6" Type="http://schemas.openxmlformats.org/officeDocument/2006/relationships/notesSlide" Target="../notesSlides/notesSlide176.xml"/><Relationship Id="rId7" Type="http://schemas.openxmlformats.org/officeDocument/2006/relationships/image" Target="../media/image2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9.xml"/><Relationship Id="rId4" Type="http://schemas.openxmlformats.org/officeDocument/2006/relationships/notesSlide" Target="../notesSlides/notesSlide181.xml"/><Relationship Id="rId5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Relationship Id="rId4" Type="http://schemas.openxmlformats.org/officeDocument/2006/relationships/image" Target="../media/image2.png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Relationship Id="rId4" Type="http://schemas.openxmlformats.org/officeDocument/2006/relationships/image" Target="../media/image2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0.xml"/><Relationship Id="rId4" Type="http://schemas.openxmlformats.org/officeDocument/2006/relationships/notesSlide" Target="../notesSlides/notesSlide187.xml"/><Relationship Id="rId5" Type="http://schemas.openxmlformats.org/officeDocument/2006/relationships/image" Target="../media/image2.png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1.xml"/><Relationship Id="rId4" Type="http://schemas.openxmlformats.org/officeDocument/2006/relationships/notesSlide" Target="../notesSlides/notesSlide190.xml"/><Relationship Id="rId5" Type="http://schemas.openxmlformats.org/officeDocument/2006/relationships/image" Target="../media/image2.png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1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2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2.xml"/><Relationship Id="rId4" Type="http://schemas.openxmlformats.org/officeDocument/2006/relationships/notesSlide" Target="../notesSlides/notesSlide193.xml"/><Relationship Id="rId5" Type="http://schemas.openxmlformats.org/officeDocument/2006/relationships/image" Target="../media/image2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5.xml"/><Relationship Id="rId4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6.xml"/><Relationship Id="rId4" Type="http://schemas.openxmlformats.org/officeDocument/2006/relationships/image" Target="../media/image2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3.xml"/><Relationship Id="rId4" Type="http://schemas.openxmlformats.org/officeDocument/2006/relationships/notesSlide" Target="../notesSlides/notesSlide197.xml"/><Relationship Id="rId5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2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9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4.xml"/><Relationship Id="rId4" Type="http://schemas.openxmlformats.org/officeDocument/2006/relationships/chart" Target="../charts/chart135.xml"/><Relationship Id="rId5" Type="http://schemas.openxmlformats.org/officeDocument/2006/relationships/notesSlide" Target="../notesSlides/notesSlide200.xml"/><Relationship Id="rId6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1.xml"/><Relationship Id="rId4" Type="http://schemas.openxmlformats.org/officeDocument/2006/relationships/image" Target="../media/image2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6.xml"/><Relationship Id="rId4" Type="http://schemas.openxmlformats.org/officeDocument/2006/relationships/chart" Target="../charts/chart137.xml"/><Relationship Id="rId5" Type="http://schemas.openxmlformats.org/officeDocument/2006/relationships/notesSlide" Target="../notesSlides/notesSlide202.xml"/><Relationship Id="rId6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8.xml"/><Relationship Id="rId4" Type="http://schemas.openxmlformats.org/officeDocument/2006/relationships/chart" Target="../charts/chart139.xml"/><Relationship Id="rId5" Type="http://schemas.openxmlformats.org/officeDocument/2006/relationships/notesSlide" Target="../notesSlides/notesSlide203.xml"/><Relationship Id="rId6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0.xml"/><Relationship Id="rId4" Type="http://schemas.openxmlformats.org/officeDocument/2006/relationships/chart" Target="../charts/chart141.xml"/><Relationship Id="rId5" Type="http://schemas.openxmlformats.org/officeDocument/2006/relationships/notesSlide" Target="../notesSlides/notesSlide204.xml"/><Relationship Id="rId6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5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2.xml"/><Relationship Id="rId4" Type="http://schemas.openxmlformats.org/officeDocument/2006/relationships/notesSlide" Target="../notesSlides/notesSlide206.xml"/><Relationship Id="rId5" Type="http://schemas.openxmlformats.org/officeDocument/2006/relationships/image" Target="../media/image2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3.xml"/><Relationship Id="rId4" Type="http://schemas.openxmlformats.org/officeDocument/2006/relationships/notesSlide" Target="../notesSlides/notesSlide208.xml"/><Relationship Id="rId5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9.xml"/><Relationship Id="rId4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4.xml"/><Relationship Id="rId4" Type="http://schemas.openxmlformats.org/officeDocument/2006/relationships/notesSlide" Target="../notesSlides/notesSlide210.xml"/><Relationship Id="rId5" Type="http://schemas.openxmlformats.org/officeDocument/2006/relationships/image" Target="../media/image2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5.xml"/><Relationship Id="rId4" Type="http://schemas.openxmlformats.org/officeDocument/2006/relationships/notesSlide" Target="../notesSlides/notesSlide211.xml"/><Relationship Id="rId5" Type="http://schemas.openxmlformats.org/officeDocument/2006/relationships/image" Target="../media/image2.png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Relationship Id="rId4" Type="http://schemas.openxmlformats.org/officeDocument/2006/relationships/image" Target="../media/image2.png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Relationship Id="rId4" Type="http://schemas.openxmlformats.org/officeDocument/2006/relationships/image" Target="../media/image2.png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6.xml"/><Relationship Id="rId4" Type="http://schemas.openxmlformats.org/officeDocument/2006/relationships/chart" Target="../charts/chart147.xml"/><Relationship Id="rId5" Type="http://schemas.openxmlformats.org/officeDocument/2006/relationships/notesSlide" Target="../notesSlides/notesSlide214.xml"/><Relationship Id="rId6" Type="http://schemas.openxmlformats.org/officeDocument/2006/relationships/image" Target="../media/image2.png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Relationship Id="rId4" Type="http://schemas.openxmlformats.org/officeDocument/2006/relationships/image" Target="../media/image2.png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Relationship Id="rId4" Type="http://schemas.openxmlformats.org/officeDocument/2006/relationships/image" Target="../media/image920.png"/><Relationship Id="rId5" Type="http://schemas.openxmlformats.org/officeDocument/2006/relationships/image" Target="../media/image921.png"/><Relationship Id="rId6" Type="http://schemas.openxmlformats.org/officeDocument/2006/relationships/image" Target="../media/image128.png"/><Relationship Id="rId7" Type="http://schemas.openxmlformats.org/officeDocument/2006/relationships/image" Target="../media/image922.png"/><Relationship Id="rId8" Type="http://schemas.openxmlformats.org/officeDocument/2006/relationships/image" Target="../media/image923.png"/><Relationship Id="rId9" Type="http://schemas.openxmlformats.org/officeDocument/2006/relationships/image" Target="../media/image924.png"/><Relationship Id="rId10" Type="http://schemas.openxmlformats.org/officeDocument/2006/relationships/image" Target="../media/image2.png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48.xml"/><Relationship Id="rId4" Type="http://schemas.openxmlformats.org/officeDocument/2006/relationships/chart" Target="../charts/chart149.xml"/><Relationship Id="rId5" Type="http://schemas.openxmlformats.org/officeDocument/2006/relationships/notesSlide" Target="../notesSlides/notesSlide217.xml"/><Relationship Id="rId6" Type="http://schemas.openxmlformats.org/officeDocument/2006/relationships/image" Target="../media/image2.png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0.xml"/><Relationship Id="rId4" Type="http://schemas.openxmlformats.org/officeDocument/2006/relationships/chart" Target="../charts/chart151.xml"/><Relationship Id="rId5" Type="http://schemas.openxmlformats.org/officeDocument/2006/relationships/notesSlide" Target="../notesSlides/notesSlide218.xml"/><Relationship Id="rId6" Type="http://schemas.openxmlformats.org/officeDocument/2006/relationships/image" Target="../media/image2.png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Relationship Id="rId4" Type="http://schemas.openxmlformats.org/officeDocument/2006/relationships/image" Target="../media/image2.png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Relationship Id="rId4" Type="http://schemas.openxmlformats.org/officeDocument/2006/relationships/image" Target="../media/image2.png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Relationship Id="rId4" Type="http://schemas.openxmlformats.org/officeDocument/2006/relationships/image" Target="../media/image2.png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2.xml"/><Relationship Id="rId4" Type="http://schemas.openxmlformats.org/officeDocument/2006/relationships/notesSlide" Target="../notesSlides/notesSlide222.xml"/><Relationship Id="rId5" Type="http://schemas.openxmlformats.org/officeDocument/2006/relationships/image" Target="../media/image2.png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Relationship Id="rId4" Type="http://schemas.openxmlformats.org/officeDocument/2006/relationships/image" Target="../media/image2.png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Relationship Id="rId4" Type="http://schemas.openxmlformats.org/officeDocument/2006/relationships/image" Target="../media/image2.png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6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7.xml"/><Relationship Id="rId4" Type="http://schemas.openxmlformats.org/officeDocument/2006/relationships/image" Target="../media/image935.png"/><Relationship Id="rId5" Type="http://schemas.openxmlformats.org/officeDocument/2006/relationships/image" Target="../media/image936.png"/><Relationship Id="rId6" Type="http://schemas.openxmlformats.org/officeDocument/2006/relationships/image" Target="../media/image924.png"/><Relationship Id="rId7" Type="http://schemas.openxmlformats.org/officeDocument/2006/relationships/image" Target="../media/image937.png"/><Relationship Id="rId8" Type="http://schemas.openxmlformats.org/officeDocument/2006/relationships/image" Target="../media/image938.png"/><Relationship Id="rId9" Type="http://schemas.openxmlformats.org/officeDocument/2006/relationships/image" Target="../media/image67.png"/><Relationship Id="rId10" Type="http://schemas.openxmlformats.org/officeDocument/2006/relationships/image" Target="../media/image2.png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3.xml"/><Relationship Id="rId4" Type="http://schemas.openxmlformats.org/officeDocument/2006/relationships/chart" Target="../charts/chart154.xml"/><Relationship Id="rId5" Type="http://schemas.openxmlformats.org/officeDocument/2006/relationships/notesSlide" Target="../notesSlides/notesSlide228.xml"/><Relationship Id="rId6" Type="http://schemas.openxmlformats.org/officeDocument/2006/relationships/image" Target="../media/image2.png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5.xml"/><Relationship Id="rId4" Type="http://schemas.openxmlformats.org/officeDocument/2006/relationships/chart" Target="../charts/chart156.xml"/><Relationship Id="rId5" Type="http://schemas.openxmlformats.org/officeDocument/2006/relationships/notesSlide" Target="../notesSlides/notesSlide229.xml"/><Relationship Id="rId6" Type="http://schemas.openxmlformats.org/officeDocument/2006/relationships/image" Target="../media/image2.png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0.xml"/><Relationship Id="rId4" Type="http://schemas.openxmlformats.org/officeDocument/2006/relationships/image" Target="../media/image2.png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1.xml"/><Relationship Id="rId4" Type="http://schemas.openxmlformats.org/officeDocument/2006/relationships/image" Target="../media/image2.png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7.xml"/><Relationship Id="rId4" Type="http://schemas.openxmlformats.org/officeDocument/2006/relationships/notesSlide" Target="../notesSlides/notesSlide232.xml"/><Relationship Id="rId5" Type="http://schemas.openxmlformats.org/officeDocument/2006/relationships/image" Target="../media/image2.png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3.xml"/><Relationship Id="rId4" Type="http://schemas.openxmlformats.org/officeDocument/2006/relationships/image" Target="../media/image2.png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4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5.xml"/><Relationship Id="rId4" Type="http://schemas.openxmlformats.org/officeDocument/2006/relationships/image" Target="../media/image2.png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6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7.xml"/><Relationship Id="rId4" Type="http://schemas.openxmlformats.org/officeDocument/2006/relationships/image" Target="../media/image949.png"/><Relationship Id="rId5" Type="http://schemas.openxmlformats.org/officeDocument/2006/relationships/image" Target="../media/image950.png"/><Relationship Id="rId6" Type="http://schemas.openxmlformats.org/officeDocument/2006/relationships/image" Target="../media/image131.png"/><Relationship Id="rId7" Type="http://schemas.openxmlformats.org/officeDocument/2006/relationships/image" Target="../media/image951.png"/><Relationship Id="rId8" Type="http://schemas.openxmlformats.org/officeDocument/2006/relationships/image" Target="../media/image952.png"/><Relationship Id="rId9" Type="http://schemas.openxmlformats.org/officeDocument/2006/relationships/image" Target="../media/image648.png"/><Relationship Id="rId10" Type="http://schemas.openxmlformats.org/officeDocument/2006/relationships/image" Target="../media/image953.png"/><Relationship Id="rId11" Type="http://schemas.openxmlformats.org/officeDocument/2006/relationships/image" Target="../media/image954.png"/><Relationship Id="rId12" Type="http://schemas.openxmlformats.org/officeDocument/2006/relationships/image" Target="../media/image61.png"/><Relationship Id="rId13" Type="http://schemas.openxmlformats.org/officeDocument/2006/relationships/image" Target="../media/image955.png"/><Relationship Id="rId14" Type="http://schemas.openxmlformats.org/officeDocument/2006/relationships/image" Target="../media/image956.png"/><Relationship Id="rId15" Type="http://schemas.openxmlformats.org/officeDocument/2006/relationships/image" Target="../media/image957.png"/><Relationship Id="rId16" Type="http://schemas.openxmlformats.org/officeDocument/2006/relationships/image" Target="../media/image2.png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38.xml"/><Relationship Id="rId4" Type="http://schemas.openxmlformats.org/officeDocument/2006/relationships/image" Target="../media/image958.png"/><Relationship Id="rId5" Type="http://schemas.openxmlformats.org/officeDocument/2006/relationships/image" Target="../media/image959.png"/><Relationship Id="rId6" Type="http://schemas.openxmlformats.org/officeDocument/2006/relationships/image" Target="../media/image292.png"/><Relationship Id="rId7" Type="http://schemas.openxmlformats.org/officeDocument/2006/relationships/image" Target="../media/image960.png"/><Relationship Id="rId8" Type="http://schemas.openxmlformats.org/officeDocument/2006/relationships/image" Target="../media/image961.png"/><Relationship Id="rId9" Type="http://schemas.openxmlformats.org/officeDocument/2006/relationships/image" Target="../media/image962.png"/><Relationship Id="rId10" Type="http://schemas.openxmlformats.org/officeDocument/2006/relationships/image" Target="../media/image963.png"/><Relationship Id="rId11" Type="http://schemas.openxmlformats.org/officeDocument/2006/relationships/image" Target="../media/image964.png"/><Relationship Id="rId12" Type="http://schemas.openxmlformats.org/officeDocument/2006/relationships/image" Target="../media/image73.png"/><Relationship Id="rId13" Type="http://schemas.openxmlformats.org/officeDocument/2006/relationships/image" Target="../media/image965.png"/><Relationship Id="rId14" Type="http://schemas.openxmlformats.org/officeDocument/2006/relationships/image" Target="../media/image966.png"/><Relationship Id="rId15" Type="http://schemas.openxmlformats.org/officeDocument/2006/relationships/image" Target="../media/image87.png"/><Relationship Id="rId16" Type="http://schemas.openxmlformats.org/officeDocument/2006/relationships/image" Target="../media/image2.png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8.xml"/><Relationship Id="rId4" Type="http://schemas.openxmlformats.org/officeDocument/2006/relationships/chart" Target="../charts/chart159.xml"/><Relationship Id="rId5" Type="http://schemas.openxmlformats.org/officeDocument/2006/relationships/notesSlide" Target="../notesSlides/notesSlide239.xml"/><Relationship Id="rId6" Type="http://schemas.openxmlformats.org/officeDocument/2006/relationships/image" Target="../media/image2.png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0.xml"/><Relationship Id="rId4" Type="http://schemas.openxmlformats.org/officeDocument/2006/relationships/chart" Target="../charts/chart161.xml"/><Relationship Id="rId5" Type="http://schemas.openxmlformats.org/officeDocument/2006/relationships/chart" Target="../charts/chart162.xml"/><Relationship Id="rId6" Type="http://schemas.openxmlformats.org/officeDocument/2006/relationships/chart" Target="../charts/chart163.xml"/><Relationship Id="rId7" Type="http://schemas.openxmlformats.org/officeDocument/2006/relationships/notesSlide" Target="../notesSlides/notesSlide240.xml"/><Relationship Id="rId8" Type="http://schemas.openxmlformats.org/officeDocument/2006/relationships/image" Target="../media/image2.png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4.xml"/><Relationship Id="rId4" Type="http://schemas.openxmlformats.org/officeDocument/2006/relationships/chart" Target="../charts/chart165.xml"/><Relationship Id="rId5" Type="http://schemas.openxmlformats.org/officeDocument/2006/relationships/chart" Target="../charts/chart166.xml"/><Relationship Id="rId6" Type="http://schemas.openxmlformats.org/officeDocument/2006/relationships/chart" Target="../charts/chart167.xml"/><Relationship Id="rId7" Type="http://schemas.openxmlformats.org/officeDocument/2006/relationships/notesSlide" Target="../notesSlides/notesSlide241.xml"/><Relationship Id="rId8" Type="http://schemas.openxmlformats.org/officeDocument/2006/relationships/image" Target="../media/image2.png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2.xml"/><Relationship Id="rId4" Type="http://schemas.openxmlformats.org/officeDocument/2006/relationships/image" Target="../media/image2.png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3.xml"/><Relationship Id="rId4" Type="http://schemas.openxmlformats.org/officeDocument/2006/relationships/image" Target="../media/image2.png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8.xml"/><Relationship Id="rId4" Type="http://schemas.openxmlformats.org/officeDocument/2006/relationships/notesSlide" Target="../notesSlides/notesSlide244.xml"/><Relationship Id="rId5" Type="http://schemas.openxmlformats.org/officeDocument/2006/relationships/image" Target="../media/image2.png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5.xml"/><Relationship Id="rId4" Type="http://schemas.openxmlformats.org/officeDocument/2006/relationships/image" Target="../media/image2.png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6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7.xml"/><Relationship Id="rId4" Type="http://schemas.openxmlformats.org/officeDocument/2006/relationships/image" Target="../media/image2.png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8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9.xml"/><Relationship Id="rId4" Type="http://schemas.openxmlformats.org/officeDocument/2006/relationships/image" Target="../media/image1005.png"/><Relationship Id="rId5" Type="http://schemas.openxmlformats.org/officeDocument/2006/relationships/image" Target="../media/image1006.png"/><Relationship Id="rId6" Type="http://schemas.openxmlformats.org/officeDocument/2006/relationships/image" Target="../media/image109.png"/><Relationship Id="rId7" Type="http://schemas.openxmlformats.org/officeDocument/2006/relationships/image" Target="../media/image1007.png"/><Relationship Id="rId8" Type="http://schemas.openxmlformats.org/officeDocument/2006/relationships/image" Target="../media/image1008.png"/><Relationship Id="rId9" Type="http://schemas.openxmlformats.org/officeDocument/2006/relationships/image" Target="../media/image957.png"/><Relationship Id="rId10" Type="http://schemas.openxmlformats.org/officeDocument/2006/relationships/image" Target="../media/image1009.png"/><Relationship Id="rId11" Type="http://schemas.openxmlformats.org/officeDocument/2006/relationships/image" Target="../media/image1010.png"/><Relationship Id="rId12" Type="http://schemas.openxmlformats.org/officeDocument/2006/relationships/image" Target="../media/image418.png"/><Relationship Id="rId13" Type="http://schemas.openxmlformats.org/officeDocument/2006/relationships/image" Target="../media/image1011.png"/><Relationship Id="rId14" Type="http://schemas.openxmlformats.org/officeDocument/2006/relationships/image" Target="../media/image1012.png"/><Relationship Id="rId15" Type="http://schemas.openxmlformats.org/officeDocument/2006/relationships/image" Target="../media/image1013.png"/><Relationship Id="rId16" Type="http://schemas.openxmlformats.org/officeDocument/2006/relationships/image" Target="../media/image2.png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69.xml"/><Relationship Id="rId4" Type="http://schemas.openxmlformats.org/officeDocument/2006/relationships/chart" Target="../charts/chart170.xml"/><Relationship Id="rId5" Type="http://schemas.openxmlformats.org/officeDocument/2006/relationships/notesSlide" Target="../notesSlides/notesSlide250.xml"/><Relationship Id="rId6" Type="http://schemas.openxmlformats.org/officeDocument/2006/relationships/image" Target="../media/image2.png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1.xml"/><Relationship Id="rId4" Type="http://schemas.openxmlformats.org/officeDocument/2006/relationships/chart" Target="../charts/chart172.xml"/><Relationship Id="rId5" Type="http://schemas.openxmlformats.org/officeDocument/2006/relationships/chart" Target="../charts/chart173.xml"/><Relationship Id="rId6" Type="http://schemas.openxmlformats.org/officeDocument/2006/relationships/chart" Target="../charts/chart174.xml"/><Relationship Id="rId7" Type="http://schemas.openxmlformats.org/officeDocument/2006/relationships/notesSlide" Target="../notesSlides/notesSlide251.xml"/><Relationship Id="rId8" Type="http://schemas.openxmlformats.org/officeDocument/2006/relationships/image" Target="../media/image2.png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2.xml"/><Relationship Id="rId4" Type="http://schemas.openxmlformats.org/officeDocument/2006/relationships/image" Target="../media/image2.png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3.xml"/><Relationship Id="rId4" Type="http://schemas.openxmlformats.org/officeDocument/2006/relationships/image" Target="../media/image2.png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5.xml"/><Relationship Id="rId4" Type="http://schemas.openxmlformats.org/officeDocument/2006/relationships/notesSlide" Target="../notesSlides/notesSlide254.xml"/><Relationship Id="rId5" Type="http://schemas.openxmlformats.org/officeDocument/2006/relationships/image" Target="../media/image2.png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5.xml"/><Relationship Id="rId4" Type="http://schemas.openxmlformats.org/officeDocument/2006/relationships/image" Target="../media/image2.png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6.xml"/><Relationship Id="rId4" Type="http://schemas.openxmlformats.org/officeDocument/2006/relationships/image" Target="../media/image2.png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7.xml"/><Relationship Id="rId4" Type="http://schemas.openxmlformats.org/officeDocument/2006/relationships/image" Target="../media/image1034.png"/><Relationship Id="rId5" Type="http://schemas.openxmlformats.org/officeDocument/2006/relationships/image" Target="../media/image1035.png"/><Relationship Id="rId6" Type="http://schemas.openxmlformats.org/officeDocument/2006/relationships/image" Target="../media/image418.png"/><Relationship Id="rId7" Type="http://schemas.openxmlformats.org/officeDocument/2006/relationships/image" Target="../media/image1036.png"/><Relationship Id="rId8" Type="http://schemas.openxmlformats.org/officeDocument/2006/relationships/image" Target="../media/image1037.png"/><Relationship Id="rId9" Type="http://schemas.openxmlformats.org/officeDocument/2006/relationships/image" Target="../media/image152.png"/><Relationship Id="rId10" Type="http://schemas.openxmlformats.org/officeDocument/2006/relationships/image" Target="../media/image1038.png"/><Relationship Id="rId11" Type="http://schemas.openxmlformats.org/officeDocument/2006/relationships/image" Target="../media/image1039.png"/><Relationship Id="rId12" Type="http://schemas.openxmlformats.org/officeDocument/2006/relationships/image" Target="../media/image101.png"/><Relationship Id="rId13" Type="http://schemas.openxmlformats.org/officeDocument/2006/relationships/image" Target="../media/image1040.png"/><Relationship Id="rId14" Type="http://schemas.openxmlformats.org/officeDocument/2006/relationships/image" Target="../media/image1041.png"/><Relationship Id="rId15" Type="http://schemas.openxmlformats.org/officeDocument/2006/relationships/image" Target="../media/image1042.png"/><Relationship Id="rId16" Type="http://schemas.openxmlformats.org/officeDocument/2006/relationships/image" Target="../media/image2.png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8.xml"/><Relationship Id="rId4" Type="http://schemas.openxmlformats.org/officeDocument/2006/relationships/image" Target="../media/image1043.png"/><Relationship Id="rId5" Type="http://schemas.openxmlformats.org/officeDocument/2006/relationships/image" Target="../media/image1044.png"/><Relationship Id="rId6" Type="http://schemas.openxmlformats.org/officeDocument/2006/relationships/image" Target="../media/image601.png"/><Relationship Id="rId7" Type="http://schemas.openxmlformats.org/officeDocument/2006/relationships/image" Target="../media/image1045.png"/><Relationship Id="rId8" Type="http://schemas.openxmlformats.org/officeDocument/2006/relationships/image" Target="../media/image1046.png"/><Relationship Id="rId9" Type="http://schemas.openxmlformats.org/officeDocument/2006/relationships/image" Target="../media/image1047.png"/><Relationship Id="rId10" Type="http://schemas.openxmlformats.org/officeDocument/2006/relationships/image" Target="../media/image1048.png"/><Relationship Id="rId11" Type="http://schemas.openxmlformats.org/officeDocument/2006/relationships/image" Target="../media/image1049.png"/><Relationship Id="rId12" Type="http://schemas.openxmlformats.org/officeDocument/2006/relationships/image" Target="../media/image1050.png"/><Relationship Id="rId13" Type="http://schemas.openxmlformats.org/officeDocument/2006/relationships/image" Target="../media/image2.png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6.xml"/><Relationship Id="rId4" Type="http://schemas.openxmlformats.org/officeDocument/2006/relationships/chart" Target="../charts/chart177.xml"/><Relationship Id="rId5" Type="http://schemas.openxmlformats.org/officeDocument/2006/relationships/notesSlide" Target="../notesSlides/notesSlide259.xml"/><Relationship Id="rId6" Type="http://schemas.openxmlformats.org/officeDocument/2006/relationships/image" Target="../media/image2.png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8.xml"/><Relationship Id="rId4" Type="http://schemas.openxmlformats.org/officeDocument/2006/relationships/chart" Target="../charts/chart179.xml"/><Relationship Id="rId5" Type="http://schemas.openxmlformats.org/officeDocument/2006/relationships/chart" Target="../charts/chart180.xml"/><Relationship Id="rId6" Type="http://schemas.openxmlformats.org/officeDocument/2006/relationships/chart" Target="../charts/chart181.xml"/><Relationship Id="rId7" Type="http://schemas.openxmlformats.org/officeDocument/2006/relationships/notesSlide" Target="../notesSlides/notesSlide260.xml"/><Relationship Id="rId8" Type="http://schemas.openxmlformats.org/officeDocument/2006/relationships/image" Target="../media/image2.png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2.xml"/><Relationship Id="rId4" Type="http://schemas.openxmlformats.org/officeDocument/2006/relationships/chart" Target="../charts/chart183.xml"/><Relationship Id="rId5" Type="http://schemas.openxmlformats.org/officeDocument/2006/relationships/chart" Target="../charts/chart184.xml"/><Relationship Id="rId6" Type="http://schemas.openxmlformats.org/officeDocument/2006/relationships/notesSlide" Target="../notesSlides/notesSlide261.xml"/><Relationship Id="rId7" Type="http://schemas.openxmlformats.org/officeDocument/2006/relationships/image" Target="../media/image2.png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2.xml"/><Relationship Id="rId4" Type="http://schemas.openxmlformats.org/officeDocument/2006/relationships/image" Target="../media/image2.png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3.xml"/><Relationship Id="rId4" Type="http://schemas.openxmlformats.org/officeDocument/2006/relationships/image" Target="../media/image2.png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5.xml"/><Relationship Id="rId4" Type="http://schemas.openxmlformats.org/officeDocument/2006/relationships/notesSlide" Target="../notesSlides/notesSlide264.xml"/><Relationship Id="rId5" Type="http://schemas.openxmlformats.org/officeDocument/2006/relationships/image" Target="../media/image2.png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5.xml"/><Relationship Id="rId4" Type="http://schemas.openxmlformats.org/officeDocument/2006/relationships/image" Target="../media/image2.png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6.xml"/><Relationship Id="rId4" Type="http://schemas.openxmlformats.org/officeDocument/2006/relationships/image" Target="../media/image2.png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7.xml"/><Relationship Id="rId4" Type="http://schemas.openxmlformats.org/officeDocument/2006/relationships/image" Target="../media/image1085.png"/><Relationship Id="rId5" Type="http://schemas.openxmlformats.org/officeDocument/2006/relationships/image" Target="../media/image1086.png"/><Relationship Id="rId6" Type="http://schemas.openxmlformats.org/officeDocument/2006/relationships/image" Target="../media/image128.png"/><Relationship Id="rId7" Type="http://schemas.openxmlformats.org/officeDocument/2006/relationships/image" Target="../media/image1087.png"/><Relationship Id="rId8" Type="http://schemas.openxmlformats.org/officeDocument/2006/relationships/image" Target="../media/image1088.png"/><Relationship Id="rId9" Type="http://schemas.openxmlformats.org/officeDocument/2006/relationships/image" Target="../media/image421.png"/><Relationship Id="rId10" Type="http://schemas.openxmlformats.org/officeDocument/2006/relationships/image" Target="../media/image1089.png"/><Relationship Id="rId11" Type="http://schemas.openxmlformats.org/officeDocument/2006/relationships/image" Target="../media/image1090.png"/><Relationship Id="rId12" Type="http://schemas.openxmlformats.org/officeDocument/2006/relationships/image" Target="../media/image706.png"/><Relationship Id="rId13" Type="http://schemas.openxmlformats.org/officeDocument/2006/relationships/image" Target="../media/image2.png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6.xml"/><Relationship Id="rId4" Type="http://schemas.openxmlformats.org/officeDocument/2006/relationships/chart" Target="../charts/chart187.xml"/><Relationship Id="rId5" Type="http://schemas.openxmlformats.org/officeDocument/2006/relationships/notesSlide" Target="../notesSlides/notesSlide268.xml"/><Relationship Id="rId6" Type="http://schemas.openxmlformats.org/officeDocument/2006/relationships/image" Target="../media/image2.png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88.xml"/><Relationship Id="rId4" Type="http://schemas.openxmlformats.org/officeDocument/2006/relationships/chart" Target="../charts/chart189.xml"/><Relationship Id="rId5" Type="http://schemas.openxmlformats.org/officeDocument/2006/relationships/chart" Target="../charts/chart190.xml"/><Relationship Id="rId6" Type="http://schemas.openxmlformats.org/officeDocument/2006/relationships/notesSlide" Target="../notesSlides/notesSlide269.xml"/><Relationship Id="rId7" Type="http://schemas.openxmlformats.org/officeDocument/2006/relationships/image" Target="../media/image2.png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0.xml"/><Relationship Id="rId4" Type="http://schemas.openxmlformats.org/officeDocument/2006/relationships/image" Target="../media/image2.png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1.xml"/><Relationship Id="rId4" Type="http://schemas.openxmlformats.org/officeDocument/2006/relationships/image" Target="../media/image2.png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1.xml"/><Relationship Id="rId4" Type="http://schemas.openxmlformats.org/officeDocument/2006/relationships/notesSlide" Target="../notesSlides/notesSlide272.xml"/><Relationship Id="rId5" Type="http://schemas.openxmlformats.org/officeDocument/2006/relationships/image" Target="../media/image2.png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3.xml"/><Relationship Id="rId4" Type="http://schemas.openxmlformats.org/officeDocument/2006/relationships/image" Target="../media/image2.png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4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5.xml"/><Relationship Id="rId4" Type="http://schemas.openxmlformats.org/officeDocument/2006/relationships/image" Target="../media/image2.png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6.xml"/><Relationship Id="rId4" Type="http://schemas.openxmlformats.org/officeDocument/2006/relationships/image" Target="../media/image2.png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7.xml"/><Relationship Id="rId4" Type="http://schemas.openxmlformats.org/officeDocument/2006/relationships/image" Target="../media/image1106.png"/><Relationship Id="rId5" Type="http://schemas.openxmlformats.org/officeDocument/2006/relationships/image" Target="../media/image1107.png"/><Relationship Id="rId6" Type="http://schemas.openxmlformats.org/officeDocument/2006/relationships/image" Target="../media/image61.png"/><Relationship Id="rId7" Type="http://schemas.openxmlformats.org/officeDocument/2006/relationships/image" Target="../media/image1108.png"/><Relationship Id="rId8" Type="http://schemas.openxmlformats.org/officeDocument/2006/relationships/image" Target="../media/image1109.png"/><Relationship Id="rId9" Type="http://schemas.openxmlformats.org/officeDocument/2006/relationships/image" Target="../media/image1110.png"/><Relationship Id="rId10" Type="http://schemas.openxmlformats.org/officeDocument/2006/relationships/image" Target="../media/image2.png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2.xml"/><Relationship Id="rId4" Type="http://schemas.openxmlformats.org/officeDocument/2006/relationships/chart" Target="../charts/chart193.xml"/><Relationship Id="rId5" Type="http://schemas.openxmlformats.org/officeDocument/2006/relationships/notesSlide" Target="../notesSlides/notesSlide278.xml"/><Relationship Id="rId6" Type="http://schemas.openxmlformats.org/officeDocument/2006/relationships/image" Target="../media/image2.png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4.xml"/><Relationship Id="rId4" Type="http://schemas.openxmlformats.org/officeDocument/2006/relationships/chart" Target="../charts/chart195.xml"/><Relationship Id="rId5" Type="http://schemas.openxmlformats.org/officeDocument/2006/relationships/notesSlide" Target="../notesSlides/notesSlide279.xml"/><Relationship Id="rId6" Type="http://schemas.openxmlformats.org/officeDocument/2006/relationships/image" Target="../media/image2.png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0.xml"/><Relationship Id="rId4" Type="http://schemas.openxmlformats.org/officeDocument/2006/relationships/image" Target="../media/image2.png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1.xml"/><Relationship Id="rId4" Type="http://schemas.openxmlformats.org/officeDocument/2006/relationships/image" Target="../media/image2.png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6.xml"/><Relationship Id="rId4" Type="http://schemas.openxmlformats.org/officeDocument/2006/relationships/notesSlide" Target="../notesSlides/notesSlide282.xml"/><Relationship Id="rId5" Type="http://schemas.openxmlformats.org/officeDocument/2006/relationships/image" Target="../media/image2.png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3.xml"/><Relationship Id="rId4" Type="http://schemas.openxmlformats.org/officeDocument/2006/relationships/image" Target="../media/image2.png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4.xml"/><Relationship Id="rId4" Type="http://schemas.openxmlformats.org/officeDocument/2006/relationships/image" Target="../media/image2.png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5.xml"/><Relationship Id="rId4" Type="http://schemas.openxmlformats.org/officeDocument/2006/relationships/image" Target="../media/image1121.png"/><Relationship Id="rId5" Type="http://schemas.openxmlformats.org/officeDocument/2006/relationships/image" Target="../media/image1122.png"/><Relationship Id="rId6" Type="http://schemas.openxmlformats.org/officeDocument/2006/relationships/image" Target="../media/image106.png"/><Relationship Id="rId7" Type="http://schemas.openxmlformats.org/officeDocument/2006/relationships/image" Target="../media/image1123.png"/><Relationship Id="rId8" Type="http://schemas.openxmlformats.org/officeDocument/2006/relationships/image" Target="../media/image1124.png"/><Relationship Id="rId9" Type="http://schemas.openxmlformats.org/officeDocument/2006/relationships/image" Target="../media/image779.png"/><Relationship Id="rId10" Type="http://schemas.openxmlformats.org/officeDocument/2006/relationships/image" Target="../media/image1125.png"/><Relationship Id="rId11" Type="http://schemas.openxmlformats.org/officeDocument/2006/relationships/image" Target="../media/image1126.png"/><Relationship Id="rId12" Type="http://schemas.openxmlformats.org/officeDocument/2006/relationships/image" Target="../media/image1127.png"/><Relationship Id="rId13" Type="http://schemas.openxmlformats.org/officeDocument/2006/relationships/image" Target="../media/image1128.png"/><Relationship Id="rId14" Type="http://schemas.openxmlformats.org/officeDocument/2006/relationships/image" Target="../media/image1129.png"/><Relationship Id="rId15" Type="http://schemas.openxmlformats.org/officeDocument/2006/relationships/image" Target="../media/image1130.png"/><Relationship Id="rId16" Type="http://schemas.openxmlformats.org/officeDocument/2006/relationships/image" Target="../media/image1131.png"/><Relationship Id="rId17" Type="http://schemas.openxmlformats.org/officeDocument/2006/relationships/image" Target="../media/image1132.png"/><Relationship Id="rId18" Type="http://schemas.openxmlformats.org/officeDocument/2006/relationships/image" Target="../media/image1133.png"/><Relationship Id="rId19" Type="http://schemas.openxmlformats.org/officeDocument/2006/relationships/image" Target="../media/image1134.png"/><Relationship Id="rId20" Type="http://schemas.openxmlformats.org/officeDocument/2006/relationships/image" Target="../media/image1042.png"/><Relationship Id="rId21" Type="http://schemas.openxmlformats.org/officeDocument/2006/relationships/image" Target="../media/image2.png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7.xml"/><Relationship Id="rId4" Type="http://schemas.openxmlformats.org/officeDocument/2006/relationships/chart" Target="../charts/chart198.xml"/><Relationship Id="rId5" Type="http://schemas.openxmlformats.org/officeDocument/2006/relationships/notesSlide" Target="../notesSlides/notesSlide286.xml"/><Relationship Id="rId6" Type="http://schemas.openxmlformats.org/officeDocument/2006/relationships/image" Target="../media/image2.png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99.xml"/><Relationship Id="rId4" Type="http://schemas.openxmlformats.org/officeDocument/2006/relationships/chart" Target="../charts/chart200.xml"/><Relationship Id="rId5" Type="http://schemas.openxmlformats.org/officeDocument/2006/relationships/chart" Target="../charts/chart201.xml"/><Relationship Id="rId6" Type="http://schemas.openxmlformats.org/officeDocument/2006/relationships/chart" Target="../charts/chart202.xml"/><Relationship Id="rId7" Type="http://schemas.openxmlformats.org/officeDocument/2006/relationships/notesSlide" Target="../notesSlides/notesSlide287.xml"/><Relationship Id="rId8" Type="http://schemas.openxmlformats.org/officeDocument/2006/relationships/image" Target="../media/image2.png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3.xml"/><Relationship Id="rId4" Type="http://schemas.openxmlformats.org/officeDocument/2006/relationships/chart" Target="../charts/chart204.xml"/><Relationship Id="rId5" Type="http://schemas.openxmlformats.org/officeDocument/2006/relationships/notesSlide" Target="../notesSlides/notesSlide288.xml"/><Relationship Id="rId6" Type="http://schemas.openxmlformats.org/officeDocument/2006/relationships/image" Target="../media/image2.png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89.xml"/><Relationship Id="rId4" Type="http://schemas.openxmlformats.org/officeDocument/2006/relationships/image" Target="../media/image2.png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0.xml"/><Relationship Id="rId4" Type="http://schemas.openxmlformats.org/officeDocument/2006/relationships/image" Target="../media/image2.png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5.xml"/><Relationship Id="rId4" Type="http://schemas.openxmlformats.org/officeDocument/2006/relationships/notesSlide" Target="../notesSlides/notesSlide291.xml"/><Relationship Id="rId5" Type="http://schemas.openxmlformats.org/officeDocument/2006/relationships/image" Target="../media/image2.png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2.xml"/><Relationship Id="rId4" Type="http://schemas.openxmlformats.org/officeDocument/2006/relationships/image" Target="../media/image2.png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3.xml"/><Relationship Id="rId4" Type="http://schemas.openxmlformats.org/officeDocument/2006/relationships/image" Target="../media/image2.png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4.xml"/><Relationship Id="rId4" Type="http://schemas.openxmlformats.org/officeDocument/2006/relationships/image" Target="../media/image1164.png"/><Relationship Id="rId5" Type="http://schemas.openxmlformats.org/officeDocument/2006/relationships/image" Target="../media/image1165.png"/><Relationship Id="rId6" Type="http://schemas.openxmlformats.org/officeDocument/2006/relationships/image" Target="../media/image1166.png"/><Relationship Id="rId7" Type="http://schemas.openxmlformats.org/officeDocument/2006/relationships/image" Target="../media/image1167.png"/><Relationship Id="rId8" Type="http://schemas.openxmlformats.org/officeDocument/2006/relationships/image" Target="../media/image1168.png"/><Relationship Id="rId9" Type="http://schemas.openxmlformats.org/officeDocument/2006/relationships/image" Target="../media/image424.png"/><Relationship Id="rId10" Type="http://schemas.openxmlformats.org/officeDocument/2006/relationships/image" Target="../media/image1169.png"/><Relationship Id="rId11" Type="http://schemas.openxmlformats.org/officeDocument/2006/relationships/image" Target="../media/image1170.png"/><Relationship Id="rId12" Type="http://schemas.openxmlformats.org/officeDocument/2006/relationships/image" Target="../media/image73.png"/><Relationship Id="rId13" Type="http://schemas.openxmlformats.org/officeDocument/2006/relationships/image" Target="../media/image1171.png"/><Relationship Id="rId14" Type="http://schemas.openxmlformats.org/officeDocument/2006/relationships/image" Target="../media/image1172.png"/><Relationship Id="rId15" Type="http://schemas.openxmlformats.org/officeDocument/2006/relationships/image" Target="../media/image2.png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6.xml"/><Relationship Id="rId4" Type="http://schemas.openxmlformats.org/officeDocument/2006/relationships/chart" Target="../charts/chart207.xml"/><Relationship Id="rId5" Type="http://schemas.openxmlformats.org/officeDocument/2006/relationships/notesSlide" Target="../notesSlides/notesSlide295.xml"/><Relationship Id="rId6" Type="http://schemas.openxmlformats.org/officeDocument/2006/relationships/image" Target="../media/image2.png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08.xml"/><Relationship Id="rId4" Type="http://schemas.openxmlformats.org/officeDocument/2006/relationships/chart" Target="../charts/chart209.xml"/><Relationship Id="rId5" Type="http://schemas.openxmlformats.org/officeDocument/2006/relationships/chart" Target="../charts/chart210.xml"/><Relationship Id="rId6" Type="http://schemas.openxmlformats.org/officeDocument/2006/relationships/chart" Target="../charts/chart211.xml"/><Relationship Id="rId7" Type="http://schemas.openxmlformats.org/officeDocument/2006/relationships/notesSlide" Target="../notesSlides/notesSlide296.xml"/><Relationship Id="rId8" Type="http://schemas.openxmlformats.org/officeDocument/2006/relationships/image" Target="../media/image2.png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7.xml"/><Relationship Id="rId4" Type="http://schemas.openxmlformats.org/officeDocument/2006/relationships/image" Target="../media/image2.png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8.xml"/><Relationship Id="rId4" Type="http://schemas.openxmlformats.org/officeDocument/2006/relationships/image" Target="../media/image2.png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2.xml"/><Relationship Id="rId4" Type="http://schemas.openxmlformats.org/officeDocument/2006/relationships/notesSlide" Target="../notesSlides/notesSlide299.xml"/><Relationship Id="rId5" Type="http://schemas.openxmlformats.org/officeDocument/2006/relationships/image" Target="../media/image2.png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0.xml"/><Relationship Id="rId4" Type="http://schemas.openxmlformats.org/officeDocument/2006/relationships/image" Target="../media/image2.png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1.xml"/><Relationship Id="rId4" Type="http://schemas.openxmlformats.org/officeDocument/2006/relationships/image" Target="../media/image2.png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2.xml"/><Relationship Id="rId4" Type="http://schemas.openxmlformats.org/officeDocument/2006/relationships/image" Target="../media/image1191.png"/><Relationship Id="rId5" Type="http://schemas.openxmlformats.org/officeDocument/2006/relationships/image" Target="../media/image1192.png"/><Relationship Id="rId6" Type="http://schemas.openxmlformats.org/officeDocument/2006/relationships/image" Target="../media/image485.png"/><Relationship Id="rId7" Type="http://schemas.openxmlformats.org/officeDocument/2006/relationships/image" Target="../media/image1193.png"/><Relationship Id="rId8" Type="http://schemas.openxmlformats.org/officeDocument/2006/relationships/image" Target="../media/image1194.png"/><Relationship Id="rId9" Type="http://schemas.openxmlformats.org/officeDocument/2006/relationships/image" Target="../media/image106.png"/><Relationship Id="rId10" Type="http://schemas.openxmlformats.org/officeDocument/2006/relationships/image" Target="../media/image1195.png"/><Relationship Id="rId11" Type="http://schemas.openxmlformats.org/officeDocument/2006/relationships/image" Target="../media/image1196.png"/><Relationship Id="rId12" Type="http://schemas.openxmlformats.org/officeDocument/2006/relationships/image" Target="../media/image1197.png"/><Relationship Id="rId13" Type="http://schemas.openxmlformats.org/officeDocument/2006/relationships/image" Target="../media/image2.png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3.xml"/><Relationship Id="rId4" Type="http://schemas.openxmlformats.org/officeDocument/2006/relationships/chart" Target="../charts/chart214.xml"/><Relationship Id="rId5" Type="http://schemas.openxmlformats.org/officeDocument/2006/relationships/notesSlide" Target="../notesSlides/notesSlide303.xml"/><Relationship Id="rId6" Type="http://schemas.openxmlformats.org/officeDocument/2006/relationships/image" Target="../media/image2.png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5.xml"/><Relationship Id="rId4" Type="http://schemas.openxmlformats.org/officeDocument/2006/relationships/chart" Target="../charts/chart216.xml"/><Relationship Id="rId5" Type="http://schemas.openxmlformats.org/officeDocument/2006/relationships/chart" Target="../charts/chart217.xml"/><Relationship Id="rId6" Type="http://schemas.openxmlformats.org/officeDocument/2006/relationships/notesSlide" Target="../notesSlides/notesSlide304.xml"/><Relationship Id="rId7" Type="http://schemas.openxmlformats.org/officeDocument/2006/relationships/image" Target="../media/image2.png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5.xml"/><Relationship Id="rId4" Type="http://schemas.openxmlformats.org/officeDocument/2006/relationships/image" Target="../media/image2.png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6.xml"/><Relationship Id="rId4" Type="http://schemas.openxmlformats.org/officeDocument/2006/relationships/image" Target="../media/image2.png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8.xml"/><Relationship Id="rId4" Type="http://schemas.openxmlformats.org/officeDocument/2006/relationships/notesSlide" Target="../notesSlides/notesSlide307.xml"/><Relationship Id="rId5" Type="http://schemas.openxmlformats.org/officeDocument/2006/relationships/image" Target="../media/image2.png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8.xml"/><Relationship Id="rId4" Type="http://schemas.openxmlformats.org/officeDocument/2006/relationships/image" Target="../media/image2.png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9.xml"/><Relationship Id="rId4" Type="http://schemas.openxmlformats.org/officeDocument/2006/relationships/image" Target="../media/image2.png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0.xml"/><Relationship Id="rId4" Type="http://schemas.openxmlformats.org/officeDocument/2006/relationships/image" Target="../media/image1213.png"/><Relationship Id="rId5" Type="http://schemas.openxmlformats.org/officeDocument/2006/relationships/image" Target="../media/image1214.png"/><Relationship Id="rId6" Type="http://schemas.openxmlformats.org/officeDocument/2006/relationships/image" Target="../media/image128.png"/><Relationship Id="rId7" Type="http://schemas.openxmlformats.org/officeDocument/2006/relationships/image" Target="../media/image1215.png"/><Relationship Id="rId8" Type="http://schemas.openxmlformats.org/officeDocument/2006/relationships/image" Target="../media/image1216.png"/><Relationship Id="rId9" Type="http://schemas.openxmlformats.org/officeDocument/2006/relationships/image" Target="../media/image1217.png"/><Relationship Id="rId10" Type="http://schemas.openxmlformats.org/officeDocument/2006/relationships/image" Target="../media/image1218.png"/><Relationship Id="rId11" Type="http://schemas.openxmlformats.org/officeDocument/2006/relationships/image" Target="../media/image1219.png"/><Relationship Id="rId12" Type="http://schemas.openxmlformats.org/officeDocument/2006/relationships/image" Target="../media/image106.png"/><Relationship Id="rId13" Type="http://schemas.openxmlformats.org/officeDocument/2006/relationships/image" Target="../media/image1220.png"/><Relationship Id="rId14" Type="http://schemas.openxmlformats.org/officeDocument/2006/relationships/image" Target="../media/image1221.png"/><Relationship Id="rId15" Type="http://schemas.openxmlformats.org/officeDocument/2006/relationships/image" Target="../media/image524.png"/><Relationship Id="rId16" Type="http://schemas.openxmlformats.org/officeDocument/2006/relationships/image" Target="../media/image2.png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9.xml"/><Relationship Id="rId4" Type="http://schemas.openxmlformats.org/officeDocument/2006/relationships/chart" Target="../charts/chart220.xml"/><Relationship Id="rId5" Type="http://schemas.openxmlformats.org/officeDocument/2006/relationships/notesSlide" Target="../notesSlides/notesSlide311.xml"/><Relationship Id="rId6" Type="http://schemas.openxmlformats.org/officeDocument/2006/relationships/image" Target="../media/image2.png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1.xml"/><Relationship Id="rId4" Type="http://schemas.openxmlformats.org/officeDocument/2006/relationships/chart" Target="../charts/chart222.xml"/><Relationship Id="rId5" Type="http://schemas.openxmlformats.org/officeDocument/2006/relationships/chart" Target="../charts/chart223.xml"/><Relationship Id="rId6" Type="http://schemas.openxmlformats.org/officeDocument/2006/relationships/chart" Target="../charts/chart224.xml"/><Relationship Id="rId7" Type="http://schemas.openxmlformats.org/officeDocument/2006/relationships/notesSlide" Target="../notesSlides/notesSlide312.xml"/><Relationship Id="rId8" Type="http://schemas.openxmlformats.org/officeDocument/2006/relationships/image" Target="../media/image2.png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3.xml"/><Relationship Id="rId4" Type="http://schemas.openxmlformats.org/officeDocument/2006/relationships/image" Target="../media/image2.png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4.xml"/><Relationship Id="rId4" Type="http://schemas.openxmlformats.org/officeDocument/2006/relationships/image" Target="../media/image2.png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5.xml"/><Relationship Id="rId4" Type="http://schemas.openxmlformats.org/officeDocument/2006/relationships/notesSlide" Target="../notesSlides/notesSlide315.xml"/><Relationship Id="rId5" Type="http://schemas.openxmlformats.org/officeDocument/2006/relationships/image" Target="../media/image2.png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6.xml"/><Relationship Id="rId4" Type="http://schemas.openxmlformats.org/officeDocument/2006/relationships/image" Target="../media/image2.png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7.xml"/><Relationship Id="rId4" Type="http://schemas.openxmlformats.org/officeDocument/2006/relationships/image" Target="../media/image2.png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18.xml"/><Relationship Id="rId4" Type="http://schemas.openxmlformats.org/officeDocument/2006/relationships/image" Target="../media/image1242.png"/><Relationship Id="rId5" Type="http://schemas.openxmlformats.org/officeDocument/2006/relationships/image" Target="../media/image1243.png"/><Relationship Id="rId6" Type="http://schemas.openxmlformats.org/officeDocument/2006/relationships/image" Target="../media/image779.png"/><Relationship Id="rId7" Type="http://schemas.openxmlformats.org/officeDocument/2006/relationships/image" Target="../media/image1244.png"/><Relationship Id="rId8" Type="http://schemas.openxmlformats.org/officeDocument/2006/relationships/image" Target="../media/image1245.png"/><Relationship Id="rId9" Type="http://schemas.openxmlformats.org/officeDocument/2006/relationships/image" Target="../media/image1246.png"/><Relationship Id="rId10" Type="http://schemas.openxmlformats.org/officeDocument/2006/relationships/image" Target="../media/image1247.png"/><Relationship Id="rId11" Type="http://schemas.openxmlformats.org/officeDocument/2006/relationships/image" Target="../media/image559.png"/><Relationship Id="rId12" Type="http://schemas.openxmlformats.org/officeDocument/2006/relationships/image" Target="../media/image1248.png"/><Relationship Id="rId13" Type="http://schemas.openxmlformats.org/officeDocument/2006/relationships/image" Target="../media/image1249.png"/><Relationship Id="rId14" Type="http://schemas.openxmlformats.org/officeDocument/2006/relationships/image" Target="../media/image297.png"/><Relationship Id="rId15" Type="http://schemas.openxmlformats.org/officeDocument/2006/relationships/image" Target="../media/image2.png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6.xml"/><Relationship Id="rId4" Type="http://schemas.openxmlformats.org/officeDocument/2006/relationships/chart" Target="../charts/chart227.xml"/><Relationship Id="rId5" Type="http://schemas.openxmlformats.org/officeDocument/2006/relationships/notesSlide" Target="../notesSlides/notesSlide319.xml"/><Relationship Id="rId6" Type="http://schemas.openxmlformats.org/officeDocument/2006/relationships/image" Target="../media/image2.png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28.xml"/><Relationship Id="rId4" Type="http://schemas.openxmlformats.org/officeDocument/2006/relationships/chart" Target="../charts/chart229.xml"/><Relationship Id="rId5" Type="http://schemas.openxmlformats.org/officeDocument/2006/relationships/chart" Target="../charts/chart230.xml"/><Relationship Id="rId6" Type="http://schemas.openxmlformats.org/officeDocument/2006/relationships/chart" Target="../charts/chart231.xml"/><Relationship Id="rId7" Type="http://schemas.openxmlformats.org/officeDocument/2006/relationships/notesSlide" Target="../notesSlides/notesSlide320.xml"/><Relationship Id="rId8" Type="http://schemas.openxmlformats.org/officeDocument/2006/relationships/image" Target="../media/image2.png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1.xml"/><Relationship Id="rId4" Type="http://schemas.openxmlformats.org/officeDocument/2006/relationships/image" Target="../media/image2.png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2.xml"/><Relationship Id="rId4" Type="http://schemas.openxmlformats.org/officeDocument/2006/relationships/image" Target="../media/image2.png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2.xml"/><Relationship Id="rId4" Type="http://schemas.openxmlformats.org/officeDocument/2006/relationships/notesSlide" Target="../notesSlides/notesSlide323.xml"/><Relationship Id="rId5" Type="http://schemas.openxmlformats.org/officeDocument/2006/relationships/image" Target="../media/image2.png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4.xml"/><Relationship Id="rId4" Type="http://schemas.openxmlformats.org/officeDocument/2006/relationships/image" Target="../media/image2.png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5.xml"/><Relationship Id="rId4" Type="http://schemas.openxmlformats.org/officeDocument/2006/relationships/image" Target="../media/image2.png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6.xml"/><Relationship Id="rId4" Type="http://schemas.openxmlformats.org/officeDocument/2006/relationships/image" Target="../media/image2.png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7.xml"/><Relationship Id="rId4" Type="http://schemas.openxmlformats.org/officeDocument/2006/relationships/image" Target="../media/image2.png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28.xml"/><Relationship Id="rId4" Type="http://schemas.openxmlformats.org/officeDocument/2006/relationships/image" Target="../media/image1270.png"/><Relationship Id="rId5" Type="http://schemas.openxmlformats.org/officeDocument/2006/relationships/image" Target="../media/image1271.png"/><Relationship Id="rId6" Type="http://schemas.openxmlformats.org/officeDocument/2006/relationships/image" Target="../media/image101.png"/><Relationship Id="rId7" Type="http://schemas.openxmlformats.org/officeDocument/2006/relationships/image" Target="../media/image1272.png"/><Relationship Id="rId8" Type="http://schemas.openxmlformats.org/officeDocument/2006/relationships/image" Target="../media/image1273.png"/><Relationship Id="rId9" Type="http://schemas.openxmlformats.org/officeDocument/2006/relationships/image" Target="../media/image363.png"/><Relationship Id="rId10" Type="http://schemas.openxmlformats.org/officeDocument/2006/relationships/image" Target="../media/image1274.png"/><Relationship Id="rId11" Type="http://schemas.openxmlformats.org/officeDocument/2006/relationships/image" Target="../media/image1275.png"/><Relationship Id="rId12" Type="http://schemas.openxmlformats.org/officeDocument/2006/relationships/image" Target="../media/image1217.png"/><Relationship Id="rId13" Type="http://schemas.openxmlformats.org/officeDocument/2006/relationships/image" Target="../media/image2.png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3.xml"/><Relationship Id="rId4" Type="http://schemas.openxmlformats.org/officeDocument/2006/relationships/chart" Target="../charts/chart234.xml"/><Relationship Id="rId5" Type="http://schemas.openxmlformats.org/officeDocument/2006/relationships/notesSlide" Target="../notesSlides/notesSlide329.xml"/><Relationship Id="rId6" Type="http://schemas.openxmlformats.org/officeDocument/2006/relationships/image" Target="../media/image2.png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5.xml"/><Relationship Id="rId4" Type="http://schemas.openxmlformats.org/officeDocument/2006/relationships/chart" Target="../charts/chart236.xml"/><Relationship Id="rId5" Type="http://schemas.openxmlformats.org/officeDocument/2006/relationships/chart" Target="../charts/chart237.xml"/><Relationship Id="rId6" Type="http://schemas.openxmlformats.org/officeDocument/2006/relationships/notesSlide" Target="../notesSlides/notesSlide330.xml"/><Relationship Id="rId7" Type="http://schemas.openxmlformats.org/officeDocument/2006/relationships/image" Target="../media/image2.png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1.xml"/><Relationship Id="rId4" Type="http://schemas.openxmlformats.org/officeDocument/2006/relationships/image" Target="../media/image2.png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2.xml"/><Relationship Id="rId4" Type="http://schemas.openxmlformats.org/officeDocument/2006/relationships/image" Target="../media/image2.png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8.xml"/><Relationship Id="rId4" Type="http://schemas.openxmlformats.org/officeDocument/2006/relationships/notesSlide" Target="../notesSlides/notesSlide333.xml"/><Relationship Id="rId5" Type="http://schemas.openxmlformats.org/officeDocument/2006/relationships/image" Target="../media/image2.png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4.xml"/><Relationship Id="rId4" Type="http://schemas.openxmlformats.org/officeDocument/2006/relationships/image" Target="../media/image2.png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5.xml"/><Relationship Id="rId4" Type="http://schemas.openxmlformats.org/officeDocument/2006/relationships/image" Target="../media/image2.png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6.xml"/><Relationship Id="rId4" Type="http://schemas.openxmlformats.org/officeDocument/2006/relationships/image" Target="../media/image1291.png"/><Relationship Id="rId5" Type="http://schemas.openxmlformats.org/officeDocument/2006/relationships/image" Target="../media/image1292.png"/><Relationship Id="rId6" Type="http://schemas.openxmlformats.org/officeDocument/2006/relationships/image" Target="../media/image87.png"/><Relationship Id="rId7" Type="http://schemas.openxmlformats.org/officeDocument/2006/relationships/image" Target="../media/image1293.png"/><Relationship Id="rId8" Type="http://schemas.openxmlformats.org/officeDocument/2006/relationships/image" Target="../media/image1294.png"/><Relationship Id="rId9" Type="http://schemas.openxmlformats.org/officeDocument/2006/relationships/image" Target="../media/image524.png"/><Relationship Id="rId10" Type="http://schemas.openxmlformats.org/officeDocument/2006/relationships/image" Target="../media/image2.png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9.xml"/><Relationship Id="rId4" Type="http://schemas.openxmlformats.org/officeDocument/2006/relationships/chart" Target="../charts/chart240.xml"/><Relationship Id="rId5" Type="http://schemas.openxmlformats.org/officeDocument/2006/relationships/notesSlide" Target="../notesSlides/notesSlide337.xml"/><Relationship Id="rId6" Type="http://schemas.openxmlformats.org/officeDocument/2006/relationships/image" Target="../media/image2.png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1.xml"/><Relationship Id="rId4" Type="http://schemas.openxmlformats.org/officeDocument/2006/relationships/chart" Target="../charts/chart242.xml"/><Relationship Id="rId5" Type="http://schemas.openxmlformats.org/officeDocument/2006/relationships/notesSlide" Target="../notesSlides/notesSlide338.xml"/><Relationship Id="rId6" Type="http://schemas.openxmlformats.org/officeDocument/2006/relationships/image" Target="../media/image2.png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39.xml"/><Relationship Id="rId4" Type="http://schemas.openxmlformats.org/officeDocument/2006/relationships/image" Target="../media/image2.png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0.xml"/><Relationship Id="rId4" Type="http://schemas.openxmlformats.org/officeDocument/2006/relationships/image" Target="../media/image2.png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3.xml"/><Relationship Id="rId4" Type="http://schemas.openxmlformats.org/officeDocument/2006/relationships/notesSlide" Target="../notesSlides/notesSlide341.xml"/><Relationship Id="rId5" Type="http://schemas.openxmlformats.org/officeDocument/2006/relationships/image" Target="../media/image2.png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2.xml"/><Relationship Id="rId4" Type="http://schemas.openxmlformats.org/officeDocument/2006/relationships/image" Target="../media/image2.png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3.xml"/><Relationship Id="rId4" Type="http://schemas.openxmlformats.org/officeDocument/2006/relationships/image" Target="../media/image2.png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4.xml"/><Relationship Id="rId4" Type="http://schemas.openxmlformats.org/officeDocument/2006/relationships/image" Target="../media/image1305.png"/><Relationship Id="rId5" Type="http://schemas.openxmlformats.org/officeDocument/2006/relationships/image" Target="../media/image1306.png"/><Relationship Id="rId6" Type="http://schemas.openxmlformats.org/officeDocument/2006/relationships/image" Target="../media/image706.png"/><Relationship Id="rId7" Type="http://schemas.openxmlformats.org/officeDocument/2006/relationships/image" Target="../media/image1307.png"/><Relationship Id="rId8" Type="http://schemas.openxmlformats.org/officeDocument/2006/relationships/image" Target="../media/image1308.png"/><Relationship Id="rId9" Type="http://schemas.openxmlformats.org/officeDocument/2006/relationships/image" Target="../media/image1309.png"/><Relationship Id="rId10" Type="http://schemas.openxmlformats.org/officeDocument/2006/relationships/image" Target="../media/image1310.png"/><Relationship Id="rId11" Type="http://schemas.openxmlformats.org/officeDocument/2006/relationships/image" Target="../media/image1311.png"/><Relationship Id="rId12" Type="http://schemas.openxmlformats.org/officeDocument/2006/relationships/image" Target="../media/image1130.png"/><Relationship Id="rId13" Type="http://schemas.openxmlformats.org/officeDocument/2006/relationships/image" Target="../media/image1312.png"/><Relationship Id="rId14" Type="http://schemas.openxmlformats.org/officeDocument/2006/relationships/image" Target="../media/image1313.png"/><Relationship Id="rId15" Type="http://schemas.openxmlformats.org/officeDocument/2006/relationships/image" Target="../media/image1314.png"/><Relationship Id="rId16" Type="http://schemas.openxmlformats.org/officeDocument/2006/relationships/image" Target="../media/image2.png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4.xml"/><Relationship Id="rId4" Type="http://schemas.openxmlformats.org/officeDocument/2006/relationships/chart" Target="../charts/chart245.xml"/><Relationship Id="rId5" Type="http://schemas.openxmlformats.org/officeDocument/2006/relationships/notesSlide" Target="../notesSlides/notesSlide345.xml"/><Relationship Id="rId6" Type="http://schemas.openxmlformats.org/officeDocument/2006/relationships/image" Target="../media/image2.png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6.xml"/><Relationship Id="rId4" Type="http://schemas.openxmlformats.org/officeDocument/2006/relationships/chart" Target="../charts/chart247.xml"/><Relationship Id="rId5" Type="http://schemas.openxmlformats.org/officeDocument/2006/relationships/chart" Target="../charts/chart248.xml"/><Relationship Id="rId6" Type="http://schemas.openxmlformats.org/officeDocument/2006/relationships/chart" Target="../charts/chart249.xml"/><Relationship Id="rId7" Type="http://schemas.openxmlformats.org/officeDocument/2006/relationships/notesSlide" Target="../notesSlides/notesSlide346.xml"/><Relationship Id="rId8" Type="http://schemas.openxmlformats.org/officeDocument/2006/relationships/image" Target="../media/image2.png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7.xml"/><Relationship Id="rId4" Type="http://schemas.openxmlformats.org/officeDocument/2006/relationships/image" Target="../media/image2.png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8.xml"/><Relationship Id="rId4" Type="http://schemas.openxmlformats.org/officeDocument/2006/relationships/image" Target="../media/image2.png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0.xml"/><Relationship Id="rId4" Type="http://schemas.openxmlformats.org/officeDocument/2006/relationships/notesSlide" Target="../notesSlides/notesSlide349.xml"/><Relationship Id="rId5" Type="http://schemas.openxmlformats.org/officeDocument/2006/relationships/image" Target="../media/image2.png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0.xml"/><Relationship Id="rId4" Type="http://schemas.openxmlformats.org/officeDocument/2006/relationships/image" Target="../media/image2.png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1.xml"/><Relationship Id="rId4" Type="http://schemas.openxmlformats.org/officeDocument/2006/relationships/image" Target="../media/image2.png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2.xml"/><Relationship Id="rId4" Type="http://schemas.openxmlformats.org/officeDocument/2006/relationships/image" Target="../media/image1335.png"/><Relationship Id="rId5" Type="http://schemas.openxmlformats.org/officeDocument/2006/relationships/image" Target="../media/image1336.png"/><Relationship Id="rId6" Type="http://schemas.openxmlformats.org/officeDocument/2006/relationships/image" Target="../media/image128.png"/><Relationship Id="rId7" Type="http://schemas.openxmlformats.org/officeDocument/2006/relationships/image" Target="../media/image1337.png"/><Relationship Id="rId8" Type="http://schemas.openxmlformats.org/officeDocument/2006/relationships/image" Target="../media/image1338.png"/><Relationship Id="rId9" Type="http://schemas.openxmlformats.org/officeDocument/2006/relationships/image" Target="../media/image524.png"/><Relationship Id="rId10" Type="http://schemas.openxmlformats.org/officeDocument/2006/relationships/image" Target="../media/image1339.png"/><Relationship Id="rId11" Type="http://schemas.openxmlformats.org/officeDocument/2006/relationships/image" Target="../media/image1340.png"/><Relationship Id="rId12" Type="http://schemas.openxmlformats.org/officeDocument/2006/relationships/image" Target="../media/image1166.png"/><Relationship Id="rId13" Type="http://schemas.openxmlformats.org/officeDocument/2006/relationships/image" Target="../media/image2.png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1.xml"/><Relationship Id="rId4" Type="http://schemas.openxmlformats.org/officeDocument/2006/relationships/chart" Target="../charts/chart252.xml"/><Relationship Id="rId5" Type="http://schemas.openxmlformats.org/officeDocument/2006/relationships/notesSlide" Target="../notesSlides/notesSlide353.xml"/><Relationship Id="rId6" Type="http://schemas.openxmlformats.org/officeDocument/2006/relationships/image" Target="../media/image2.png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3.xml"/><Relationship Id="rId4" Type="http://schemas.openxmlformats.org/officeDocument/2006/relationships/chart" Target="../charts/chart254.xml"/><Relationship Id="rId5" Type="http://schemas.openxmlformats.org/officeDocument/2006/relationships/chart" Target="../charts/chart255.xml"/><Relationship Id="rId6" Type="http://schemas.openxmlformats.org/officeDocument/2006/relationships/notesSlide" Target="../notesSlides/notesSlide354.xml"/><Relationship Id="rId7" Type="http://schemas.openxmlformats.org/officeDocument/2006/relationships/image" Target="../media/image2.png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5.xml"/><Relationship Id="rId4" Type="http://schemas.openxmlformats.org/officeDocument/2006/relationships/image" Target="../media/image2.png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6.xml"/><Relationship Id="rId4" Type="http://schemas.openxmlformats.org/officeDocument/2006/relationships/image" Target="../media/image2.png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6.xml"/><Relationship Id="rId4" Type="http://schemas.openxmlformats.org/officeDocument/2006/relationships/notesSlide" Target="../notesSlides/notesSlide357.xml"/><Relationship Id="rId5" Type="http://schemas.openxmlformats.org/officeDocument/2006/relationships/image" Target="../media/image2.png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8.xml"/><Relationship Id="rId4" Type="http://schemas.openxmlformats.org/officeDocument/2006/relationships/image" Target="../media/image2.png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9.xml"/><Relationship Id="rId4" Type="http://schemas.openxmlformats.org/officeDocument/2006/relationships/image" Target="../media/image2.png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0.xml"/><Relationship Id="rId4" Type="http://schemas.openxmlformats.org/officeDocument/2006/relationships/image" Target="../media/image1356.png"/><Relationship Id="rId5" Type="http://schemas.openxmlformats.org/officeDocument/2006/relationships/image" Target="../media/image1357.png"/><Relationship Id="rId6" Type="http://schemas.openxmlformats.org/officeDocument/2006/relationships/image" Target="../media/image363.png"/><Relationship Id="rId7" Type="http://schemas.openxmlformats.org/officeDocument/2006/relationships/image" Target="../media/image1358.png"/><Relationship Id="rId8" Type="http://schemas.openxmlformats.org/officeDocument/2006/relationships/image" Target="../media/image1359.png"/><Relationship Id="rId9" Type="http://schemas.openxmlformats.org/officeDocument/2006/relationships/image" Target="../media/image418.png"/><Relationship Id="rId10" Type="http://schemas.openxmlformats.org/officeDocument/2006/relationships/image" Target="../media/image1360.png"/><Relationship Id="rId11" Type="http://schemas.openxmlformats.org/officeDocument/2006/relationships/image" Target="../media/image1361.png"/><Relationship Id="rId12" Type="http://schemas.openxmlformats.org/officeDocument/2006/relationships/image" Target="../media/image1110.png"/><Relationship Id="rId13" Type="http://schemas.openxmlformats.org/officeDocument/2006/relationships/image" Target="../media/image2.png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7.xml"/><Relationship Id="rId4" Type="http://schemas.openxmlformats.org/officeDocument/2006/relationships/chart" Target="../charts/chart258.xml"/><Relationship Id="rId5" Type="http://schemas.openxmlformats.org/officeDocument/2006/relationships/notesSlide" Target="../notesSlides/notesSlide361.xml"/><Relationship Id="rId6" Type="http://schemas.openxmlformats.org/officeDocument/2006/relationships/image" Target="../media/image2.png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59.xml"/><Relationship Id="rId4" Type="http://schemas.openxmlformats.org/officeDocument/2006/relationships/chart" Target="../charts/chart260.xml"/><Relationship Id="rId5" Type="http://schemas.openxmlformats.org/officeDocument/2006/relationships/chart" Target="../charts/chart261.xml"/><Relationship Id="rId6" Type="http://schemas.openxmlformats.org/officeDocument/2006/relationships/notesSlide" Target="../notesSlides/notesSlide362.xml"/><Relationship Id="rId7" Type="http://schemas.openxmlformats.org/officeDocument/2006/relationships/image" Target="../media/image2.png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3.xml"/><Relationship Id="rId4" Type="http://schemas.openxmlformats.org/officeDocument/2006/relationships/image" Target="../media/image2.png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4.xml"/><Relationship Id="rId4" Type="http://schemas.openxmlformats.org/officeDocument/2006/relationships/image" Target="../media/image2.png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5.xml"/><Relationship Id="rId4" Type="http://schemas.openxmlformats.org/officeDocument/2006/relationships/image" Target="../media/image2.png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6.xml"/><Relationship Id="rId4" Type="http://schemas.openxmlformats.org/officeDocument/2006/relationships/image" Target="../media/image2.png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2.xml"/><Relationship Id="rId4" Type="http://schemas.openxmlformats.org/officeDocument/2006/relationships/notesSlide" Target="../notesSlides/notesSlide367.xml"/><Relationship Id="rId5" Type="http://schemas.openxmlformats.org/officeDocument/2006/relationships/image" Target="../media/image2.png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8.xml"/><Relationship Id="rId4" Type="http://schemas.openxmlformats.org/officeDocument/2006/relationships/image" Target="../media/image2.png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69.xml"/><Relationship Id="rId4" Type="http://schemas.openxmlformats.org/officeDocument/2006/relationships/image" Target="../media/image2.png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0.xml"/><Relationship Id="rId4" Type="http://schemas.openxmlformats.org/officeDocument/2006/relationships/image" Target="../media/image2.png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1.xml"/><Relationship Id="rId4" Type="http://schemas.openxmlformats.org/officeDocument/2006/relationships/image" Target="../media/image2.png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2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3.xml"/><Relationship Id="rId4" Type="http://schemas.openxmlformats.org/officeDocument/2006/relationships/chart" Target="../charts/chart264.xml"/><Relationship Id="rId5" Type="http://schemas.openxmlformats.org/officeDocument/2006/relationships/chart" Target="../charts/chart265.xml"/><Relationship Id="rId6" Type="http://schemas.openxmlformats.org/officeDocument/2006/relationships/chart" Target="../charts/chart266.xml"/><Relationship Id="rId7" Type="http://schemas.openxmlformats.org/officeDocument/2006/relationships/notesSlide" Target="../notesSlides/notesSlide373.xml"/><Relationship Id="rId8" Type="http://schemas.openxmlformats.org/officeDocument/2006/relationships/image" Target="../media/image2.png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7.xml"/><Relationship Id="rId4" Type="http://schemas.openxmlformats.org/officeDocument/2006/relationships/chart" Target="../charts/chart268.xml"/><Relationship Id="rId5" Type="http://schemas.openxmlformats.org/officeDocument/2006/relationships/chart" Target="../charts/chart269.xml"/><Relationship Id="rId6" Type="http://schemas.openxmlformats.org/officeDocument/2006/relationships/chart" Target="../charts/chart270.xml"/><Relationship Id="rId7" Type="http://schemas.openxmlformats.org/officeDocument/2006/relationships/notesSlide" Target="../notesSlides/notesSlide374.xml"/><Relationship Id="rId8" Type="http://schemas.openxmlformats.org/officeDocument/2006/relationships/image" Target="../media/image2.png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71.xml"/><Relationship Id="rId4" Type="http://schemas.openxmlformats.org/officeDocument/2006/relationships/chart" Target="../charts/chart272.xml"/><Relationship Id="rId5" Type="http://schemas.openxmlformats.org/officeDocument/2006/relationships/chart" Target="../charts/chart273.xml"/><Relationship Id="rId6" Type="http://schemas.openxmlformats.org/officeDocument/2006/relationships/chart" Target="../charts/chart274.xml"/><Relationship Id="rId7" Type="http://schemas.openxmlformats.org/officeDocument/2006/relationships/chart" Target="../charts/chart275.xml"/><Relationship Id="rId8" Type="http://schemas.openxmlformats.org/officeDocument/2006/relationships/chart" Target="../charts/chart276.xml"/><Relationship Id="rId9" Type="http://schemas.openxmlformats.org/officeDocument/2006/relationships/chart" Target="../charts/chart277.xml"/><Relationship Id="rId10" Type="http://schemas.openxmlformats.org/officeDocument/2006/relationships/chart" Target="../charts/chart278.xml"/><Relationship Id="rId11" Type="http://schemas.openxmlformats.org/officeDocument/2006/relationships/chart" Target="../charts/chart279.xml"/><Relationship Id="rId12" Type="http://schemas.openxmlformats.org/officeDocument/2006/relationships/chart" Target="../charts/chart280.xml"/><Relationship Id="rId13" Type="http://schemas.openxmlformats.org/officeDocument/2006/relationships/chart" Target="../charts/chart281.xml"/><Relationship Id="rId14" Type="http://schemas.openxmlformats.org/officeDocument/2006/relationships/chart" Target="../charts/chart282.xml"/><Relationship Id="rId15" Type="http://schemas.openxmlformats.org/officeDocument/2006/relationships/notesSlide" Target="../notesSlides/notesSlide375.xml"/><Relationship Id="rId16" Type="http://schemas.openxmlformats.org/officeDocument/2006/relationships/image" Target="../media/image2.png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83.xml"/><Relationship Id="rId4" Type="http://schemas.openxmlformats.org/officeDocument/2006/relationships/chart" Target="../charts/chart284.xml"/><Relationship Id="rId5" Type="http://schemas.openxmlformats.org/officeDocument/2006/relationships/chart" Target="../charts/chart285.xml"/><Relationship Id="rId6" Type="http://schemas.openxmlformats.org/officeDocument/2006/relationships/chart" Target="../charts/chart286.xml"/><Relationship Id="rId7" Type="http://schemas.openxmlformats.org/officeDocument/2006/relationships/chart" Target="../charts/chart287.xml"/><Relationship Id="rId8" Type="http://schemas.openxmlformats.org/officeDocument/2006/relationships/notesSlide" Target="../notesSlides/notesSlide376.xml"/><Relationship Id="rId9" Type="http://schemas.openxmlformats.org/officeDocument/2006/relationships/image" Target="../media/image2.png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7.xml"/><Relationship Id="rId4" Type="http://schemas.openxmlformats.org/officeDocument/2006/relationships/image" Target="../media/image2.png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88.xml"/><Relationship Id="rId4" Type="http://schemas.openxmlformats.org/officeDocument/2006/relationships/chart" Target="../charts/chart289.xml"/><Relationship Id="rId5" Type="http://schemas.openxmlformats.org/officeDocument/2006/relationships/notesSlide" Target="../notesSlides/notesSlide378.xml"/><Relationship Id="rId6" Type="http://schemas.openxmlformats.org/officeDocument/2006/relationships/image" Target="../media/image2.png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9.xml"/><Relationship Id="rId4" Type="http://schemas.openxmlformats.org/officeDocument/2006/relationships/image" Target="../media/image2.png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0.xml"/><Relationship Id="rId4" Type="http://schemas.openxmlformats.org/officeDocument/2006/relationships/image" Target="../media/image2.png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1.xml"/><Relationship Id="rId4" Type="http://schemas.openxmlformats.org/officeDocument/2006/relationships/image" Target="../media/image2.png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2.xml"/><Relationship Id="rId4" Type="http://schemas.openxmlformats.org/officeDocument/2006/relationships/image" Target="../media/image2.png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0.xml"/><Relationship Id="rId4" Type="http://schemas.openxmlformats.org/officeDocument/2006/relationships/chart" Target="../charts/chart291.xml"/><Relationship Id="rId5" Type="http://schemas.openxmlformats.org/officeDocument/2006/relationships/notesSlide" Target="../notesSlides/notesSlide383.xml"/><Relationship Id="rId6" Type="http://schemas.openxmlformats.org/officeDocument/2006/relationships/image" Target="../media/image2.png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4.xml"/><Relationship Id="rId4" Type="http://schemas.openxmlformats.org/officeDocument/2006/relationships/image" Target="../media/image2.png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5.xml"/><Relationship Id="rId4" Type="http://schemas.openxmlformats.org/officeDocument/2006/relationships/image" Target="../media/image2.png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6.xml"/><Relationship Id="rId4" Type="http://schemas.openxmlformats.org/officeDocument/2006/relationships/image" Target="../media/image2.png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7.xml"/><Relationship Id="rId4" Type="http://schemas.openxmlformats.org/officeDocument/2006/relationships/image" Target="../media/image2.png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2.xml"/><Relationship Id="rId4" Type="http://schemas.openxmlformats.org/officeDocument/2006/relationships/chart" Target="../charts/chart293.xml"/><Relationship Id="rId5" Type="http://schemas.openxmlformats.org/officeDocument/2006/relationships/notesSlide" Target="../notesSlides/notesSlide388.xml"/><Relationship Id="rId6" Type="http://schemas.openxmlformats.org/officeDocument/2006/relationships/image" Target="../media/image2.png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9.xml"/><Relationship Id="rId4" Type="http://schemas.openxmlformats.org/officeDocument/2006/relationships/image" Target="../media/image2.png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0.xml"/><Relationship Id="rId4" Type="http://schemas.openxmlformats.org/officeDocument/2006/relationships/image" Target="../media/image2.png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1.xml"/><Relationship Id="rId4" Type="http://schemas.openxmlformats.org/officeDocument/2006/relationships/image" Target="../media/image2.png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2.xml"/><Relationship Id="rId4" Type="http://schemas.openxmlformats.org/officeDocument/2006/relationships/image" Target="../media/image2.png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4.xml"/><Relationship Id="rId4" Type="http://schemas.openxmlformats.org/officeDocument/2006/relationships/chart" Target="../charts/chart295.xml"/><Relationship Id="rId5" Type="http://schemas.openxmlformats.org/officeDocument/2006/relationships/notesSlide" Target="../notesSlides/notesSlide393.xml"/><Relationship Id="rId6" Type="http://schemas.openxmlformats.org/officeDocument/2006/relationships/image" Target="../media/image2.png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4.xml"/><Relationship Id="rId4" Type="http://schemas.openxmlformats.org/officeDocument/2006/relationships/image" Target="../media/image2.png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5.xml"/><Relationship Id="rId4" Type="http://schemas.openxmlformats.org/officeDocument/2006/relationships/image" Target="../media/image2.png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6.xml"/><Relationship Id="rId4" Type="http://schemas.openxmlformats.org/officeDocument/2006/relationships/chart" Target="../charts/chart297.xml"/><Relationship Id="rId5" Type="http://schemas.openxmlformats.org/officeDocument/2006/relationships/notesSlide" Target="../notesSlides/notesSlide396.xml"/><Relationship Id="rId6" Type="http://schemas.openxmlformats.org/officeDocument/2006/relationships/image" Target="../media/image2.png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7.xml"/><Relationship Id="rId4" Type="http://schemas.openxmlformats.org/officeDocument/2006/relationships/image" Target="../media/image2.png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8.xml"/><Relationship Id="rId4" Type="http://schemas.openxmlformats.org/officeDocument/2006/relationships/image" Target="../media/image2.png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8.xml"/><Relationship Id="rId4" Type="http://schemas.openxmlformats.org/officeDocument/2006/relationships/chart" Target="../charts/chart299.xml"/><Relationship Id="rId5" Type="http://schemas.openxmlformats.org/officeDocument/2006/relationships/notesSlide" Target="../notesSlides/notesSlide399.xml"/><Relationship Id="rId6" Type="http://schemas.openxmlformats.org/officeDocument/2006/relationships/image" Target="../media/image2.png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0.xml"/><Relationship Id="rId4" Type="http://schemas.openxmlformats.org/officeDocument/2006/relationships/image" Target="../media/image2.png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1.xml"/><Relationship Id="rId4" Type="http://schemas.openxmlformats.org/officeDocument/2006/relationships/image" Target="../media/image2.png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2.xml"/><Relationship Id="rId4" Type="http://schemas.openxmlformats.org/officeDocument/2006/relationships/image" Target="../media/image2.png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3.xml"/><Relationship Id="rId4" Type="http://schemas.openxmlformats.org/officeDocument/2006/relationships/image" Target="../media/image2.png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0.xml"/><Relationship Id="rId4" Type="http://schemas.openxmlformats.org/officeDocument/2006/relationships/chart" Target="../charts/chart301.xml"/><Relationship Id="rId5" Type="http://schemas.openxmlformats.org/officeDocument/2006/relationships/notesSlide" Target="../notesSlides/notesSlide404.xml"/><Relationship Id="rId6" Type="http://schemas.openxmlformats.org/officeDocument/2006/relationships/image" Target="../media/image2.png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5.xml"/><Relationship Id="rId4" Type="http://schemas.openxmlformats.org/officeDocument/2006/relationships/image" Target="../media/image2.png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6.xml"/><Relationship Id="rId4" Type="http://schemas.openxmlformats.org/officeDocument/2006/relationships/image" Target="../media/image2.png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7.xml"/><Relationship Id="rId4" Type="http://schemas.openxmlformats.org/officeDocument/2006/relationships/image" Target="../media/image2.png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08.xml"/><Relationship Id="rId4" Type="http://schemas.openxmlformats.org/officeDocument/2006/relationships/image" Target="../media/image2.png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2.xml"/><Relationship Id="rId4" Type="http://schemas.openxmlformats.org/officeDocument/2006/relationships/chart" Target="../charts/chart303.xml"/><Relationship Id="rId5" Type="http://schemas.openxmlformats.org/officeDocument/2006/relationships/notesSlide" Target="../notesSlides/notesSlide409.xml"/><Relationship Id="rId6" Type="http://schemas.openxmlformats.org/officeDocument/2006/relationships/image" Target="../media/image2.png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0.xml"/><Relationship Id="rId4" Type="http://schemas.openxmlformats.org/officeDocument/2006/relationships/image" Target="../media/image2.png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1.xml"/><Relationship Id="rId4" Type="http://schemas.openxmlformats.org/officeDocument/2006/relationships/image" Target="../media/image2.png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4.xml"/><Relationship Id="rId4" Type="http://schemas.openxmlformats.org/officeDocument/2006/relationships/chart" Target="../charts/chart305.xml"/><Relationship Id="rId5" Type="http://schemas.openxmlformats.org/officeDocument/2006/relationships/notesSlide" Target="../notesSlides/notesSlide412.xml"/><Relationship Id="rId6" Type="http://schemas.openxmlformats.org/officeDocument/2006/relationships/image" Target="../media/image2.png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3.xml"/><Relationship Id="rId4" Type="http://schemas.openxmlformats.org/officeDocument/2006/relationships/image" Target="../media/image2.png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4.xml"/><Relationship Id="rId4" Type="http://schemas.openxmlformats.org/officeDocument/2006/relationships/image" Target="../media/image2.png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6.xml"/><Relationship Id="rId4" Type="http://schemas.openxmlformats.org/officeDocument/2006/relationships/chart" Target="../charts/chart307.xml"/><Relationship Id="rId5" Type="http://schemas.openxmlformats.org/officeDocument/2006/relationships/notesSlide" Target="../notesSlides/notesSlide415.xml"/><Relationship Id="rId6" Type="http://schemas.openxmlformats.org/officeDocument/2006/relationships/image" Target="../media/image2.png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6.xml"/><Relationship Id="rId4" Type="http://schemas.openxmlformats.org/officeDocument/2006/relationships/image" Target="../media/image2.png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7.xml"/><Relationship Id="rId4" Type="http://schemas.openxmlformats.org/officeDocument/2006/relationships/image" Target="../media/image2.png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8.xml"/><Relationship Id="rId4" Type="http://schemas.openxmlformats.org/officeDocument/2006/relationships/chart" Target="../charts/chart309.xml"/><Relationship Id="rId5" Type="http://schemas.openxmlformats.org/officeDocument/2006/relationships/notesSlide" Target="../notesSlides/notesSlide418.xml"/><Relationship Id="rId6" Type="http://schemas.openxmlformats.org/officeDocument/2006/relationships/image" Target="../media/image2.png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19.xml"/><Relationship Id="rId4" Type="http://schemas.openxmlformats.org/officeDocument/2006/relationships/image" Target="../media/image2.png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0.xml"/><Relationship Id="rId4" Type="http://schemas.openxmlformats.org/officeDocument/2006/relationships/image" Target="../media/image2.png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0.xml"/><Relationship Id="rId4" Type="http://schemas.openxmlformats.org/officeDocument/2006/relationships/chart" Target="../charts/chart311.xml"/><Relationship Id="rId5" Type="http://schemas.openxmlformats.org/officeDocument/2006/relationships/notesSlide" Target="../notesSlides/notesSlide421.xml"/><Relationship Id="rId6" Type="http://schemas.openxmlformats.org/officeDocument/2006/relationships/image" Target="../media/image2.png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2.xml"/><Relationship Id="rId4" Type="http://schemas.openxmlformats.org/officeDocument/2006/relationships/image" Target="../media/image2.png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3.xml"/><Relationship Id="rId4" Type="http://schemas.openxmlformats.org/officeDocument/2006/relationships/image" Target="../media/image2.png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4.xml"/><Relationship Id="rId4" Type="http://schemas.openxmlformats.org/officeDocument/2006/relationships/image" Target="../media/image2.png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5.xml"/><Relationship Id="rId4" Type="http://schemas.openxmlformats.org/officeDocument/2006/relationships/image" Target="../media/image2.png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2.xml"/><Relationship Id="rId4" Type="http://schemas.openxmlformats.org/officeDocument/2006/relationships/chart" Target="../charts/chart313.xml"/><Relationship Id="rId5" Type="http://schemas.openxmlformats.org/officeDocument/2006/relationships/notesSlide" Target="../notesSlides/notesSlide426.xml"/><Relationship Id="rId6" Type="http://schemas.openxmlformats.org/officeDocument/2006/relationships/image" Target="../media/image2.png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7.xml"/><Relationship Id="rId4" Type="http://schemas.openxmlformats.org/officeDocument/2006/relationships/image" Target="../media/image2.png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8.xml"/><Relationship Id="rId4" Type="http://schemas.openxmlformats.org/officeDocument/2006/relationships/image" Target="../media/image2.png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4.xml"/><Relationship Id="rId4" Type="http://schemas.openxmlformats.org/officeDocument/2006/relationships/chart" Target="../charts/chart315.xml"/><Relationship Id="rId5" Type="http://schemas.openxmlformats.org/officeDocument/2006/relationships/notesSlide" Target="../notesSlides/notesSlide429.xml"/><Relationship Id="rId6" Type="http://schemas.openxmlformats.org/officeDocument/2006/relationships/image" Target="../media/image2.png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0.xml"/><Relationship Id="rId4" Type="http://schemas.openxmlformats.org/officeDocument/2006/relationships/image" Target="../media/image2.png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1.xml"/><Relationship Id="rId4" Type="http://schemas.openxmlformats.org/officeDocument/2006/relationships/image" Target="../media/image2.png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6.xml"/><Relationship Id="rId4" Type="http://schemas.openxmlformats.org/officeDocument/2006/relationships/chart" Target="../charts/chart317.xml"/><Relationship Id="rId5" Type="http://schemas.openxmlformats.org/officeDocument/2006/relationships/notesSlide" Target="../notesSlides/notesSlide432.xml"/><Relationship Id="rId6" Type="http://schemas.openxmlformats.org/officeDocument/2006/relationships/image" Target="../media/image2.png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3.xml"/><Relationship Id="rId4" Type="http://schemas.openxmlformats.org/officeDocument/2006/relationships/image" Target="../media/image2.png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4.xml"/><Relationship Id="rId4" Type="http://schemas.openxmlformats.org/officeDocument/2006/relationships/image" Target="../media/image2.png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18.xml"/><Relationship Id="rId4" Type="http://schemas.openxmlformats.org/officeDocument/2006/relationships/chart" Target="../charts/chart319.xml"/><Relationship Id="rId5" Type="http://schemas.openxmlformats.org/officeDocument/2006/relationships/notesSlide" Target="../notesSlides/notesSlide435.xml"/><Relationship Id="rId6" Type="http://schemas.openxmlformats.org/officeDocument/2006/relationships/image" Target="../media/image2.png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6.xml"/><Relationship Id="rId4" Type="http://schemas.openxmlformats.org/officeDocument/2006/relationships/image" Target="../media/image2.png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7.xml"/><Relationship Id="rId4" Type="http://schemas.openxmlformats.org/officeDocument/2006/relationships/image" Target="../media/image2.png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8.xml"/><Relationship Id="rId4" Type="http://schemas.openxmlformats.org/officeDocument/2006/relationships/image" Target="../media/image2.png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0.xml"/><Relationship Id="rId4" Type="http://schemas.openxmlformats.org/officeDocument/2006/relationships/chart" Target="../charts/chart321.xml"/><Relationship Id="rId5" Type="http://schemas.openxmlformats.org/officeDocument/2006/relationships/notesSlide" Target="../notesSlides/notesSlide439.xml"/><Relationship Id="rId6" Type="http://schemas.openxmlformats.org/officeDocument/2006/relationships/image" Target="../media/image2.png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0.xml"/><Relationship Id="rId4" Type="http://schemas.openxmlformats.org/officeDocument/2006/relationships/image" Target="../media/image2.png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1.xml"/><Relationship Id="rId4" Type="http://schemas.openxmlformats.org/officeDocument/2006/relationships/image" Target="../media/image2.png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2.xml"/><Relationship Id="rId4" Type="http://schemas.openxmlformats.org/officeDocument/2006/relationships/image" Target="../media/image2.png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3.xml"/><Relationship Id="rId4" Type="http://schemas.openxmlformats.org/officeDocument/2006/relationships/image" Target="../media/image2.png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4.xml"/></Relationships>
</file>

<file path=ppt/slides/_rels/slide5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5.xml"/><Relationship Id="rId4" Type="http://schemas.openxmlformats.org/officeDocument/2006/relationships/image" Target="../media/image2.png"/></Relationships>
</file>

<file path=ppt/slides/_rels/slide5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2.xml"/><Relationship Id="rId4" Type="http://schemas.openxmlformats.org/officeDocument/2006/relationships/chart" Target="../charts/chart323.xml"/><Relationship Id="rId5" Type="http://schemas.openxmlformats.org/officeDocument/2006/relationships/notesSlide" Target="../notesSlides/notesSlide446.xml"/><Relationship Id="rId6" Type="http://schemas.openxmlformats.org/officeDocument/2006/relationships/image" Target="../media/image2.png"/></Relationships>
</file>

<file path=ppt/slides/_rels/slide5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4.xml"/><Relationship Id="rId4" Type="http://schemas.openxmlformats.org/officeDocument/2006/relationships/notesSlide" Target="../notesSlides/notesSlide447.xml"/><Relationship Id="rId5" Type="http://schemas.openxmlformats.org/officeDocument/2006/relationships/image" Target="../media/image2.png"/></Relationships>
</file>

<file path=ppt/slides/_rels/slide5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5.xml"/><Relationship Id="rId4" Type="http://schemas.openxmlformats.org/officeDocument/2006/relationships/notesSlide" Target="../notesSlides/notesSlide448.xml"/><Relationship Id="rId5" Type="http://schemas.openxmlformats.org/officeDocument/2006/relationships/image" Target="../media/image2.png"/></Relationships>
</file>

<file path=ppt/slides/_rels/slide5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49.xml"/><Relationship Id="rId4" Type="http://schemas.openxmlformats.org/officeDocument/2006/relationships/image" Target="../media/image2.png"/></Relationships>
</file>

<file path=ppt/slides/_rels/slide5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0.xml"/><Relationship Id="rId4" Type="http://schemas.openxmlformats.org/officeDocument/2006/relationships/image" Target="../media/image2.png"/></Relationships>
</file>

<file path=ppt/slides/_rels/slide5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1.xml"/><Relationship Id="rId4" Type="http://schemas.openxmlformats.org/officeDocument/2006/relationships/image" Target="../media/image2.png"/></Relationships>
</file>

<file path=ppt/slides/_rels/slide5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2.xml"/><Relationship Id="rId4" Type="http://schemas.openxmlformats.org/officeDocument/2006/relationships/image" Target="../media/image2.png"/></Relationships>
</file>

<file path=ppt/slides/_rels/slide5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3.xml"/><Relationship Id="rId4" Type="http://schemas.openxmlformats.org/officeDocument/2006/relationships/image" Target="../media/image2.png"/></Relationships>
</file>

<file path=ppt/slides/_rels/slide5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4.xml"/><Relationship Id="rId4" Type="http://schemas.openxmlformats.org/officeDocument/2006/relationships/image" Target="../media/image2.png"/></Relationships>
</file>

<file path=ppt/slides/_rels/slide5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5.xml"/><Relationship Id="rId4" Type="http://schemas.openxmlformats.org/officeDocument/2006/relationships/image" Target="../media/image2.png"/></Relationships>
</file>

<file path=ppt/slides/_rels/slide5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6.xml"/></Relationships>
</file>

<file path=ppt/slides/_rels/slide5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7.xml"/><Relationship Id="rId4" Type="http://schemas.openxmlformats.org/officeDocument/2006/relationships/image" Target="../media/image2.png"/></Relationships>
</file>

<file path=ppt/slides/_rels/slide5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8.xml"/><Relationship Id="rId4" Type="http://schemas.openxmlformats.org/officeDocument/2006/relationships/image" Target="../media/image2.png"/></Relationships>
</file>

<file path=ppt/slides/_rels/slide5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9.xml"/><Relationship Id="rId4" Type="http://schemas.openxmlformats.org/officeDocument/2006/relationships/image" Target="../media/image2.png"/></Relationships>
</file>

<file path=ppt/slides/_rels/slide5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0.xml"/></Relationships>
</file>

<file path=ppt/slides/_rels/slide5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1.xml"/><Relationship Id="rId4" Type="http://schemas.openxmlformats.org/officeDocument/2006/relationships/image" Target="../media/image2.png"/></Relationships>
</file>

<file path=ppt/slides/_rels/slide5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2.xml"/><Relationship Id="rId4" Type="http://schemas.openxmlformats.org/officeDocument/2006/relationships/image" Target="../media/image2.png"/></Relationships>
</file>

<file path=ppt/slides/_rels/slide5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3.xml"/><Relationship Id="rId4" Type="http://schemas.openxmlformats.org/officeDocument/2006/relationships/image" Target="../media/image2.png"/></Relationships>
</file>

<file path=ppt/slides/_rels/slide5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4.xml"/><Relationship Id="rId4" Type="http://schemas.openxmlformats.org/officeDocument/2006/relationships/image" Target="../media/image2.png"/></Relationships>
</file>

<file path=ppt/slides/_rels/slide5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5.xml"/><Relationship Id="rId4" Type="http://schemas.openxmlformats.org/officeDocument/2006/relationships/image" Target="../media/image2.png"/></Relationships>
</file>

<file path=ppt/slides/_rels/slide5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6.xml"/><Relationship Id="rId4" Type="http://schemas.openxmlformats.org/officeDocument/2006/relationships/image" Target="../media/image2.png"/></Relationships>
</file>

<file path=ppt/slides/_rels/slide5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7.xml"/><Relationship Id="rId4" Type="http://schemas.openxmlformats.org/officeDocument/2006/relationships/image" Target="../media/image2.png"/></Relationships>
</file>

<file path=ppt/slides/_rels/slide5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8.xml"/></Relationships>
</file>

<file path=ppt/slides/_rels/slide5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9.xml"/><Relationship Id="rId4" Type="http://schemas.openxmlformats.org/officeDocument/2006/relationships/image" Target="../media/image2.png"/></Relationships>
</file>

<file path=ppt/slides/_rels/slide5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0.xml"/><Relationship Id="rId4" Type="http://schemas.openxmlformats.org/officeDocument/2006/relationships/image" Target="../media/image2.png"/></Relationships>
</file>

<file path=ppt/slides/_rels/slide5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1.xml"/><Relationship Id="rId4" Type="http://schemas.openxmlformats.org/officeDocument/2006/relationships/image" Target="../media/image2.png"/></Relationships>
</file>

<file path=ppt/slides/_rels/slide5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2.xml"/><Relationship Id="rId4" Type="http://schemas.openxmlformats.org/officeDocument/2006/relationships/image" Target="../media/image2.png"/></Relationships>
</file>

<file path=ppt/slides/_rels/slide5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3.xml"/><Relationship Id="rId4" Type="http://schemas.openxmlformats.org/officeDocument/2006/relationships/image" Target="../media/image2.png"/></Relationships>
</file>

<file path=ppt/slides/_rels/slide5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4.xml"/><Relationship Id="rId4" Type="http://schemas.openxmlformats.org/officeDocument/2006/relationships/image" Target="../media/image2.png"/></Relationships>
</file>

<file path=ppt/slides/_rels/slide5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5.xml"/><Relationship Id="rId4" Type="http://schemas.openxmlformats.org/officeDocument/2006/relationships/image" Target="../media/image2.png"/></Relationships>
</file>

<file path=ppt/slides/_rels/slide5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6.xml"/><Relationship Id="rId4" Type="http://schemas.openxmlformats.org/officeDocument/2006/relationships/image" Target="../media/image2.png"/></Relationships>
</file>

<file path=ppt/slides/_rels/slide5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7.xml"/><Relationship Id="rId4" Type="http://schemas.openxmlformats.org/officeDocument/2006/relationships/image" Target="../media/image2.png"/></Relationships>
</file>

<file path=ppt/slides/_rels/slide5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8.xml"/></Relationships>
</file>

<file path=ppt/slides/_rels/slide5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9.xml"/><Relationship Id="rId4" Type="http://schemas.openxmlformats.org/officeDocument/2006/relationships/image" Target="../media/image2.png"/></Relationships>
</file>

<file path=ppt/slides/_rels/slide5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0.xml"/><Relationship Id="rId4" Type="http://schemas.openxmlformats.org/officeDocument/2006/relationships/image" Target="../media/image2.png"/></Relationships>
</file>

<file path=ppt/slides/_rels/slide5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1.xml"/><Relationship Id="rId4" Type="http://schemas.openxmlformats.org/officeDocument/2006/relationships/image" Target="../media/image2.png"/></Relationships>
</file>

<file path=ppt/slides/_rels/slide5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2.xml"/><Relationship Id="rId4" Type="http://schemas.openxmlformats.org/officeDocument/2006/relationships/image" Target="../media/image2.png"/></Relationships>
</file>

<file path=ppt/slides/_rels/slide5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6.xml"/><Relationship Id="rId4" Type="http://schemas.openxmlformats.org/officeDocument/2006/relationships/notesSlide" Target="../notesSlides/notesSlide483.xml"/><Relationship Id="rId5" Type="http://schemas.openxmlformats.org/officeDocument/2006/relationships/image" Target="../media/image2.png"/></Relationships>
</file>

<file path=ppt/slides/_rels/slide5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7.xml"/><Relationship Id="rId4" Type="http://schemas.openxmlformats.org/officeDocument/2006/relationships/chart" Target="../charts/chart328.xml"/><Relationship Id="rId5" Type="http://schemas.openxmlformats.org/officeDocument/2006/relationships/notesSlide" Target="../notesSlides/notesSlide484.xml"/><Relationship Id="rId6" Type="http://schemas.openxmlformats.org/officeDocument/2006/relationships/image" Target="../media/image2.png"/></Relationships>
</file>

<file path=ppt/slides/_rels/slide5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9.xml"/><Relationship Id="rId4" Type="http://schemas.openxmlformats.org/officeDocument/2006/relationships/chart" Target="../charts/chart330.xml"/><Relationship Id="rId5" Type="http://schemas.openxmlformats.org/officeDocument/2006/relationships/chart" Target="../charts/chart331.xml"/><Relationship Id="rId6" Type="http://schemas.openxmlformats.org/officeDocument/2006/relationships/notesSlide" Target="../notesSlides/notesSlide485.xml"/><Relationship Id="rId7" Type="http://schemas.openxmlformats.org/officeDocument/2006/relationships/image" Target="../media/image2.png"/></Relationships>
</file>

<file path=ppt/slides/_rels/slide5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6.xml"/><Relationship Id="rId4" Type="http://schemas.openxmlformats.org/officeDocument/2006/relationships/image" Target="../media/image2.png"/></Relationships>
</file>

<file path=ppt/slides/_rels/slide5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2.xml"/><Relationship Id="rId4" Type="http://schemas.openxmlformats.org/officeDocument/2006/relationships/chart" Target="../charts/chart333.xml"/><Relationship Id="rId5" Type="http://schemas.openxmlformats.org/officeDocument/2006/relationships/chart" Target="../charts/chart334.xml"/><Relationship Id="rId6" Type="http://schemas.openxmlformats.org/officeDocument/2006/relationships/notesSlide" Target="../notesSlides/notesSlide487.xml"/><Relationship Id="rId7" Type="http://schemas.openxmlformats.org/officeDocument/2006/relationships/image" Target="../media/image2.png"/></Relationships>
</file>

<file path=ppt/slides/_rels/slide5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5.xml"/><Relationship Id="rId4" Type="http://schemas.openxmlformats.org/officeDocument/2006/relationships/notesSlide" Target="../notesSlides/notesSlide488.xml"/><Relationship Id="rId5" Type="http://schemas.openxmlformats.org/officeDocument/2006/relationships/image" Target="../media/image2.png"/></Relationships>
</file>

<file path=ppt/slides/_rels/slide5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89.xml"/><Relationship Id="rId4" Type="http://schemas.openxmlformats.org/officeDocument/2006/relationships/image" Target="../media/image2.png"/></Relationships>
</file>

<file path=ppt/slides/_rels/slide5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0.xml"/><Relationship Id="rId4" Type="http://schemas.openxmlformats.org/officeDocument/2006/relationships/image" Target="../media/image2.png"/></Relationships>
</file>

<file path=ppt/slides/_rels/slide5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1.xml"/><Relationship Id="rId4" Type="http://schemas.openxmlformats.org/officeDocument/2006/relationships/image" Target="../media/image2.png"/></Relationships>
</file>

<file path=ppt/slides/_rels/slide5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6.xml"/><Relationship Id="rId4" Type="http://schemas.openxmlformats.org/officeDocument/2006/relationships/chart" Target="../charts/chart337.xml"/><Relationship Id="rId5" Type="http://schemas.openxmlformats.org/officeDocument/2006/relationships/chart" Target="../charts/chart338.xml"/><Relationship Id="rId6" Type="http://schemas.openxmlformats.org/officeDocument/2006/relationships/notesSlide" Target="../notesSlides/notesSlide492.xml"/><Relationship Id="rId7" Type="http://schemas.openxmlformats.org/officeDocument/2006/relationships/image" Target="../media/image2.png"/></Relationships>
</file>

<file path=ppt/slides/_rels/slide5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39.xml"/><Relationship Id="rId4" Type="http://schemas.openxmlformats.org/officeDocument/2006/relationships/notesSlide" Target="../notesSlides/notesSlide493.xml"/><Relationship Id="rId5" Type="http://schemas.openxmlformats.org/officeDocument/2006/relationships/image" Target="../media/image2.png"/></Relationships>
</file>

<file path=ppt/slides/_rels/slide5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4.xml"/><Relationship Id="rId4" Type="http://schemas.openxmlformats.org/officeDocument/2006/relationships/image" Target="../media/image2.png"/></Relationships>
</file>

<file path=ppt/slides/_rels/slide5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5.xml"/><Relationship Id="rId4" Type="http://schemas.openxmlformats.org/officeDocument/2006/relationships/image" Target="../media/image2.png"/></Relationships>
</file>

<file path=ppt/slides/_rels/slide5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6.xml"/><Relationship Id="rId4" Type="http://schemas.openxmlformats.org/officeDocument/2006/relationships/image" Target="../media/image2.png"/></Relationships>
</file>

<file path=ppt/slides/_rels/slide5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40.xml"/><Relationship Id="rId4" Type="http://schemas.openxmlformats.org/officeDocument/2006/relationships/chart" Target="../charts/chart341.xml"/><Relationship Id="rId5" Type="http://schemas.openxmlformats.org/officeDocument/2006/relationships/chart" Target="../charts/chart342.xml"/><Relationship Id="rId6" Type="http://schemas.openxmlformats.org/officeDocument/2006/relationships/notesSlide" Target="../notesSlides/notesSlide497.xml"/><Relationship Id="rId7" Type="http://schemas.openxmlformats.org/officeDocument/2006/relationships/image" Target="../media/image2.png"/></Relationships>
</file>

<file path=ppt/slides/_rels/slide5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43.xml"/><Relationship Id="rId4" Type="http://schemas.openxmlformats.org/officeDocument/2006/relationships/notesSlide" Target="../notesSlides/notesSlide498.xml"/><Relationship Id="rId5" Type="http://schemas.openxmlformats.org/officeDocument/2006/relationships/image" Target="../media/image2.png"/></Relationships>
</file>

<file path=ppt/slides/_rels/slide5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99.xml"/><Relationship Id="rId4" Type="http://schemas.openxmlformats.org/officeDocument/2006/relationships/image" Target="../media/image2.png"/></Relationships>
</file>

<file path=ppt/slides/_rels/slide5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0.xml"/><Relationship Id="rId4" Type="http://schemas.openxmlformats.org/officeDocument/2006/relationships/image" Target="../media/image2.png"/></Relationships>
</file>

<file path=ppt/slides/_rels/slide5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01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Global Packaged Muffins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Global   ·   Country focus: U.S.   ·   Generated 07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5266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190086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29248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268411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0757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344993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Packaged Muffins Market Global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384156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Global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4233188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Global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4624812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142875" y="50164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314325" y="5390638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North America Overview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314325" y="5782263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North America Market Analysis By Country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314325" y="617388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North America Market Analysis By Segments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1582026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Packaged Muffins Market Overview (Volume &amp; Value)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2046440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Segment Overview (Volume &amp; Value)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251085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2957843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Packaged Muffins Market Pricing Analysis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391275" y="3422255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Supply Chain Analysis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219825" y="3886668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4333658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Dynamics &amp; Forces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219825" y="4798071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3" name="Rounded Rectangle 32">
            <a:hlinkClick action="ppaction://hlinksldjump" r:id="rId26"/>
          </p:cNvPr>
          <p:cNvSpPr/>
          <p:nvPr/>
        </p:nvSpPr>
        <p:spPr>
          <a:xfrm>
            <a:off x="6391275" y="5245061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Competitive Landscape</a:t>
            </a:r>
          </a:p>
        </p:txBody>
      </p:sp>
      <p:sp>
        <p:nvSpPr>
          <p:cNvPr id="34" name="Rounded Rectangle 33">
            <a:hlinkClick action="ppaction://hlinksldjump" r:id="rId27"/>
          </p:cNvPr>
          <p:cNvSpPr/>
          <p:nvPr/>
        </p:nvSpPr>
        <p:spPr>
          <a:xfrm>
            <a:off x="6391275" y="5709474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18. Market Share by Leading Players</a:t>
            </a:r>
          </a:p>
        </p:txBody>
      </p:sp>
      <p:sp>
        <p:nvSpPr>
          <p:cNvPr id="35" name="Rounded Rectangle 34">
            <a:hlinkClick action="ppaction://hlinksldjump" r:id="rId28"/>
          </p:cNvPr>
          <p:cNvSpPr/>
          <p:nvPr/>
        </p:nvSpPr>
        <p:spPr>
          <a:xfrm>
            <a:off x="6391275" y="6173887"/>
            <a:ext cx="5657850" cy="327737"/>
          </a:xfrm>
          <a:prstGeom prst="roundRect">
            <a:avLst>
              <a:gd name="adj" fmla="val 22278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19. Company Profiles &amp; Strategic Benchmarking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Packaged Muffins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Packaged Muffins demand, the evidence behind each and what it implies for the global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Packaged Muffins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Packaged Muffins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6898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Global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22645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590141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46302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3784750" y="2801893"/>
            <a:ext cx="21823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Sweet muffins leads Product Type,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15142" y="2792114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6082638" y="2801893"/>
            <a:ext cx="23141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 mix of 2 tracked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84750" y="2969533"/>
            <a:ext cx="6985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categories.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85375" y="2885713"/>
            <a:ext cx="1292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Sweet muffins ·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25998" y="2875934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0193494" y="2885713"/>
            <a:ext cx="7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(2036)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784750" y="3842354"/>
            <a:ext cx="44840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 is the fastest-growing part of Sales Channel, at a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16888" y="3832575"/>
            <a:ext cx="128699" cy="187198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784750" y="4009994"/>
            <a:ext cx="25370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outpacing the wider market.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785375" y="3926174"/>
            <a:ext cx="22591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Foodservice and institutional ·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2622" y="3916395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1160118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3784750" y="4882815"/>
            <a:ext cx="2673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North America is the largest regional market (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06275" y="4873036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573771" y="4882815"/>
            <a:ext cx="20167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South Asia &amp;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784750" y="5050455"/>
            <a:ext cx="13741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Pacific grows fastest at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6956" y="504067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274452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785375" y="4882815"/>
            <a:ext cx="14641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North America (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97622" y="4873036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365118" y="4882815"/>
            <a:ext cx="14139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South Asia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785375" y="5050455"/>
            <a:ext cx="5146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Pacific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8099" y="5040676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15594" y="505045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global market broken into 6 regions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1085850" y="1627887"/>
            <a:ext cx="10010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108585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>
            <a:off x="30861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508635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7096125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9096375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1096625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152525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152525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3152775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3152775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152775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5153025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5153025" y="2567952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5153025" y="2933026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5153025" y="3298100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153025" y="3663174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5153025" y="4028248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5153025" y="439332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5153025" y="4767523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5153025" y="5132597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153025" y="5497671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153025" y="5862745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153025" y="6227819"/>
            <a:ext cx="0" cy="6388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71628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7162800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7162800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916305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9163050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9163050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9163050" y="3316354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9163050" y="36905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9163050" y="40647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9163050" y="443895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9163050" y="4813157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9163050" y="5187358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111633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1163300" y="2567952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11163300" y="2942153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11163300" y="3316354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11163300" y="36905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11163300" y="4064755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11163300" y="4438956"/>
            <a:ext cx="0" cy="7301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ounded Rectangle 53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Packaged Muffins Market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42875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North America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276225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276225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Canada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2143125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Latin America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2276475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Brazil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2276475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Mexico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2276475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LATAM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143375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4276725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4276725" y="2631840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U.K.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4276725" y="2996914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4276725" y="336198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4276725" y="3727062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4276725" y="409213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4276725" y="446633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4276725" y="4831411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Nordic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4276725" y="5196485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Russia</a:t>
            </a:r>
          </a:p>
        </p:txBody>
      </p:sp>
      <p:sp>
        <p:nvSpPr>
          <p:cNvPr id="72" name="Rounded Rectangle 71"/>
          <p:cNvSpPr/>
          <p:nvPr/>
        </p:nvSpPr>
        <p:spPr>
          <a:xfrm>
            <a:off x="4276725" y="556155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4276725" y="5926633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74" name="Rounded Rectangle 73"/>
          <p:cNvSpPr/>
          <p:nvPr/>
        </p:nvSpPr>
        <p:spPr>
          <a:xfrm>
            <a:off x="4276725" y="629170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Europe</a:t>
            </a:r>
          </a:p>
        </p:txBody>
      </p:sp>
      <p:sp>
        <p:nvSpPr>
          <p:cNvPr id="75" name="Rounded Rectangle 74"/>
          <p:cNvSpPr/>
          <p:nvPr/>
        </p:nvSpPr>
        <p:spPr>
          <a:xfrm>
            <a:off x="6153150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East Asia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6286500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China</a:t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6286500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Japan</a:t>
            </a:r>
          </a:p>
        </p:txBody>
      </p:sp>
      <p:sp>
        <p:nvSpPr>
          <p:cNvPr id="78" name="Rounded Rectangle 77"/>
          <p:cNvSpPr/>
          <p:nvPr/>
        </p:nvSpPr>
        <p:spPr>
          <a:xfrm>
            <a:off x="6286500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South Korea</a:t>
            </a:r>
          </a:p>
        </p:txBody>
      </p:sp>
      <p:sp>
        <p:nvSpPr>
          <p:cNvPr id="79" name="Rounded Rectangle 78"/>
          <p:cNvSpPr/>
          <p:nvPr/>
        </p:nvSpPr>
        <p:spPr>
          <a:xfrm>
            <a:off x="8153400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South Asia &amp; Pacific</a:t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8286750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India</a:t>
            </a:r>
          </a:p>
        </p:txBody>
      </p:sp>
      <p:sp>
        <p:nvSpPr>
          <p:cNvPr id="81" name="Rounded Rectangle 80"/>
          <p:cNvSpPr/>
          <p:nvPr/>
        </p:nvSpPr>
        <p:spPr>
          <a:xfrm>
            <a:off x="8286750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Thailand</a:t>
            </a:r>
          </a:p>
        </p:txBody>
      </p:sp>
      <p:sp>
        <p:nvSpPr>
          <p:cNvPr id="82" name="Rounded Rectangle 81"/>
          <p:cNvSpPr/>
          <p:nvPr/>
        </p:nvSpPr>
        <p:spPr>
          <a:xfrm>
            <a:off x="8286750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Malaysia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8286750" y="33893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Indonesia</a:t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86750" y="37635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Philippines</a:t>
            </a:r>
          </a:p>
        </p:txBody>
      </p:sp>
      <p:sp>
        <p:nvSpPr>
          <p:cNvPr id="85" name="Rounded Rectangle 84"/>
          <p:cNvSpPr/>
          <p:nvPr/>
        </p:nvSpPr>
        <p:spPr>
          <a:xfrm>
            <a:off x="8286750" y="4137770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Singapore</a:t>
            </a:r>
          </a:p>
        </p:txBody>
      </p:sp>
      <p:sp>
        <p:nvSpPr>
          <p:cNvPr id="86" name="Rounded Rectangle 85"/>
          <p:cNvSpPr/>
          <p:nvPr/>
        </p:nvSpPr>
        <p:spPr>
          <a:xfrm>
            <a:off x="8286750" y="4511971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Australia</a:t>
            </a:r>
          </a:p>
        </p:txBody>
      </p:sp>
      <p:sp>
        <p:nvSpPr>
          <p:cNvPr id="87" name="Rounded Rectangle 86"/>
          <p:cNvSpPr/>
          <p:nvPr/>
        </p:nvSpPr>
        <p:spPr>
          <a:xfrm>
            <a:off x="8286750" y="4886172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New Zealand</a:t>
            </a:r>
          </a:p>
        </p:txBody>
      </p:sp>
      <p:sp>
        <p:nvSpPr>
          <p:cNvPr id="88" name="Rounded Rectangle 87"/>
          <p:cNvSpPr/>
          <p:nvPr/>
        </p:nvSpPr>
        <p:spPr>
          <a:xfrm>
            <a:off x="8286750" y="5260373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South East Asia</a:t>
            </a:r>
          </a:p>
        </p:txBody>
      </p:sp>
      <p:sp>
        <p:nvSpPr>
          <p:cNvPr id="89" name="Rounded Rectangle 88"/>
          <p:cNvSpPr/>
          <p:nvPr/>
        </p:nvSpPr>
        <p:spPr>
          <a:xfrm>
            <a:off x="10153650" y="1810424"/>
            <a:ext cx="1885950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Middle East &amp; Africa</a:t>
            </a:r>
          </a:p>
        </p:txBody>
      </p:sp>
      <p:sp>
        <p:nvSpPr>
          <p:cNvPr id="90" name="Rounded Rectangle 89"/>
          <p:cNvSpPr/>
          <p:nvPr/>
        </p:nvSpPr>
        <p:spPr>
          <a:xfrm>
            <a:off x="10287000" y="2266766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UAE</a:t>
            </a:r>
          </a:p>
        </p:txBody>
      </p:sp>
      <p:sp>
        <p:nvSpPr>
          <p:cNvPr id="91" name="Rounded Rectangle 90"/>
          <p:cNvSpPr/>
          <p:nvPr/>
        </p:nvSpPr>
        <p:spPr>
          <a:xfrm>
            <a:off x="10287000" y="2640967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Saudi Arabia</a:t>
            </a:r>
          </a:p>
        </p:txBody>
      </p:sp>
      <p:sp>
        <p:nvSpPr>
          <p:cNvPr id="92" name="Rounded Rectangle 91"/>
          <p:cNvSpPr/>
          <p:nvPr/>
        </p:nvSpPr>
        <p:spPr>
          <a:xfrm>
            <a:off x="10287000" y="3015168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Turkey</a:t>
            </a:r>
          </a:p>
        </p:txBody>
      </p:sp>
      <p:sp>
        <p:nvSpPr>
          <p:cNvPr id="93" name="Rounded Rectangle 92"/>
          <p:cNvSpPr/>
          <p:nvPr/>
        </p:nvSpPr>
        <p:spPr>
          <a:xfrm>
            <a:off x="10287000" y="33893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Israel</a:t>
            </a:r>
          </a:p>
        </p:txBody>
      </p:sp>
      <p:sp>
        <p:nvSpPr>
          <p:cNvPr id="94" name="Rounded Rectangle 93"/>
          <p:cNvSpPr/>
          <p:nvPr/>
        </p:nvSpPr>
        <p:spPr>
          <a:xfrm>
            <a:off x="10287000" y="3763569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GCC</a:t>
            </a:r>
          </a:p>
        </p:txBody>
      </p:sp>
      <p:sp>
        <p:nvSpPr>
          <p:cNvPr id="95" name="Rounded Rectangle 94"/>
          <p:cNvSpPr/>
          <p:nvPr/>
        </p:nvSpPr>
        <p:spPr>
          <a:xfrm>
            <a:off x="10287000" y="4137770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South Africa</a:t>
            </a:r>
          </a:p>
        </p:txBody>
      </p:sp>
      <p:sp>
        <p:nvSpPr>
          <p:cNvPr id="96" name="Rounded Rectangle 95"/>
          <p:cNvSpPr/>
          <p:nvPr/>
        </p:nvSpPr>
        <p:spPr>
          <a:xfrm>
            <a:off x="10287000" y="4511971"/>
            <a:ext cx="175260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Rest of MEA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17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253174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Fruit muffins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Chocolate and cocoa muffins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 muffins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Plain and vanilla muffins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Spice-flavoured muffins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sweet muffins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Cheese muffins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Vegetable muffins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Meat-containing muffins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Herb and spice muffins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savoury muffins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42875" y="3674745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142875" y="367474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19075" y="367474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000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05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1524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0002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90525" y="40805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524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20002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90525" y="42576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524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2000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905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42875" y="4726305"/>
            <a:ext cx="2876550" cy="76009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42875" y="472630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19075" y="472630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Storage Format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0025" y="49549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90525" y="495490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52400" y="51320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TextBox 70"/>
          <p:cNvSpPr txBox="1"/>
          <p:nvPr/>
        </p:nvSpPr>
        <p:spPr>
          <a:xfrm>
            <a:off x="200025" y="51320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90525" y="513207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52400" y="53092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200025" y="53092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90525" y="53092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152775" y="1028700"/>
            <a:ext cx="2876550" cy="217741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Flavour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Fruit-based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Chocolate-based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seed-based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Plain and classic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Spice and dessert-inspired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20992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400425" y="23202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cxnSp>
        <p:nvCxnSpPr>
          <p:cNvPr id="99" name="Connector 98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Cheese-based</a:t>
            </a:r>
          </a:p>
        </p:txBody>
      </p:sp>
      <p:cxnSp>
        <p:nvCxnSpPr>
          <p:cNvPr id="102" name="Connector 101"/>
          <p:cNvCxnSpPr/>
          <p:nvPr/>
        </p:nvCxnSpPr>
        <p:spPr>
          <a:xfrm>
            <a:off x="31623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TextBox 102"/>
          <p:cNvSpPr txBox="1"/>
          <p:nvPr/>
        </p:nvSpPr>
        <p:spPr>
          <a:xfrm>
            <a:off x="33813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5718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Vegetable-based</a:t>
            </a:r>
          </a:p>
        </p:txBody>
      </p:sp>
      <p:cxnSp>
        <p:nvCxnSpPr>
          <p:cNvPr id="105" name="Connector 104"/>
          <p:cNvCxnSpPr/>
          <p:nvPr/>
        </p:nvCxnSpPr>
        <p:spPr>
          <a:xfrm>
            <a:off x="31623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3813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5718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Meat-based</a:t>
            </a:r>
          </a:p>
        </p:txBody>
      </p:sp>
      <p:cxnSp>
        <p:nvCxnSpPr>
          <p:cNvPr id="108" name="Connector 107"/>
          <p:cNvCxnSpPr/>
          <p:nvPr/>
        </p:nvCxnSpPr>
        <p:spPr>
          <a:xfrm>
            <a:off x="31623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TextBox 108"/>
          <p:cNvSpPr txBox="1"/>
          <p:nvPr/>
        </p:nvSpPr>
        <p:spPr>
          <a:xfrm>
            <a:off x="33813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5718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Herb and spice-based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3152775" y="3320415"/>
            <a:ext cx="2876550" cy="182308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3152775" y="332041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228975" y="332041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Structure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2099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4004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Plain batter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31623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338137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571875" y="39033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Batter with inclusions</a:t>
            </a:r>
          </a:p>
        </p:txBody>
      </p:sp>
      <p:cxnSp>
        <p:nvCxnSpPr>
          <p:cNvPr id="122" name="Connector 121"/>
          <p:cNvCxnSpPr/>
          <p:nvPr/>
        </p:nvCxnSpPr>
        <p:spPr>
          <a:xfrm>
            <a:off x="31623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3" name="TextBox 122"/>
          <p:cNvSpPr txBox="1"/>
          <p:nvPr/>
        </p:nvSpPr>
        <p:spPr>
          <a:xfrm>
            <a:off x="320992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400425" y="40805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31623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TextBox 125"/>
          <p:cNvSpPr txBox="1"/>
          <p:nvPr/>
        </p:nvSpPr>
        <p:spPr>
          <a:xfrm>
            <a:off x="33813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5718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Fruit and jam-filled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31623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TextBox 128"/>
          <p:cNvSpPr txBox="1"/>
          <p:nvPr/>
        </p:nvSpPr>
        <p:spPr>
          <a:xfrm>
            <a:off x="338137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571875" y="44348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Chocolate-filled</a:t>
            </a:r>
          </a:p>
        </p:txBody>
      </p:sp>
      <p:cxnSp>
        <p:nvCxnSpPr>
          <p:cNvPr id="131" name="Connector 130"/>
          <p:cNvCxnSpPr/>
          <p:nvPr/>
        </p:nvCxnSpPr>
        <p:spPr>
          <a:xfrm>
            <a:off x="31623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2" name="TextBox 131"/>
          <p:cNvSpPr txBox="1"/>
          <p:nvPr/>
        </p:nvSpPr>
        <p:spPr>
          <a:xfrm>
            <a:off x="33813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5718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and custard-filled</a:t>
            </a:r>
          </a:p>
        </p:txBody>
      </p:sp>
      <p:cxnSp>
        <p:nvCxnSpPr>
          <p:cNvPr id="134" name="Connector 133"/>
          <p:cNvCxnSpPr/>
          <p:nvPr/>
        </p:nvCxnSpPr>
        <p:spPr>
          <a:xfrm>
            <a:off x="31623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5" name="TextBox 134"/>
          <p:cNvSpPr txBox="1"/>
          <p:nvPr/>
        </p:nvSpPr>
        <p:spPr>
          <a:xfrm>
            <a:off x="33813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5718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butter-filled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31623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TextBox 137"/>
          <p:cNvSpPr txBox="1"/>
          <p:nvPr/>
        </p:nvSpPr>
        <p:spPr>
          <a:xfrm>
            <a:off x="338137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71875" y="49663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Cheese and savoury-filled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6162675" y="1028700"/>
            <a:ext cx="2876550" cy="20002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Flour Base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Refined wheat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Whole wheat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2198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4103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21982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410325" y="21431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23202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4103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21982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410325" y="26746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21982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410325" y="28517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6162675" y="3143250"/>
            <a:ext cx="2876550" cy="217741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6162675" y="314325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238875" y="314325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Recipe and Ingredient Claims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62198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64103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cxnSp>
        <p:nvCxnSpPr>
          <p:cNvPr id="177" name="Connector 176"/>
          <p:cNvCxnSpPr/>
          <p:nvPr/>
        </p:nvCxnSpPr>
        <p:spPr>
          <a:xfrm>
            <a:off x="61722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8" name="TextBox 177"/>
          <p:cNvSpPr txBox="1"/>
          <p:nvPr/>
        </p:nvSpPr>
        <p:spPr>
          <a:xfrm>
            <a:off x="62198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64103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61722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62198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64103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61722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639127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6581775" y="39033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Clean-label positioning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61722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63912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65817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 artificial colours</a:t>
            </a:r>
          </a:p>
        </p:txBody>
      </p:sp>
      <p:cxnSp>
        <p:nvCxnSpPr>
          <p:cNvPr id="189" name="Connector 188"/>
          <p:cNvCxnSpPr/>
          <p:nvPr/>
        </p:nvCxnSpPr>
        <p:spPr>
          <a:xfrm>
            <a:off x="61722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0" name="TextBox 189"/>
          <p:cNvSpPr txBox="1"/>
          <p:nvPr/>
        </p:nvSpPr>
        <p:spPr>
          <a:xfrm>
            <a:off x="63912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5817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 artificial flavours</a:t>
            </a:r>
          </a:p>
        </p:txBody>
      </p:sp>
      <p:cxnSp>
        <p:nvCxnSpPr>
          <p:cNvPr id="192" name="Connector 191"/>
          <p:cNvCxnSpPr/>
          <p:nvPr/>
        </p:nvCxnSpPr>
        <p:spPr>
          <a:xfrm>
            <a:off x="61722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3" name="TextBox 192"/>
          <p:cNvSpPr txBox="1"/>
          <p:nvPr/>
        </p:nvSpPr>
        <p:spPr>
          <a:xfrm>
            <a:off x="639127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581775" y="44348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 artificial preservatives</a:t>
            </a:r>
          </a:p>
        </p:txBody>
      </p:sp>
      <p:cxnSp>
        <p:nvCxnSpPr>
          <p:cNvPr id="195" name="Connector 194"/>
          <p:cNvCxnSpPr/>
          <p:nvPr/>
        </p:nvCxnSpPr>
        <p:spPr>
          <a:xfrm>
            <a:off x="61722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6" name="TextBox 195"/>
          <p:cNvSpPr txBox="1"/>
          <p:nvPr/>
        </p:nvSpPr>
        <p:spPr>
          <a:xfrm>
            <a:off x="63912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65817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Non-GMO</a:t>
            </a:r>
          </a:p>
        </p:txBody>
      </p:sp>
      <p:cxnSp>
        <p:nvCxnSpPr>
          <p:cNvPr id="198" name="Connector 197"/>
          <p:cNvCxnSpPr/>
          <p:nvPr/>
        </p:nvCxnSpPr>
        <p:spPr>
          <a:xfrm>
            <a:off x="61722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TextBox 198"/>
          <p:cNvSpPr txBox="1"/>
          <p:nvPr/>
        </p:nvSpPr>
        <p:spPr>
          <a:xfrm>
            <a:off x="63912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65817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Dairy-free</a:t>
            </a:r>
          </a:p>
        </p:txBody>
      </p:sp>
      <p:cxnSp>
        <p:nvCxnSpPr>
          <p:cNvPr id="201" name="Connector 200"/>
          <p:cNvCxnSpPr/>
          <p:nvPr/>
        </p:nvCxnSpPr>
        <p:spPr>
          <a:xfrm>
            <a:off x="61722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TextBox 201"/>
          <p:cNvSpPr txBox="1"/>
          <p:nvPr/>
        </p:nvSpPr>
        <p:spPr>
          <a:xfrm>
            <a:off x="639127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6581775" y="49663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Egg-free</a:t>
            </a:r>
          </a:p>
        </p:txBody>
      </p:sp>
      <p:cxnSp>
        <p:nvCxnSpPr>
          <p:cNvPr id="204" name="Connector 203"/>
          <p:cNvCxnSpPr/>
          <p:nvPr/>
        </p:nvCxnSpPr>
        <p:spPr>
          <a:xfrm>
            <a:off x="61722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/>
          <p:cNvSpPr txBox="1"/>
          <p:nvPr/>
        </p:nvSpPr>
        <p:spPr>
          <a:xfrm>
            <a:off x="63912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65817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Nut-free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172575" y="1028700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Dietary Formulation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4202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172575" y="208026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9172575" y="208026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TextBox 222"/>
          <p:cNvSpPr txBox="1"/>
          <p:nvPr/>
        </p:nvSpPr>
        <p:spPr>
          <a:xfrm>
            <a:off x="9248775" y="208026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Nutritional Positioning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229725" y="23088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9420225" y="23088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cxnSp>
        <p:nvCxnSpPr>
          <p:cNvPr id="226" name="Connector 225"/>
          <p:cNvCxnSpPr/>
          <p:nvPr/>
        </p:nvCxnSpPr>
        <p:spPr>
          <a:xfrm>
            <a:off x="9182100" y="24860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7" name="TextBox 226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cxnSp>
        <p:nvCxnSpPr>
          <p:cNvPr id="229" name="Connector 228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0" name="TextBox 229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cxnSp>
        <p:nvCxnSpPr>
          <p:cNvPr id="232" name="Connector 231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3" name="TextBox 232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cxnSp>
        <p:nvCxnSpPr>
          <p:cNvPr id="235" name="Connector 234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6" name="TextBox 235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cxnSp>
        <p:nvCxnSpPr>
          <p:cNvPr id="238" name="Connector 237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9" name="TextBox 238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cxnSp>
        <p:nvCxnSpPr>
          <p:cNvPr id="241" name="Connector 240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2" name="TextBox 241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3" name="TextBox 242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244" name="Rectangle 243"/>
          <p:cNvSpPr/>
          <p:nvPr/>
        </p:nvSpPr>
        <p:spPr>
          <a:xfrm>
            <a:off x="9172575" y="3663315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9172575" y="366331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9248775" y="366331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Surface Finish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229725" y="38919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9420225" y="38919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cxnSp>
        <p:nvCxnSpPr>
          <p:cNvPr id="249" name="Connector 248"/>
          <p:cNvCxnSpPr/>
          <p:nvPr/>
        </p:nvCxnSpPr>
        <p:spPr>
          <a:xfrm>
            <a:off x="9182100" y="40690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0" name="TextBox 249"/>
          <p:cNvSpPr txBox="1"/>
          <p:nvPr/>
        </p:nvSpPr>
        <p:spPr>
          <a:xfrm>
            <a:off x="9229725" y="40690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9420225" y="40690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cxnSp>
        <p:nvCxnSpPr>
          <p:cNvPr id="252" name="Connector 251"/>
          <p:cNvCxnSpPr/>
          <p:nvPr/>
        </p:nvCxnSpPr>
        <p:spPr>
          <a:xfrm>
            <a:off x="9182100" y="42462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3" name="TextBox 252"/>
          <p:cNvSpPr txBox="1"/>
          <p:nvPr/>
        </p:nvSpPr>
        <p:spPr>
          <a:xfrm>
            <a:off x="9229725" y="42462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9420225" y="42462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cxnSp>
        <p:nvCxnSpPr>
          <p:cNvPr id="255" name="Connector 254"/>
          <p:cNvCxnSpPr/>
          <p:nvPr/>
        </p:nvCxnSpPr>
        <p:spPr>
          <a:xfrm>
            <a:off x="9182100" y="44234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6" name="TextBox 255"/>
          <p:cNvSpPr txBox="1"/>
          <p:nvPr/>
        </p:nvSpPr>
        <p:spPr>
          <a:xfrm>
            <a:off x="9229725" y="44234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9420225" y="44234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cxnSp>
        <p:nvCxnSpPr>
          <p:cNvPr id="258" name="Connector 257"/>
          <p:cNvCxnSpPr/>
          <p:nvPr/>
        </p:nvCxnSpPr>
        <p:spPr>
          <a:xfrm>
            <a:off x="9182100" y="46005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9" name="TextBox 258"/>
          <p:cNvSpPr txBox="1"/>
          <p:nvPr/>
        </p:nvSpPr>
        <p:spPr>
          <a:xfrm>
            <a:off x="9229725" y="46005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60" name="TextBox 259"/>
          <p:cNvSpPr txBox="1"/>
          <p:nvPr/>
        </p:nvSpPr>
        <p:spPr>
          <a:xfrm>
            <a:off x="9420225" y="46005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cxnSp>
        <p:nvCxnSpPr>
          <p:cNvPr id="261" name="Connector 260"/>
          <p:cNvCxnSpPr/>
          <p:nvPr/>
        </p:nvCxnSpPr>
        <p:spPr>
          <a:xfrm>
            <a:off x="9182100" y="47777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2" name="TextBox 261"/>
          <p:cNvSpPr txBox="1"/>
          <p:nvPr/>
        </p:nvSpPr>
        <p:spPr>
          <a:xfrm>
            <a:off x="9229725" y="47777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9420225" y="47777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264" name="Rectangle 263"/>
          <p:cNvSpPr/>
          <p:nvPr/>
        </p:nvSpPr>
        <p:spPr>
          <a:xfrm>
            <a:off x="9172575" y="5069205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9172575" y="506920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9248775" y="506920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Shelf Life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9229725" y="52978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9420225" y="529780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cxnSp>
        <p:nvCxnSpPr>
          <p:cNvPr id="269" name="Connector 268"/>
          <p:cNvCxnSpPr/>
          <p:nvPr/>
        </p:nvCxnSpPr>
        <p:spPr>
          <a:xfrm>
            <a:off x="9182100" y="54749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0" name="TextBox 269"/>
          <p:cNvSpPr txBox="1"/>
          <p:nvPr/>
        </p:nvSpPr>
        <p:spPr>
          <a:xfrm>
            <a:off x="9229725" y="54749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9420225" y="547497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cxnSp>
        <p:nvCxnSpPr>
          <p:cNvPr id="272" name="Connector 271"/>
          <p:cNvCxnSpPr/>
          <p:nvPr/>
        </p:nvCxnSpPr>
        <p:spPr>
          <a:xfrm>
            <a:off x="9182100" y="56521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3" name="TextBox 272"/>
          <p:cNvSpPr txBox="1"/>
          <p:nvPr/>
        </p:nvSpPr>
        <p:spPr>
          <a:xfrm>
            <a:off x="9229725" y="56521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420225" y="56521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9182100" y="58293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229725" y="5829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420225" y="5829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17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217741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Packaging Format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Flow-wrap packs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Pouches and bags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Trays with sealed film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Clamshell containers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Tubs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Cartons with inner wrapping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Windowed cartons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20002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0525" y="30289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45" name="Rectangle 44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Configuration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cxnSp>
        <p:nvCxnSpPr>
          <p:cNvPr id="50" name="Connector 49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32099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4004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cxnSp>
        <p:nvCxnSpPr>
          <p:cNvPr id="53" name="Connector 52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TextBox 53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2-4 muffins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5-8 muffins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9-12 muffins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12 muffins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TextBox 65"/>
          <p:cNvSpPr txBox="1"/>
          <p:nvPr/>
        </p:nvSpPr>
        <p:spPr>
          <a:xfrm>
            <a:off x="320992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400425" y="23202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6162675" y="1028700"/>
            <a:ext cx="2876550" cy="76009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Multipack Wrapping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64103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62198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4103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6162675" y="1903095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6162675" y="190309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238875" y="190309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Brand Ownership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219825" y="21316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410325" y="21316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6172200" y="23088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6391275" y="23088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6581775" y="23088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National brands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6172200" y="24860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639127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6581775" y="24860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Regional / local brands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722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62198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64103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61722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63912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5817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Value private labels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61722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63912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65817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private labels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61722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9127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581775" y="31946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 private labels</a:t>
            </a:r>
          </a:p>
        </p:txBody>
      </p:sp>
      <p:cxnSp>
        <p:nvCxnSpPr>
          <p:cNvPr id="99" name="Connector 98"/>
          <p:cNvCxnSpPr/>
          <p:nvPr/>
        </p:nvCxnSpPr>
        <p:spPr>
          <a:xfrm>
            <a:off x="61722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62198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4103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9172575" y="1028700"/>
            <a:ext cx="2876550" cy="93726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Positioning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94202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9172575" y="208026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9172575" y="208026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9248775" y="208026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9229725" y="23088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9420225" y="23088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cxnSp>
        <p:nvCxnSpPr>
          <p:cNvPr id="121" name="Connector 120"/>
          <p:cNvCxnSpPr/>
          <p:nvPr/>
        </p:nvCxnSpPr>
        <p:spPr>
          <a:xfrm>
            <a:off x="9182100" y="24860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2" name="TextBox 121"/>
          <p:cNvSpPr txBox="1"/>
          <p:nvPr/>
        </p:nvSpPr>
        <p:spPr>
          <a:xfrm>
            <a:off x="940117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591675" y="24860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and hypermarkets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Convenience stores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Discount stores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Warehouse clubs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940117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591675" y="31946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Traditional grocery stores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Speciality food and health stores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591675" y="354901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Bakery outlets selling packaged products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940117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591675" y="39033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retail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922972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9420225" y="40805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Cafés and coffee chains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940117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9591675" y="44348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Hotels and restaurants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Quick-service restaurants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Corporate catering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940117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9591675" y="49663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Educational institutions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Healthcare institutions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Airline and travel catering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922972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9420225" y="54978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Packaged Muffins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Grupo Bimbo (Bimbo, Marinela, Little Bites, Thomas')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2073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2073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2073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2073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McKee Foods Corporation (Little Debbie, Sunbelt Bakery, Drake's, Fieldstone Bakery)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41279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41279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41279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Hostess Brands (Hostess)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704855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70485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704855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704855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Rich Products Corporation (Rich's)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996914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2996914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2996914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ARYZTA / Aspire Bakeries (Otis Spunkmeyer, Cuisine de France, Hiestand, Delice de France)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288973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288973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288973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Europastry (Europastry, Dots)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358103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358103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358103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Bridor (Bridor, Evasions)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3873092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387309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387309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387309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Lantmännen Unibake (Schulstad, Hatting, Vaasan, Pastridor, Euro-Bake)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1651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165151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165151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Flowers Foods (Tastykake, Nature's Own, Wonder, Dave's Killer Bread, Canyon Bakehouse)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4457210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4457210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4457210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4457210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Premier Foods (Mr Kipling)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4749269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4749269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Warburtons (Warburtons)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041328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041328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041328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041328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Goodman Fielder (Nature's Fresh, Freya's, Quality Bakers)</a:t>
            </a:r>
          </a:p>
        </p:txBody>
      </p:sp>
      <p:cxnSp>
        <p:nvCxnSpPr>
          <p:cNvPr id="55" name="Connector 54"/>
          <p:cNvCxnSpPr/>
          <p:nvPr/>
        </p:nvCxnSpPr>
        <p:spPr>
          <a:xfrm>
            <a:off x="152400" y="533338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333375" y="533338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581025" y="533338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 Michel (St Michel)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52400" y="562544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9" name="Connector 58"/>
          <p:cNvCxnSpPr/>
          <p:nvPr/>
        </p:nvCxnSpPr>
        <p:spPr>
          <a:xfrm>
            <a:off x="152400" y="56254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333375" y="562544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581025" y="562544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Dr. Schär (Schär)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52400" y="591750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333375" y="591750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581025" y="591750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Mills (Betty Crocker, Pillsbury)</a:t>
            </a:r>
          </a:p>
        </p:txBody>
      </p:sp>
      <p:sp>
        <p:nvSpPr>
          <p:cNvPr id="65" name="Rectangle 6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81750" y="182867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629400" y="182867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Britannia Industries (Britannia)</a:t>
            </a:r>
          </a:p>
        </p:txBody>
      </p:sp>
      <p:sp>
        <p:nvSpPr>
          <p:cNvPr id="70" name="Rectangle 69"/>
          <p:cNvSpPr/>
          <p:nvPr/>
        </p:nvSpPr>
        <p:spPr>
          <a:xfrm>
            <a:off x="6200775" y="212073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1" name="Connector 70"/>
          <p:cNvCxnSpPr/>
          <p:nvPr/>
        </p:nvCxnSpPr>
        <p:spPr>
          <a:xfrm>
            <a:off x="6200775" y="212073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212073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212073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Monginis Foods (Monginis)</a:t>
            </a:r>
          </a:p>
        </p:txBody>
      </p:sp>
      <p:cxnSp>
        <p:nvCxnSpPr>
          <p:cNvPr id="74" name="Connector 73"/>
          <p:cNvCxnSpPr/>
          <p:nvPr/>
        </p:nvCxnSpPr>
        <p:spPr>
          <a:xfrm>
            <a:off x="6200775" y="241279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TextBox 74"/>
          <p:cNvSpPr txBox="1"/>
          <p:nvPr/>
        </p:nvSpPr>
        <p:spPr>
          <a:xfrm>
            <a:off x="6381750" y="241279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629400" y="241279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Bonn Group of Industries (Bonn)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200775" y="2704855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8" name="Connector 77"/>
          <p:cNvCxnSpPr/>
          <p:nvPr/>
        </p:nvCxnSpPr>
        <p:spPr>
          <a:xfrm>
            <a:off x="6200775" y="270485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2704855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2704855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Karachi Bakery (Karachi Bakery)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6200775" y="2996914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6381750" y="2996914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6629400" y="2996914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Gardenia Bakeries Philippines (Gardenia)</a:t>
            </a:r>
          </a:p>
        </p:txBody>
      </p:sp>
      <p:sp>
        <p:nvSpPr>
          <p:cNvPr id="84" name="Rectangle 83"/>
          <p:cNvSpPr/>
          <p:nvPr/>
        </p:nvSpPr>
        <p:spPr>
          <a:xfrm>
            <a:off x="6200775" y="3288973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5" name="Connector 84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3288973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3288973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Gardenia Bakeries Malaysia (Gardenia, Gardenia QuickBites)</a:t>
            </a:r>
          </a:p>
        </p:txBody>
      </p:sp>
      <p:cxnSp>
        <p:nvCxnSpPr>
          <p:cNvPr id="88" name="Connector 87"/>
          <p:cNvCxnSpPr/>
          <p:nvPr/>
        </p:nvCxnSpPr>
        <p:spPr>
          <a:xfrm>
            <a:off x="6200775" y="358103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6381750" y="358103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629400" y="358103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PT Nippon Indosari Corpindo (Sari Roti)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200775" y="3873092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2" name="Connector 91"/>
          <p:cNvCxnSpPr/>
          <p:nvPr/>
        </p:nvCxnSpPr>
        <p:spPr>
          <a:xfrm>
            <a:off x="6200775" y="3873092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3873092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3873092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BreadTalk Group (BreadTalk)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6200775" y="41651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TextBox 95"/>
          <p:cNvSpPr txBox="1"/>
          <p:nvPr/>
        </p:nvSpPr>
        <p:spPr>
          <a:xfrm>
            <a:off x="6381750" y="4165151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6629400" y="4165151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QAF Limited (Bakers Maison)</a:t>
            </a:r>
          </a:p>
        </p:txBody>
      </p:sp>
      <p:sp>
        <p:nvSpPr>
          <p:cNvPr id="98" name="Rectangle 97"/>
          <p:cNvSpPr/>
          <p:nvPr/>
        </p:nvSpPr>
        <p:spPr>
          <a:xfrm>
            <a:off x="6200775" y="4457210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9" name="Connector 98"/>
          <p:cNvCxnSpPr/>
          <p:nvPr/>
        </p:nvCxnSpPr>
        <p:spPr>
          <a:xfrm>
            <a:off x="6200775" y="4457210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6381750" y="4457210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629400" y="4457210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SPC Samlip (Samlip)</a:t>
            </a:r>
          </a:p>
        </p:txBody>
      </p:sp>
      <p:cxnSp>
        <p:nvCxnSpPr>
          <p:cNvPr id="102" name="Connector 101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3" name="TextBox 102"/>
          <p:cNvSpPr txBox="1"/>
          <p:nvPr/>
        </p:nvSpPr>
        <p:spPr>
          <a:xfrm>
            <a:off x="6381750" y="4749269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629400" y="4749269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Yamazaki Baking (Yamazaki, Vie de France Yamazaki, Four Leaves)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200775" y="5041328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6" name="Connector 105"/>
          <p:cNvCxnSpPr/>
          <p:nvPr/>
        </p:nvCxnSpPr>
        <p:spPr>
          <a:xfrm>
            <a:off x="6200775" y="5041328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6381750" y="5041328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6629400" y="5041328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Toly Bread (Toly Bread)</a:t>
            </a:r>
          </a:p>
        </p:txBody>
      </p:sp>
      <p:cxnSp>
        <p:nvCxnSpPr>
          <p:cNvPr id="109" name="Connector 108"/>
          <p:cNvCxnSpPr/>
          <p:nvPr/>
        </p:nvCxnSpPr>
        <p:spPr>
          <a:xfrm>
            <a:off x="6200775" y="533338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0" name="TextBox 109"/>
          <p:cNvSpPr txBox="1"/>
          <p:nvPr/>
        </p:nvSpPr>
        <p:spPr>
          <a:xfrm>
            <a:off x="6381750" y="533338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629400" y="533338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Almarai (L'usine, Bake Mart)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6200775" y="5625447"/>
            <a:ext cx="5838825" cy="292059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3" name="Connector 112"/>
          <p:cNvCxnSpPr/>
          <p:nvPr/>
        </p:nvCxnSpPr>
        <p:spPr>
          <a:xfrm>
            <a:off x="6200775" y="56254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6381750" y="5625447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6629400" y="5625447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United Foods International (United Foods)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6200775" y="5917506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6381750" y="5917506"/>
            <a:ext cx="190500" cy="292059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6629400" y="5917506"/>
            <a:ext cx="53244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Mimansa Industries / The Baker's Dozen (The Baker's Dozen)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Global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(CPI)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Private Final Consumption Expenditure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Food &amp; Non-Alcoholic Beverage Expenditure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Confidence Index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Packaged Bakery Products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Supermarket &amp; Hypermarket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Convenience Store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Grocery / Food E-Commerce Sales Growth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Wheat, Sugar, Egg &amp; Dairy Input Price Index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Consumption-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Global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Fruit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and cocoa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 and seed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 and vanilla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Spice-flavoured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sweet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Cheese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Vegetable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Meat-containing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Herb and spice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savoury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Flavour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Fruit-based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Blueberry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Banana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Apple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Lemon and citrus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Strawberry and raspberry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Cranberry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fruit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fruit flavours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chip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Double chocolate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Triple chocolate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and fruit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 and nut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 and seed-based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Walnut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Almond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Pecan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Poppy seed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nuts and seeds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 and classic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Vanilla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Butter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Spice and dessert-inspired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Cinnamon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Pumpkin spice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Coffee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Caramel and toffee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dessert-inspired flavours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Cheese-based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Cheddar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Parmesan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cheese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Vegetable-based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Spinach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Carrot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Corn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Zucchini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Mixed vegetables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Meat-based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Bacon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Ham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Chicken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meat varieties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Herb and spice-based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Garlic and herbs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Chilli and jalapeño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herb and spice combinations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Primary Flour Base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Refined wheat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Whole wheat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Dietary Formulation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Nutritional Positioning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Standard/indulgent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Recipe and Ingredient Claims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Conventional/non-organic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Clean-label positioning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 artificial colours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 artificial flavours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 artificial preservatives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Non-GMO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Dairy-free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Egg-free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Nut-free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Product Structure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Plain batter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Batter with inclusions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Fruit and jam-filled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Chocolate-filled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Cream and custard-filled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Nut butter-filled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9.5.1.2.5.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Cheese and savoury-filled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Surface Finish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Crumb/streusel-topped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Glazed/drizzled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Individual Muffin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Mini/bite-sized - below 30 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Large/jumbo - 100 g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Sales Channel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12.5.3.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Shelf Life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8–30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31–90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Packaging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Flow-wrap packs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Pouches and bags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Trays with sealed film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Clamshell containers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Tubs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Cartons with inner wrapping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Windowed cartons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Pack Configuration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2–4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5–8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9–12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15.5.2.4.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More than 12 muffins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Multipack Wrapping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Price Positioning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Economy/value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Super-premium/speciality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Brand Ownership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National brands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Regional/local brands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Value private labels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 private labels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Premium private labels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Foodservice/operator brands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Sales Channel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and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Convenience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Discount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Warehouse clubs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Traditional grocery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Speciality food and health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Bakery outlets selling packaged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retail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Retailer websites and apps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Quick-commerce platforms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19.5.1.8.4.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direct-to-consumer websites</a:t>
                      </a:r>
                      <a:endParaRPr sz="1100"/>
                    </a:p>
                  </a:txBody>
                  <a:tcPr marL="12573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Cafés and coffee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Hotels and restaurants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Quick-service restaurants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Corporate catering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Educational institutions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Healthcare institutions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19.5.2.7.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Airline and travel catering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Mexico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LATAM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Japan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 Korea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Thailand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Malaysia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Indonesia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Philippines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Singapore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Australia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New Zealand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20.5.4.9.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South East Asia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Nordic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Russia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20.5.5.12.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Europe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UAE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Saudi Arabia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Turkey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Israel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GCC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South Africa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20.5.6.7.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Rest of MEA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Flavour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Packaging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Individual Muffin Size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 America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22.4.18.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Latin America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23.4.18.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East Asia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 Asia &amp; Pacific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26.4.18.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Middle East &amp; Africa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(9/12)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Flavour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Flour Base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Dietary Formulation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Nutritional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Recipe and Ingredient Claims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Structure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Surface Finish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Individual Muffin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Storage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Shelf Life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Packaging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Configuration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Multipack Wrapping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Brand Ownership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27.4.18.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Global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28.6.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Demand and Consumption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Demand by Age Group, Income Group and Household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Consumption Frequency by Muffin Category, Product Format and Usage Occasion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Consumption Pattern by Daypart, Purchase Mission and Household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Preference by Region, Country and Consumer Segment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Intent by Consumption Occasion and Product Need-State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Drivers and Consumer Decision Journey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Drivers by Taste, Freshness, Price, Convenience and Product Quality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Decision Factors by Brand, Product Format and Purchase Occasion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Shopping Journey by Product Discovery, Evaluation and Purchase Stage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Price Sensitivity by Consumer Segment and Affordability Band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29.2.5.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Repeat Purchase Drivers by Product Satisfaction, Brand Experience and Value Perception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Product, Flavor and Attribute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Flavor Preference by Age Group, Consumption Occasion and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 by Consumer Segment and Health-orientated Need-State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Attribute Preference by Taste, Texture, Freshness and Portion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 by Consumer Segment, Product Category and Purchase Intent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Pack-size Preference by Household Type, Consumption Frequency and Purchase Mission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Channel, Brand and Purchase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endParaRPr sz="110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(10/12)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Channel Preference by Consumer Segment, Purchase Frequency and Product Category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versus E-commerce Purchase Preference by Consumer Segment and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Brand Preference by Consumer Segment, Purchase Frequency and Consumption Occasion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Brand Switching by Price Change, Product Attribute and Competitive Availability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Loyalty Drivers by Brand Preference, Product Satisfaction and Repeat Purchase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Unmet Needs and Decision-driver Opportunities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Unmet Consumer Needs by Flavor, Ingredient, Texture and Product Attribute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Pain Points by Price, Pack Size, Availability and Product Quality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Barriers by Consumer Segment, Channel and Affordability Band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Innovation Interest by Product Concept, Usage Occasion and Consumer Need-State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29.5.5.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Intent for New Concepts by Consumer Segment, Price Point and Product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 Level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Expansion of On-the-Go &amp; Convenience Snacking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Growth of Snackification &amp; More Frequent Eating Occasions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Innovation &amp; Flavor Diversification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Rising Demand for Better-for-You Muffins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Premiumization &amp; Premium Bakery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Expansion of Supermarkets, Convenience Stores &amp; Modern Grocery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Growth of Online Grocery &amp; E-Commerce Food Purchasing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Shelf-Life Extension &amp; Improved Packaging Technologies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Rising Demand for Portion-Controlled &amp; Mini Muffin Formats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31.5.10.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Expansion of Bakery Consumption in Emerging Markets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31.5.11.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Other Forecast Factors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PESTEL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31.8.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Porter’s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Value Chain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Industry-Wide Operating Margin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Operating margins at each node of supply chain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Operating margins Comparison to Parent/Associated Market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Margin Optimization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List of Active Market Participants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Manufacturers/ Key Brands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Distributors/Suppliers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32.3.3.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End Users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FF0000"/>
                          </a:solidFill>
                          <a:latin typeface="Calibri"/>
                        </a:rPr>
                        <a:t>Note: The section lists 20-30 active market participants. For a comprehensive list, please contact the respective sales personnel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(11/12)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MNCs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Grupo Bimbo (Bimbo, Marinela, Little Bites, Thomas')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Market Segments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Sales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Channel Sales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Regional Sales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Marketing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Channel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36.1.4.4.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Strategy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36.1.6.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Analyst Comment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McKee Foods Corporation (Little Debbie, Sunbelt Bakery, Drake's, Fieldstone Bakery)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Hostess Brands (Hostess)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Rich Products Corporation (Rich's)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ARYZTA / Aspire Bakeries (Otis Spunkmeyer, Cuisine de France, Hiestand, Delice de France)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Europastry (Europastry, Dots)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Bridor (Bridor, Evasions)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Lantmännen Unibake (Schulstad, Hatting, Vaasan, Pastridor, Euro-Bake)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Flowers Foods (Tastykake, Nature's Own, Wonder, Dave's Killer Bread, Canyon Bakehouse)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Premier Foods (Mr Kipling)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Warburtons (Warburtons)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Goodman Fielder (Nature's Fresh, Freya's, Quality Bakers)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 Michel (St Michel)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Dr. Schär (Schär)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General Mills (Betty Crocker, Pillsbury)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36.16.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Asia-Based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Britannia Industries (Britannia)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Monginis Foods (Monginis)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Bonn Group of Industries (Bonn)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Karachi Bakery (Karachi Bakery)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Gardenia Bakeries Philippines (Gardenia)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Gardenia Bakeries Malaysia (Gardenia, Gardenia QuickBites)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PT Nippon Indosari Corpindo (Sari Roti)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BreadTalk Group (BreadTalk)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QAF Limited (Bakers Maison)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SPC Samlip (Samlip)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Yamazaki Baking (Yamazaki, Vie de France Yamazaki, Four Leaves)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Toly Bread (Toly Bread / 桃李面包)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Almarai (L'usine, Bake Mart)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United Foods International (United Foods)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Mimansa Industries / The Baker's Dozen (The Baker's Dozen)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37.16.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Acceptance and White Space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(12/12)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28041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Innovation Acceptance by Consumer Segment, Product Format and Usage Occasion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Interest in Novel Flavors, Ingredients and Muffin Formulations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Acceptance of Functional Claims, Health-oriented Attributes and Clean-label Positioning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Preference for Innovative Pack Formats, Portion Sizes and Convenience Features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Intent for Premium, Indulgent and Better-for-you Muffin Concepts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Innovation Acceptance by Price Point, Affordability Band and Premiumization Level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Unmet Consumer Needs by Flavor, Texture, Ingredient and Product Attribute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White Space by Consumer Need-State, Product Attribute and Competitive Assortment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Launch Opportunity by Target Consumer Segment, Channel and Geographic Market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38.10.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Innovation Opportunity by Product Concept, Price Positioning and Consumer Purchase Intent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Global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Global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Global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Global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Global Market Share by Flavour,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Global Market Share by Primary Flour Base,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Global Market Share by Dietary Formulation,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Global Market Share by Nutritional Positioning,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Global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Global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Global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Global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Global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Global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Global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Global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Global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Global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Global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Global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Global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Global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Global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Global Market Value by Recipe and Ingredient Claims,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Global Market Value by Product Structure,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Global Market Value by Surface Finish,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Global Market Value by Individual Muffin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Global Market Value by Storage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Global Market Value by Shelf Life,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Global Market Value by Packaging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Global Market Value by Pack Configuration,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Global Market Value by Multipack Wrapping,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Global Market Value by Price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Global Market Value by Brand Ownership,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Global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Global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Global Market Share by Flavour,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Global Market Share by Primary Flour Base,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Global Market Share by Dietary Formulation,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Global Market Share by Nutritional Positioning,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Global Market Share by Recipe and Ingredient Claims,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Global Market Share by Product Structure,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Global Market Share by Surface Finish,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Global Market Share by Individual Muffin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Global Market Share by Storage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Global Market Share by Shelf Life,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Global Market Share by Packaging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Global Market Share by Pack Configuration,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Global Market Share by Multipack Wrapping,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Global Market Share by Price Positioning,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Global Market Share by Brand Ownership,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Global Market Share by Sales Channel,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Global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Global Market Absolute $ Opportunity by Flavour,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Global Market Absolute $ Opportunity by Primary Flour Base,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Global Market Absolute $ Opportunity by Dietary Formulation,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Global Market Absolute $ Opportunity by Nutritional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Global Market Absolute $ Opportunity by Recipe and Ingredient Claims,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Global Market Absolute $ Opportunity by Product Structure,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Global Market Absolute $ Opportunity by Surface Finish,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Global Market Absolute $ Opportunity by Individual Muffin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Global Market Absolute $ Opportunity by Storage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Global Market Absolute $ Opportunity by Shelf Life,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Global Market Absolute $ Opportunity by Packaging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Global Market Absolute $ Opportunity by Pack Configuration,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Global Market Absolute $ Opportunity by Multipack Wrapping,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Global Market Absolute $ Opportunity by Price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Global Market Absolute $ Opportunity by Brand Ownership,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Global Market Absolute $ Opportunity by Sales Channel,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Global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Global Market BPS Share Change by Flavour,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Global Market BPS Share Change by Primary Flour Base,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Global Market BPS Share Change by Dietary Formulation,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Global Market BPS Share Change by Nutritional Positioning,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Global Market BPS Share Change by Recipe and Ingredient Claims,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Product Type × Flavour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Product Type × Primary Flour Base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Product Type × Dietary Formulation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Product Type × Nutritional Positioning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Product Type × Recipe and Ingredient Claims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Product Type × Product Structure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Product Type × Surface Finish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Product Type × Individual Muffin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Product Type × Storage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Product Type × Shelf Life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Packaging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Pack Configuration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Multipack Wrapping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Price Positioning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Brand Ownership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Sales Channel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Flavour × Primary Flour Base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Flavour × Dietary Formulation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Flavour × Nutritional Positioning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Flavour × Recipe and Ingredient Claims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Global Market Value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Global Market Share by Region,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Global Market CAGR by Region,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Global Market Absolute $ Opportunity by Region,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Global Market Attractiveness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Global Market BPS Share Change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North America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Latin America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East Asia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South Asia &amp; Pacific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Middle East &amp; Africa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North America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Latin America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Europe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East Asia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South Asia &amp; Pacific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Middle East &amp; Africa Market Share of Global Market,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North America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Latin America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Europe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East Asia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South Asia &amp; Pacific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Middle East &amp; Africa Market Value by Country,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North America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U.S.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U.S.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U.S.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U.S. Market Share within North America,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U.S. Market Value by Flavour,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U.S. Market Value by Primary Flour Base,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U.S. Market Value by Dietary Formulation,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U.S. Market Value by Nutritional Positioning,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Germany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Germany Market Value by Flavour,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Germany Market Value by Primary Flour Base,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Germany Market Value by Dietary Formulation,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Germany Market Value by Nutritional Positioning,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Canada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Canada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Canada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Canada Market Share within North America,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Canada Market Value by Flavour,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Canada Market Value by Primary Flour Base,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Canada Market Value by Dietary Formulation,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Canada Market Value by Nutritional Positioning,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China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China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China Market Value by Sales Channel,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India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India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Brazil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Brazil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U.K.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U.K.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Global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Global Market Average Selling Price by Region,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Global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Global Market Average Selling Price by Flavour,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Global Market Average Selling Price by Primary Flour Base,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Global Market Average Selling Price by Dietary Formulation,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Global Market Average Selling Price by Nutritional Positioning,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Global Market Average Selling Price by Recipe and Ingredient Claims,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Global Market Average Selling Price by Product Structure,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Global Market Average Selling Price by Surface Finish,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Global Market Average Selling Price by Individual Muffin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Global Market Average Selling Price by Storage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Company Market Share in the Global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Competitive Positioning of Leading Packaged Muffins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Company Revenue from the Global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Global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Global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Market Share in the North America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Company Market Share in the Latin America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Company Market Share in the East Asia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Company Market Share in the South Asia &amp; Pacific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Company Market Share in the Middle East &amp; Africa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Grupo Bimbo: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McKee Foods Corporation: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Hostess Brands: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Rich Products Corporation: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153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ARYZTA / Aspire Bakeries: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48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Europastry: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000384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Bridor: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Lantmännen Unibake: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Flowers Foods: Revenue from the Global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Global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Global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Global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Global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Global Market Opportunity Map by Region and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Global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Global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Global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Global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Global Market Investment Hotspots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Global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Global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Global Market Go-to-Market Priority by Region,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Global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Global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Global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Global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Global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Global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Global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Global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Global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Global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Global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Global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Global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Global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Global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Global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Global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Global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Global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Global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Global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Global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Global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Global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Global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Global Market Value by Recipe and Ingredient Claims,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Global Market Value by Product Structure,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Global Market Value by Surface Finish,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Global Market Value by Individual Muffin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Global Market Value by Storage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Global Market Value by Shelf Life,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Global Market Value by Packaging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Global Market Value by Pack Configuration,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4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Global Market Value by Multipack Wrapping,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Global Market Value by Price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Global Market Value by Brand Ownership,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Global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Global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Global Market CAGR and Absolute $ Opportunity by Flavour,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Global Market CAGR and Absolute $ Opportunity by Primary Flour Base,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Global Market CAGR and Absolute $ Opportunity by Dietary Formulation,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Global Market CAGR and Absolute $ Opportunity by Nutritional Positioning,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Global Market CAGR and Absolute $ Opportunity by Recipe and Ingredient Claims,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Global Market CAGR and Absolute $ Opportunity by Product Structure,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Global Market CAGR and Absolute $ Opportunity by Surface Finish,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Global Market CAGR and Absolute $ Opportunity by Individual Muffin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Global Market CAGR and Absolute $ Opportunity by Storage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Global Market CAGR and Absolute $ Opportunity by Shelf Life,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Global Market CAGR and Absolute $ Opportunity by Packaging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Global Market CAGR and Absolute $ Opportunity by Pack Configuration,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Global Market CAGR and Absolute $ Opportunity by Multipack Wrapping,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Global Market CAGR and Absolute $ Opportunity by Price Positioning,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677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Global Market CAGR and Absolute $ Opportunity by Brand Ownership,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824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Global Market CAGR and Absolute $ Opportunity by Sales Channel,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Global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Global Market Share and BPS Change by Flavour,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Global Market Share and BPS Change by Primary Flour Base,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Global Market Share and BPS Change by Dietary Formulation,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Global Market Share and BPS Change by Nutritional Positioning,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Global Market Share and BPS Change by Recipe and Ingredient Claims,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Global Market Share and BPS Change by Product Structure,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Global Market Share and BPS Change by Surface Finish,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Global Market Share and BPS Change by Individual Muffin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Global Market Share and BPS Change by Storage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Global Market Share and BPS Change by Shelf Life,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Global Market Share and BPS Change by Packaging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Global Market Share and BPS Change by Pack Configuration,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Global Market Share and BPS Change by Multipack Wrapping,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Global Market Share and BPS Change by Price Positioning,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Global Market Share and BPS Change by Brand Ownership,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Global Market Share and BPS Change by Sales Channel,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Global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Global Market YoY Growth by Flavour,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Global Market YoY Growth by Primary Flour Base,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Global Market YoY Growth by Dietary Formulation,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Global Market YoY Growth by Nutritional Positioning,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Global Market YoY Growth by Recipe and Ingredient Claims,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Global Market YoY Growth by Product Structure,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Global Market YoY Growth by Surface Finish,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Global Market YoY Growth by Individual Muffin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Global Market YoY Growth by Storage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Global Market YoY Growth by Shelf Life,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Global Market YoY Growth by Packaging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Global Market YoY Growth by Pack Configuration,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Global Market YoY Growth by Multipack Wrapping,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Global Market YoY Growth by Price Positioning,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Global Market YoY Growth by Brand Ownership,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Global Market YoY Growth by Sales Channel,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Global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Global Market Volume by Flavour,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Global Market Value by Product Type and Flavour,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Global Market Value by Product Type and Primary Flour Base,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Global Market Value by Product Type and Dietary Formulation,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Global Market Value by Product Type and Nutritional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Global Market Value by Product Type and Recipe and Ingredient Claims,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Global Market Value by Product Type and Product Structure,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Global Market Value by Product Type and Surface Finish,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Global Market Value by Product Type and Individual Muffin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Global Market Value by Product Type and Storage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Global Market Value by Product Type and Shelf Life,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Global Market Value by Product Type and Packaging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Global Market Value by Product Type and Pack Configuration,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Global Market Value by Product Type and Multipack Wrapping,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Global Market Value by Product Type and Price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Global Market Value by Product Type and Brand Ownership,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Global Market Value by Product Type and Sales Channel,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Global Market Value by Flavour and Primary Flour Base,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Global Market Value by Flavour and Dietary Formulation,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Global Market Value by Flavour and Nutritional Positioning,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Global Market Value by Flavour and Recipe and Ingredient Claims,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Global Market Value by Flavour and Product Structure,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Global Market Value by Flavour and Surface Finish,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Global Market Value by Flavour and Individual Muffin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Global Market Value by Flavour and Storage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Global Market Value by Flavour and Shelf Life,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Global Market Value by Region,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Global Market CAGR and Absolute $ Opportunity by Region,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Global Market Share and BPS Change by Region,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Global Market Volume by Region,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North America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Latin America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East Asia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South Asia &amp; Pacific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Middle East &amp; Africa Market Value by Country,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North America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Latin America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Europe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East Asia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South Asia &amp; Pacific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Middle East &amp; Africa Market CAGR and Absolute $ Opportunity by Country,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North America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Latin America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East Asia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South Asia &amp; Pacific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Middle East &amp; Africa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U.S.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U.S.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U.S.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U.S. Market Share within North America,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U.S.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U.S.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U.S.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U.S.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Germany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Germany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Germany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Germany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Germany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Canada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Canada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Canada Market Value by Sales Channel,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Canada Market Share within North America,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Canada Market Value by Flavour,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Canada Market Value by Primary Flour Base,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Canada Market Value by Dietary Formulation,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Canada Market Value by Nutritional Positioning,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China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China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India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India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Brazil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Brazil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Global Market Average Selling Price by Region,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Global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Global Market Average Selling Price by Flavour,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Global Market Average Selling Price by Primary Flour Base,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Global Market Average Selling Price by Dietary Formulation,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Global Market Average Selling Price by Nutritional Positioning,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4667264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Global Market Average Selling Price by Recipe and Ingredient Claims,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Global Market Average Selling Price by Product Structure,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Global Market Average Selling Price by Surface Finish,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Global Market Average Selling Price by Individual Muffin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Global Market Average Selling Price by Storage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Global Market Average Selling Price by Shelf Life,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Global Market Average Selling Price by Packaging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Packaged Muffins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Global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Global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Global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Global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Grupo Bimbo: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McKee Foods Corporation: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Hostess Brands: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Rich Products Corporation: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ARYZTA / Aspire Bakeries: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Europastry: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Bridor: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Lantmännen Unibake: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Flowers Foods: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Premier Foods: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Global Market Value by Scenario and Region,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Global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Global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Global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Global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Global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74053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04533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Global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750185"/>
            <a:ext cx="5067300" cy="375666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Global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Global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Global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Flour Base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Dietary Formulation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Nutritional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Recipe and Ingredient Claims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Structure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Surface Finish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750185"/>
            <a:ext cx="5067300" cy="37960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Storage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Shelf Life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Configuration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Multipack Wrapping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Brand Ownership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Sales Channel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global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8688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66614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41723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region,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33693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86593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39494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92394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88399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33693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8659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39494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9239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219075" y="327026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219075" y="2328265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219075" y="138627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2409825" y="1670329"/>
            <a:ext cx="0" cy="560727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2278380" y="223105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2278380" y="16703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2190750" y="1816360"/>
            <a:ext cx="438150" cy="280248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2190750" y="1958415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517929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5915025" y="2684514"/>
            <a:ext cx="0" cy="435038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783580" y="3119552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783580" y="268451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5695950" y="2797403"/>
            <a:ext cx="438150" cy="217458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5695950" y="2907498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4162425" y="2532114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572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1624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 vs Global  ·  2026–2036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619125" y="432007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472992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13977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554962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595947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619125" y="4320076"/>
            <a:ext cx="0" cy="1639399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32007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472992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13977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554962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90550" y="595947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FMI Scale tick"/>
          <p:cNvSpPr txBox="1"/>
          <p:nvPr/>
        </p:nvSpPr>
        <p:spPr>
          <a:xfrm>
            <a:off x="138112" y="425340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+8.6%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138112" y="466325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+4.3%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07156" y="5073101"/>
            <a:ext cx="47386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Global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5482951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-4.3%</a:t>
            </a:r>
          </a:p>
        </p:txBody>
      </p:sp>
      <p:sp>
        <p:nvSpPr>
          <p:cNvPr id="58" name="FMI Scale tick"/>
          <p:cNvSpPr txBox="1"/>
          <p:nvPr/>
        </p:nvSpPr>
        <p:spPr>
          <a:xfrm>
            <a:off x="164306" y="5892800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-8.6%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619125" y="5139776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977900" y="5139776"/>
            <a:ext cx="457200" cy="71631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FMI Data Label"/>
          <p:cNvSpPr txBox="1"/>
          <p:nvPr/>
        </p:nvSpPr>
        <p:spPr>
          <a:xfrm>
            <a:off x="619125" y="5865619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2" name="Rectangle 61"/>
          <p:cNvSpPr/>
          <p:nvPr/>
        </p:nvSpPr>
        <p:spPr>
          <a:xfrm>
            <a:off x="2152650" y="4906805"/>
            <a:ext cx="457200" cy="23297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MI Data Label"/>
          <p:cNvSpPr txBox="1"/>
          <p:nvPr/>
        </p:nvSpPr>
        <p:spPr>
          <a:xfrm>
            <a:off x="1793875" y="4763930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4" name="Rectangle 63"/>
          <p:cNvSpPr/>
          <p:nvPr/>
        </p:nvSpPr>
        <p:spPr>
          <a:xfrm>
            <a:off x="3327400" y="4430421"/>
            <a:ext cx="457200" cy="70935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MI Data Label"/>
          <p:cNvSpPr txBox="1"/>
          <p:nvPr/>
        </p:nvSpPr>
        <p:spPr>
          <a:xfrm>
            <a:off x="2968625" y="4287546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6" name="FMI Data Label"/>
          <p:cNvSpPr txBox="1"/>
          <p:nvPr/>
        </p:nvSpPr>
        <p:spPr>
          <a:xfrm>
            <a:off x="4143375" y="515669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7" name="Rectangle 66"/>
          <p:cNvSpPr/>
          <p:nvPr/>
        </p:nvSpPr>
        <p:spPr>
          <a:xfrm>
            <a:off x="5676900" y="4948103"/>
            <a:ext cx="457200" cy="19167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FMI Data Label"/>
          <p:cNvSpPr txBox="1"/>
          <p:nvPr/>
        </p:nvSpPr>
        <p:spPr>
          <a:xfrm>
            <a:off x="5318125" y="4805228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851650" y="4868773"/>
            <a:ext cx="457200" cy="27100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FMI Data Label"/>
          <p:cNvSpPr txBox="1"/>
          <p:nvPr/>
        </p:nvSpPr>
        <p:spPr>
          <a:xfrm>
            <a:off x="6492875" y="4725898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619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793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9686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1433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318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492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491005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505190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150" y="5838694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4737006"/>
            <a:ext cx="128699" cy="187198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1650" y="4260622"/>
            <a:ext cx="128699" cy="187198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6400" y="5129766"/>
            <a:ext cx="128699" cy="187198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4778304"/>
            <a:ext cx="128699" cy="187198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5900" y="4698974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8048625" y="1471995"/>
            <a:ext cx="3589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'Sweet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1647255"/>
            <a:ext cx="3224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muffins' commands the highest product type price at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22611" y="1637031"/>
            <a:ext cx="134549" cy="195707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048625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2050353"/>
            <a:ext cx="3227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shows the steepest price uplift over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2225613"/>
            <a:ext cx="8923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2026–2036 (+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0090" y="2215389"/>
            <a:ext cx="134549" cy="195707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9065199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8048625" y="2453451"/>
            <a:ext cx="1708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global price of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06487" y="2443227"/>
            <a:ext cx="134549" cy="195707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9881596" y="2453451"/>
            <a:ext cx="1768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4 of 6 regions price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048625" y="2628711"/>
            <a:ext cx="12366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and 2 below.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048625" y="2856548"/>
            <a:ext cx="17466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is the dearest at +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44425" y="2846325"/>
            <a:ext cx="134549" cy="195707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9919535" y="2856548"/>
            <a:ext cx="18787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Global, 'North America'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048625" y="3031808"/>
            <a:ext cx="10745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cheapest at -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72367" y="3021585"/>
            <a:ext cx="134549" cy="195707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9247476" y="3031808"/>
            <a:ext cx="2496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8048625" y="3207068"/>
            <a:ext cx="1571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lower-priced regions.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global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8688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66614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41723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global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6" cy="21320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6891"/>
                <a:gridCol w="965533"/>
                <a:gridCol w="658971"/>
                <a:gridCol w="12633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Saudi Arabia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7718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2374032" cy="1981679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584082" y="1293011"/>
            <a:ext cx="1369293" cy="1981679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274690"/>
            <a:ext cx="1544155" cy="1471924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46614"/>
            <a:ext cx="1544155" cy="113199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China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5754205" y="3274690"/>
            <a:ext cx="1130944" cy="1177604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885149" y="3274690"/>
            <a:ext cx="1068226" cy="1177604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Brazil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754205" y="4452295"/>
            <a:ext cx="1192218" cy="79584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U.K.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754205" y="5248143"/>
            <a:ext cx="1192218" cy="630466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Japan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6946423" y="4452295"/>
            <a:ext cx="1006952" cy="733458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946423" y="5185752"/>
            <a:ext cx="1006952" cy="692857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UAE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6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1383"/>
                <a:gridCol w="1081131"/>
                <a:gridCol w="1081131"/>
                <a:gridCol w="10811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54153" y="4513519"/>
            <a:ext cx="332122" cy="483086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39440" y="2283850"/>
            <a:ext cx="115252" cy="16763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11102" y="2283850"/>
            <a:ext cx="115252" cy="16763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24501" y="4010652"/>
            <a:ext cx="115252" cy="167639"/>
          </a:xfrm>
          <a:prstGeom prst="rect">
            <a:avLst/>
          </a:prstGeom>
        </p:spPr>
      </p:pic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24501" y="5312612"/>
            <a:ext cx="115252" cy="167639"/>
          </a:xfrm>
          <a:prstGeom prst="rect">
            <a:avLst/>
          </a:prstGeom>
        </p:spPr>
      </p:pic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62051" y="3863491"/>
            <a:ext cx="115252" cy="16763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61636" y="3863491"/>
            <a:ext cx="115252" cy="16763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92688" y="4850219"/>
            <a:ext cx="115252" cy="16763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92688" y="5563376"/>
            <a:ext cx="115252" cy="167639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92273" y="4819024"/>
            <a:ext cx="115252" cy="16763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92273" y="5532180"/>
            <a:ext cx="115252" cy="16763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08848" y="4492667"/>
            <a:ext cx="354517" cy="515661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57175" y="6160574"/>
            <a:ext cx="21296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India posts the highest CAGR Index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4890" y="6150795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502386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40417" y="6150795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3407913" y="6160574"/>
            <a:ext cx="46156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global benchmark, while U.S. offers the largest absolute opportunity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1596" y="615079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139092" y="6160574"/>
            <a:ext cx="23618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incremental market between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57175" y="6328214"/>
            <a:ext cx="994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and 2036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99844" y="6318435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367340" y="6328214"/>
            <a:ext cx="14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increment).</a:t>
            </a:r>
          </a:p>
        </p:txBody>
      </p:sp>
      <p:sp>
        <p:nvSpPr>
          <p:cNvPr id="6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4456"/>
                <a:gridCol w="3297581"/>
                <a:gridCol w="3297581"/>
                <a:gridCol w="32975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Thailand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Malaysia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China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46407"/>
                <a:gridCol w="3346931"/>
                <a:gridCol w="3346931"/>
                <a:gridCol w="3346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Japan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UAE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6537" y="1656588"/>
            <a:ext cx="366712" cy="533400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2513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81300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670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051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90875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581525"/>
            <a:ext cx="3943350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6672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9053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991100"/>
            <a:ext cx="3676650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'Sweet muffins'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South Asia &amp; Pacific outpacing the global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2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024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global Packaged Muffins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49678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424787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14325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598943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200400"/>
            <a:ext cx="51463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consolidated: the leading product type category 'Sweet muffins'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681" y="319017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546791" y="320040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428237"/>
            <a:ext cx="49851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6 regions and 21 segmentation lenses (2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656075"/>
            <a:ext cx="29509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 is the largest regional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6367" y="364585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351477" y="36560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000625"/>
            <a:ext cx="2520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'Sweet muffins' (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919" y="499040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21028" y="500062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228463"/>
            <a:ext cx="28770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South Asia &amp; Pacific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2424" y="5218239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3277533" y="522846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456300"/>
            <a:ext cx="34972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Foodservice and institutional within sales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631560"/>
            <a:ext cx="6218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channel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269" y="56213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022378" y="56315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5000625"/>
            <a:ext cx="25773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'Savoury muffins'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8435" y="4990401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7073544" y="500062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371975" y="5228463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40372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393499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058510" y="540372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371975" y="5631560"/>
            <a:ext cx="35300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'Sweet muffins' raises barriers for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806820"/>
            <a:ext cx="9022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new entrants.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'Sweet muffins' and South Asia &amp; Pacific.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North America and South Asia &amp; Pacific.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314825"/>
            <a:ext cx="11906250" cy="2295525"/>
          </a:xfrm>
          <a:prstGeom prst="roundRect">
            <a:avLst>
              <a:gd name="adj" fmla="val 33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371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00575"/>
          <a:ext cx="11715750" cy="19526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71570" y="5462588"/>
            <a:ext cx="934136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35025" y="5284520"/>
            <a:ext cx="382860" cy="55688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18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'Sweet muffins'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1043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8277926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686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region North America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9898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107394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14700"/>
            <a:ext cx="43438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Investment is flowing toward the fastest-growing tier 'Sweet muffins'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69262" y="3304476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744371" y="33147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542537"/>
            <a:ext cx="1409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35140" y="3532314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810250" y="3542537"/>
            <a:ext cx="2283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is a priority region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70375"/>
            <a:ext cx="2857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Scale players anchor around 'Sweet muffins'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83375" y="3760152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258484" y="3770375"/>
            <a:ext cx="484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314700"/>
            <a:ext cx="47586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R&amp;D aligns with the migration to 'Sweet muffins'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542537"/>
            <a:ext cx="46031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70375"/>
            <a:ext cx="16633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18056" y="3760152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93165" y="3770375"/>
            <a:ext cx="9630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00575"/>
            <a:ext cx="11715750" cy="19526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'Sweet muffins' tier and Foodservice and institutional within sales channel.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Region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252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'Sweet muffins' with targeted growth in 'Sweet muffins', pursuing the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77796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276600"/>
            <a:ext cx="1719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'Sweet muffins'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44641" y="326637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119750" y="3276600"/>
            <a:ext cx="1609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'Sweet muffins' anchors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344" y="326637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853453" y="327660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3276600"/>
            <a:ext cx="1720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North America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5392" y="3266376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150501" y="3276600"/>
            <a:ext cx="2502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South Asia &amp; Pacific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2510" y="3266376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777620" y="32766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4972050"/>
            <a:ext cx="15275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Packaged Muffins adds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52950" y="4961826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928060" y="4972050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321" y="49618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867431" y="4972050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199888"/>
            <a:ext cx="62656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segment/region while seeding the fastest-growing pockets early.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427725"/>
            <a:ext cx="42106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'Sweet muffins' as the value anchor of the portfolio.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Packaged Muffins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474907"/>
            <a:ext cx="635826" cy="830393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8631"/>
            <a:ext cx="635826" cy="1236669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97496"/>
            <a:ext cx="635826" cy="1407804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705100"/>
            <a:ext cx="635826" cy="1600200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5281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30506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8106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3331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20931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6156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Packaged Muffins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095500"/>
          <a:ext cx="5686425" cy="2667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637332" y="1028326"/>
            <a:ext cx="1030634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OPTIMISTIC (2036)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6321" y="1481625"/>
            <a:ext cx="35711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08575" y="1473019"/>
            <a:ext cx="113255" cy="164734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807156" y="1028326"/>
            <a:ext cx="75866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LIKELY (2036)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940158" y="1481625"/>
            <a:ext cx="35711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42412" y="1473019"/>
            <a:ext cx="113255" cy="164734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48094" y="1028326"/>
            <a:ext cx="1220636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CONSERVATIVE (2036)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9912083" y="1481625"/>
            <a:ext cx="35711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14337" y="1473019"/>
            <a:ext cx="113255" cy="164734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032418" y="2864872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856657"/>
            <a:ext cx="108107" cy="157246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032418" y="2607697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599482"/>
            <a:ext cx="108107" cy="157246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032418" y="2350522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342307"/>
            <a:ext cx="108107" cy="15724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208649" y="5372100"/>
            <a:ext cx="12038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1612" y="536187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2536721" y="5372100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848759" y="5599938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95966" y="5589714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671076" y="5599938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370103" y="5827775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310" y="5817552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192420" y="58277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78" name="lockshield_36"/>
          <p:cNvSpPr/>
          <p:nvPr/>
        </p:nvSpPr>
        <p:spPr>
          <a:xfrm>
            <a:off x="6267450" y="2095500"/>
            <a:ext cx="5686425" cy="2667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Global Packaged Muffins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– Regional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6 regions,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Region view breaks the Global market down geographically. Each region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Region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North America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East Asia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South Asia &amp; Pacific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Latin America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Middle East &amp; Africa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Region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3_59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5_35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4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2_94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5_05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1_417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2_26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4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1_308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2_31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5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872_0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1_527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763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1_23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4_9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827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'North America' holds the largest share in 2026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39803" y="4397077"/>
            <a:ext cx="1003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market value.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'South Asia &amp; Pacific' is the fastest-growing region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386153"/>
            <a:ext cx="27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regions make up the geographic landscape.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838575" y="4229437"/>
            <a:ext cx="10633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North America: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850003" y="4219658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5017499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76949" y="4219658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6044445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838575" y="4447369"/>
            <a:ext cx="636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Europe: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423263" y="4437590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4590759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450209" y="4437590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5617705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3838575" y="4665301"/>
            <a:ext cx="7321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East Asia: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18727" y="4655522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46862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45673" y="4655522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713169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883233"/>
            <a:ext cx="13501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South Asia &amp; Pacific: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36770" y="4873454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304266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63716" y="4873454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331212" y="4883233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101165"/>
            <a:ext cx="10082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Latin America: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794887" y="5091385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4962383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821833" y="5091385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5989329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838575" y="5319097"/>
            <a:ext cx="13869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Middle East &amp; Africa: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73571" y="5309317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341067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00517" y="5309317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6368013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8524875" y="5842641"/>
            <a:ext cx="30816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Global market is projected to grow at a CAGR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Analysis, By Region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region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Region,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585893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4712970" y="158113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0493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6684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86413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2970" y="185937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8317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84508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225298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2970" y="224822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2172020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223393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72218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4712970" y="271742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64122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70313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344436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2970" y="343960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3363402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342531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453048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4712970" y="452572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4449523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451143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3863" y="3121818"/>
            <a:ext cx="343793" cy="500062"/>
          </a:xfrm>
          <a:prstGeom prst="rect">
            <a:avLst/>
          </a:prstGeom>
        </p:spPr>
      </p:pic>
      <p:pic>
        <p:nvPicPr>
          <p:cNvPr id="49" name="Picture 48" descr="4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65355" y="5897562"/>
            <a:ext cx="1309912" cy="482599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03631" y="5972175"/>
            <a:ext cx="229195" cy="333375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7239000" y="1400175"/>
            <a:ext cx="2424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 is the largest region, at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13134" y="1389951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7882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239000" y="1628013"/>
            <a:ext cx="20210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9215" y="161778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4324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239000" y="2031111"/>
            <a:ext cx="2113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01922" y="2020887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47703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239000" y="2258949"/>
            <a:ext cx="2156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 grows fastest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44425" y="2248725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519534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778660" y="2486787"/>
            <a:ext cx="1293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regions.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73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Analysis, By Region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region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Region,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589309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4712970" y="158454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08347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702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87429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2970" y="18695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9333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85524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2265936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4712970" y="226117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2184973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224688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73894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2970" y="273418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657982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71989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350051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2970" y="349575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3419555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348146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457608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4712970" y="457132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4495125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45570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3863" y="3121818"/>
            <a:ext cx="343793" cy="500062"/>
          </a:xfrm>
          <a:prstGeom prst="rect">
            <a:avLst/>
          </a:prstGeom>
        </p:spPr>
      </p:pic>
      <p:pic>
        <p:nvPicPr>
          <p:cNvPr id="49" name="Picture 48" descr="10_900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75203" y="5897562"/>
            <a:ext cx="1878689" cy="482599"/>
          </a:xfrm>
          <a:prstGeom prst="rect">
            <a:avLst/>
          </a:prstGeom>
        </p:spPr>
      </p:pic>
      <p:pic>
        <p:nvPicPr>
          <p:cNvPr id="50" name="Picture 49" descr="17_74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09041" y="5897562"/>
            <a:ext cx="1878689" cy="482599"/>
          </a:xfrm>
          <a:prstGeom prst="rect">
            <a:avLst/>
          </a:prstGeom>
        </p:spPr>
      </p:pic>
      <p:pic>
        <p:nvPicPr>
          <p:cNvPr id="51" name="Picture 50" descr="5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465355" y="5897562"/>
            <a:ext cx="1309912" cy="482599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14657" y="5893409"/>
            <a:ext cx="337498" cy="490906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239000" y="1400175"/>
            <a:ext cx="2424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 is the largest region,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13134" y="138995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7882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239000" y="1628013"/>
            <a:ext cx="20210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gains the most share +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9215" y="1617789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384324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239000" y="2031111"/>
            <a:ext cx="2113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cedes the most -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01922" y="202088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47703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239000" y="2258949"/>
            <a:ext cx="2156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 grows fastest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44425" y="2248725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519534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778660" y="2486787"/>
            <a:ext cx="15672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regions.</a:t>
            </a:r>
          </a:p>
        </p:txBody>
      </p:sp>
      <p:sp>
        <p:nvSpPr>
          <p:cNvPr id="71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Share Analysis, By Region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region,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19425"/>
          </a:xfrm>
          <a:prstGeom prst="roundRect">
            <a:avLst>
              <a:gd name="adj" fmla="val 25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Size, By Region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552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Pacific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Africa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00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33850"/>
            <a:ext cx="11906250" cy="2495550"/>
          </a:xfrm>
          <a:prstGeom prst="roundRect">
            <a:avLst>
              <a:gd name="adj" fmla="val 30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19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Share Read-out, By Region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457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543425"/>
            <a:ext cx="11639550" cy="2009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6735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552950"/>
            <a:ext cx="23008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is the largest region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6274" y="45427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701383" y="45529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1116" y="45427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06225" y="45529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0788"/>
            <a:ext cx="23727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98158" y="47705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73267" y="47807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08625"/>
            <a:ext cx="19839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'Europe'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09357" y="49984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84466" y="5008625"/>
            <a:ext cx="23562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'North America'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9854" y="49984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64964" y="50086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2364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2262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2364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2262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236463"/>
            <a:ext cx="1293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regions.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Share Analysis, By Region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region,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Size, By Region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75375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  <a:gridCol w="6124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Share Read-out, By Region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46995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23008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'North America' is the largest region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6274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701383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7316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782425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3727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'South Asia &amp; Pacific'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98158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73267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19839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'Europe'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0935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84466" y="4427600"/>
            <a:ext cx="23562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'North America'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9854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64964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5672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regions.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Trends, By Region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regional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By Region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/>
            <a:r>
              <a:rPr sz="85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2057400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500"/>
              </a:spcBef>
            </a:pPr>
            <a:r>
              <a:rPr sz="900">
                <a:solidFill>
                  <a:srgbClr val="3D85C6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North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9E7E0A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Europe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008189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East Asia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40315E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South Asia &amp; Pacific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A35313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Latin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808080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Middle East &amp; Africa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By Region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/>
            <a:r>
              <a:rPr sz="85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419600"/>
            <a:ext cx="2057400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500"/>
              </a:spcBef>
            </a:pPr>
            <a:r>
              <a:rPr sz="900">
                <a:solidFill>
                  <a:srgbClr val="3D85C6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North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9E7E0A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Europe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40315E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South Asia &amp; Pacific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008189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East Asia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A35313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Latin America</a:t>
            </a:r>
          </a:p>
          <a:p>
            <a:pPr>
              <a:spcBef>
                <a:spcPts val="500"/>
              </a:spcBef>
            </a:pPr>
            <a:r>
              <a:rPr sz="900">
                <a:solidFill>
                  <a:srgbClr val="808080"/>
                </a:solidFill>
                <a:latin typeface="Calibri"/>
              </a:rPr>
              <a:t>■  </a:t>
            </a:r>
            <a:r>
              <a:rPr sz="750">
                <a:solidFill>
                  <a:srgbClr val="2E2E2E"/>
                </a:solidFill>
                <a:latin typeface="Calibri"/>
              </a:rPr>
              <a:t>   Middle East &amp; Africa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30765" y="1407795"/>
            <a:ext cx="452511" cy="11231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611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30765" y="4293870"/>
            <a:ext cx="452511" cy="11231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611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9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global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3210971" cy="5305425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449096" y="1266825"/>
            <a:ext cx="3403312" cy="2887119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449096" y="4153944"/>
            <a:ext cx="3403312" cy="2418306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852408" y="1266825"/>
            <a:ext cx="2895416" cy="2186057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China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9747824" y="1266825"/>
            <a:ext cx="2206051" cy="2186057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852408" y="3452882"/>
            <a:ext cx="2561697" cy="1778163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Brazil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852408" y="5231045"/>
            <a:ext cx="2561697" cy="1341205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U.K.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9414105" y="3452882"/>
            <a:ext cx="1281045" cy="2124662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Japan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695150" y="3452882"/>
            <a:ext cx="1258725" cy="212466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9414105" y="5577544"/>
            <a:ext cx="2539770" cy="994706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UAE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9172" y="391953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6313" y="2710384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6313" y="5363097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45677" y="2359853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96411" y="2359853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8818" y="4341963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8818" y="5901647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00189" y="4515213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074" y="4515213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29551" y="6074897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666875"/>
            <a:ext cx="103632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009775"/>
            <a:ext cx="103632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Global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695575"/>
            <a:ext cx="5067300" cy="36385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096000" y="2695575"/>
            <a:ext cx="50673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6_05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10_23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4127" y="2779432"/>
            <a:ext cx="1409020" cy="361950"/>
          </a:xfrm>
          <a:prstGeom prst="rect">
            <a:avLst/>
          </a:prstGeom>
        </p:spPr>
      </p:pic>
      <p:pic>
        <p:nvPicPr>
          <p:cNvPr id="52" name="Picture 51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4_84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7_51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5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052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868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type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0415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8175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9567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55121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02261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446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313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8809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8259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25755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946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'Sweet muffins'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5155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319049" y="5861685"/>
            <a:ext cx="2036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'Savoury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0346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70962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Sweet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Savoury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Product Type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38575"/>
          </a:xfrm>
          <a:prstGeom prst="roundRect">
            <a:avLst>
              <a:gd name="adj" fmla="val 19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3371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cocoa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19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87693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Product Type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62300"/>
          </a:xfrm>
          <a:prstGeom prst="roundRect">
            <a:avLst>
              <a:gd name="adj" fmla="val 24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Product Type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6955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43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76725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624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Product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005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686300"/>
            <a:ext cx="11639550" cy="18669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538792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695825"/>
            <a:ext cx="2817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2583" y="468560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217692" y="46958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7425" y="468560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422535" y="46958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923663"/>
            <a:ext cx="1898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3495" y="491343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298604" y="49236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5151500"/>
            <a:ext cx="2407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2673" y="514127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807783" y="5151500"/>
            <a:ext cx="2441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98177" y="514127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373286" y="51515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3793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36911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3793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36911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3793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5396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276850"/>
            <a:ext cx="11906250" cy="1352550"/>
          </a:xfrm>
          <a:prstGeom prst="roundRect">
            <a:avLst>
              <a:gd name="adj" fmla="val 56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362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600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686425"/>
            <a:ext cx="11639550" cy="866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7008" y="294246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695950"/>
            <a:ext cx="259315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463" y="5686562"/>
            <a:ext cx="123551" cy="17971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977259" y="5695950"/>
            <a:ext cx="8848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09142" y="5686562"/>
            <a:ext cx="123551" cy="17971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69938" y="5695950"/>
            <a:ext cx="5820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905164"/>
            <a:ext cx="174919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72501" y="5895776"/>
            <a:ext cx="123551" cy="17971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33297" y="5905164"/>
            <a:ext cx="113964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6114379"/>
            <a:ext cx="221675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0059" y="6104991"/>
            <a:ext cx="123551" cy="17971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0855" y="6114379"/>
            <a:ext cx="22479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5861" y="6104991"/>
            <a:ext cx="123551" cy="17971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56657" y="6114379"/>
            <a:ext cx="17083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323594"/>
            <a:ext cx="132930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2615" y="6314206"/>
            <a:ext cx="123551" cy="17971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713411" y="6323594"/>
            <a:ext cx="19197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52469" y="6314206"/>
            <a:ext cx="123551" cy="17971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013265" y="6323594"/>
            <a:ext cx="160774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63877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63400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55780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1972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2496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9201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439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0591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Product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4443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3081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9819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8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77478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52587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3395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fastest-growing product type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18208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293317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1CF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1CF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0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A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9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80" name="Picture 2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82" name="Picture 2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Flavour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Flavour,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Flavour segment categorizes the market by flavour.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 Flavours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Flavour split shows how demand is distributed across flavour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6_27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9_65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4_62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8_09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5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688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 Flavours' holds the largest share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9062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'Savoury Muffins Flavours' is the fastest-growing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386153"/>
            <a:ext cx="28617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flavour 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5577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 Flavours: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4441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51190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7135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53885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38575" y="4615009"/>
            <a:ext cx="16609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 Flavours: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47548" y="460523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61504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474494" y="460523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641990" y="461500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78264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Flavour segment is projected to grow at a CAGR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Flavour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Flavour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Flavour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Flavour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657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'Savoury Muffins Flavours'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70927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38423" y="5861685"/>
            <a:ext cx="24494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'Sweet Muffins Flavours'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3593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03433" y="5861685"/>
            <a:ext cx="3102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598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Flavour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Sweet Muffins Flavours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Savoury Muffins Flavours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Flavour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62275"/>
          </a:xfrm>
          <a:prstGeom prst="roundRect">
            <a:avLst>
              <a:gd name="adj" fmla="val 25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Flavour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495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Flavours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dessert-inspired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433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3878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Flavour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771775"/>
          </a:xfrm>
          <a:prstGeom prst="roundRect">
            <a:avLst>
              <a:gd name="adj" fmla="val 27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Flavour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305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Flavours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552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886200"/>
            <a:ext cx="11906250" cy="2743200"/>
          </a:xfrm>
          <a:prstGeom prst="roundRect">
            <a:avLst>
              <a:gd name="adj" fmla="val 27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9719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Flavour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2100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295775"/>
            <a:ext cx="11639550" cy="22574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343530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305300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42950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409098" y="43053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8831" y="42950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613940" y="43053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533138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45229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946131" y="45331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760975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47507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455309" y="4760975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47507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452687" y="47609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9888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9785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9888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9785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9888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Flavour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Flavour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70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Flavour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44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09098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5031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90140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46131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55309" y="5656325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452687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Flavour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Flavour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58639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5816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50543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56734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5488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95011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7391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3583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Flavour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30919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7060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1045717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6306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09352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584461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638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is the fastest-growing flavour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17439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3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8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1E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74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8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Flour Base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Rice-based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Oat-based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Wheat-based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Corn-based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Flour Base split shows how demand is distributed across primary flour base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2_07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96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3_6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2_02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3_87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81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99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79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_70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4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107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'Rice-based'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44544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'Millet-based'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8682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primary flour base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470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Rice-based: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3632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80112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6057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82807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816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Oat-based: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3072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77056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0018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797514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913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Wheat-based: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77970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4546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04916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72412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8805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Corn-based: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67193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83468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9413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86163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2937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Primary Flour Base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single-flour bases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Millet-based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_31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29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5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831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984_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1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744_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1_43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295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488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5_1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15842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single-flour bases: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18077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18557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45023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321251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22156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Multigrain and blended flour bases: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49455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816951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76401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843897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9427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Millet-based: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76603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5440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403549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571045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21722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Almond and other nut flour-based: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06072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277356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33018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380051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Primary Flour Base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Flour Base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Flour Base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Flour Base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721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'Oat-based'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26451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093947" y="5945505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'Rice-based'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80683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948179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Wheat-based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Oat-based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Rice-based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Corn-based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Millet-based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Almond and other nut flour-based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single-flour bases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Multigrain and blended flour bases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Primary Flour Base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Primary Flour Base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6764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566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617404"/>
                <a:gridCol w="734278"/>
                <a:gridCol w="5861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86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2141" y="1932813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Primary Flour Base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62300"/>
          </a:xfrm>
          <a:prstGeom prst="roundRect">
            <a:avLst>
              <a:gd name="adj" fmla="val 24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Primary Flour Base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6955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flour-based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7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633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blended flour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58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43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76725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624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Primary Flour Base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005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686300"/>
            <a:ext cx="11639550" cy="18669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538793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695825"/>
            <a:ext cx="29056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1012" y="468560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306121" y="46958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35854" y="468560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510963" y="46958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923663"/>
            <a:ext cx="1794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0233" y="491343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195342" y="49236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5151500"/>
            <a:ext cx="21719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7339" y="514127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572448" y="5151500"/>
            <a:ext cx="35608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'Multigrain and blended flour bases'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2464" y="514127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257573" y="51515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3793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36911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3793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36911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3793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Primary Flour Base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Primary Flour Base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64040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6291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Primary Flour Base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672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953000"/>
            <a:ext cx="11639550" cy="16002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41327" y="257575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62525"/>
            <a:ext cx="29056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1012" y="49523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06121" y="49625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2054" y="49523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387163" y="49625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90363"/>
            <a:ext cx="1794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0233" y="51801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5342" y="51903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418200"/>
            <a:ext cx="21719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7339" y="54079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2448" y="5418200"/>
            <a:ext cx="2130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'Rice-based'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51630" y="54079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26739" y="54182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6460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6358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6460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6358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6460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Primary Flour Base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Flour Base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Primary Flour Base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34191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2942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5322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151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2390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191913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429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048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235774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2310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5481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21672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716736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7119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63577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69768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36062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35586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27966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34157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090692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5090922" y="40859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0097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0716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85916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8543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7781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8401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74461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5090922" y="573985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66365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72556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Primary Flour Base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2090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87747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16285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887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'Rice-based'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6626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841375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206371"/>
            <a:ext cx="3560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is the fastest-growing primary flour base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38709" y="219614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61476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005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A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3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61476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005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13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A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Dietary Formulation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Dietary Formulation,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Dietary Formulation segment categorizes the market by dietary formulation.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(base)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and vegan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Vegan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Dietary Formulation split shows how demand is distributed across dietary formulation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4_95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8_42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3_44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5_18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4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80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3_27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690_8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857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2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502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'Gluten-free'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8410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2276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'Conventional'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dietary formulation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865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7319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84069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0014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86763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502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 and vegan: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288748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45624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15694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48319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823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68966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3646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95912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63408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5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Vegan: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371149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53864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398095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56559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30214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Dietary Formulation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Dietary Formulation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Dietary Formulation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Dietary Formulation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Dietary Formulation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791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'Gluten-free'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9657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164070" y="5861685"/>
            <a:ext cx="23938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'Gluten-free and vegan'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0592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673418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Dietary Formulation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Conventional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Gluten-free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Vegan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Gluten-free and vegan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Dietary Formulation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Dietary Formulation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8668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Formulation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8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114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448050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533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771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857625"/>
            <a:ext cx="11639550" cy="2695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124454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8671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856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867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76770" y="3856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51879" y="3867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0949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4084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4094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322825"/>
            <a:ext cx="23453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'Conventional'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70773" y="4312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45883" y="43228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9959" y="4312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85068" y="4322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550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540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550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540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550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Dietary Formulation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Dietary Formulation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90585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460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2969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2807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452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'Gluten-free'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0649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45758" y="39418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09835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84944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Dietary Formulation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Dietary Formulation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8168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7692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0072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626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1406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30930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23310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9501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40399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3992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3230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and vegan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3849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5780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5304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7684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(base)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3875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Dietary Formulation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823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61057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23616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572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 and vegan'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511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526270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668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is the fastest-growing dietary formulation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7676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3F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ED5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3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Nutritional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Protein-enriched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/ indulgent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Reduced-sugar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nutrition-focused formulati…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Nutritional Positioning split shows how demand is distributed across nutritional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2_28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4_18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2_08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3_28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4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86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3_30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72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_20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2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'Protein-enriched'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305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'Fibre-enriched'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4249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nutritional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1343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positioning 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11888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Protein-enriched: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7551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514301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0246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16995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4008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/ indulgent: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187520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35501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14466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38196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1076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Reduced-sugar: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62827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50303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89773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6057269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23441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nutrition-focused formulations: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30768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629826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157714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7325210" y="4883233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050873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Nutritional Positioning segment is projected to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Reduced-fat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No-added-sugar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Fibre-enriched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6" name="Picture 45" descr="1_62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47" name="Picture 46" descr="2_57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48" name="Picture 47" descr="4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49" name="Picture 48" descr="978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50" name="Picture 49" descr="1_50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51" name="Picture 50" descr="4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52" name="Picture 51" descr="341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53" name="Picture 52" descr="697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54" name="Picture 53" descr="7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9231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Reduced-fat: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5695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52445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83903" y="4219658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255139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447369"/>
            <a:ext cx="11452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No-added-sugar: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579059" y="443759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74655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606005" y="4437590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77350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85775" y="4665301"/>
            <a:ext cx="10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Fibre-enriched: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493929" y="465552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66142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20875" y="465552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688371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Nutritional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Nutritional Positioning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Nutritional Positioning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Nutritional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0936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'Protein-enriched'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9889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466389" y="5861685"/>
            <a:ext cx="32358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'Other nutrition-focused formulations'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50262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817758" y="5861685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Nutritional Positioning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Standard / indulgent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Protein-enriched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Fibre-enriched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Reduced-sugar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Nutritional Positioning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No-added-sugar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Reduced-fat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nutrition-focused formulations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Nutritional Positioning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35682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nutritional positioning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8229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998091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15418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6538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971647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4118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719227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1424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'Reduced-sugar'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78728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53837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26308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01418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17634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/ indulgent'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18180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193290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65760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940870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19933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48095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423204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95675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170784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Nutritional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57575"/>
          </a:xfrm>
          <a:prstGeom prst="roundRect">
            <a:avLst>
              <a:gd name="adj" fmla="val 22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Nutritional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9908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4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indulgent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632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focused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formulations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38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7200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657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95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98157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68643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91100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980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9911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4855" y="4980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29964" y="49911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218938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52087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52189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446775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54365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5446775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54365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54467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6746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6643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6746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6643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6746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Nutritional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Nutritional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4428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652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055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06164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4675250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Nutritional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Nutritional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104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5628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00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199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44229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394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632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251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52113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5163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4401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50208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136292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1315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0553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1172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9054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8578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80958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7149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73931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73455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65835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72026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70456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69979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6235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6855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Nutritional Positioning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25984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77118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552228" y="1400175"/>
            <a:ext cx="11864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1983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34527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nutrition-focused formulations'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1454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406563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12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is the fastest-growing nutritional positioning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8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925951"/>
            <a:ext cx="128699" cy="187198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183251"/>
            <a:ext cx="128699" cy="187198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Recipe and Ingredient Claims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Recipe and Ingredient Claims,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Recipe and Ingredient Claims segment categorizes the market by recipe and ingredient claims.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Organic-certified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Recipe and Ingredient Claims split shows how demand is distributed across recipe and ingredient claims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8_72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14_71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91165" y="2779432"/>
            <a:ext cx="1409020" cy="361950"/>
          </a:xfrm>
          <a:prstGeom prst="rect">
            <a:avLst/>
          </a:prstGeom>
        </p:spPr>
      </p:pic>
      <p:pic>
        <p:nvPicPr>
          <p:cNvPr id="59" name="Picture 58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97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75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3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205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78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3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holds the largest share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4229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recipe and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16860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ingredient claims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676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Additional claim mapping: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63101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63059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490047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65754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1856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Organic-certified: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972241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13973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99187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166682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782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 / non-organic: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69513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737008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596459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763954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56661"/>
            <a:ext cx="3129352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Recipe and Ingredient Claims segment is projected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1239018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to grow 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711019" y="6008495"/>
            <a:ext cx="123784" cy="180050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872119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Recipe and Ingredient Claims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Recipe and Ingredient Claims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Recipe and Ingredient Claims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Recipe and Ingredient Claims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812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'Additional claim mapping'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8647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53975" y="5861685"/>
            <a:ext cx="20772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'Organic-certified'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9320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46816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Recipe and Ingredient Claims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Organic-certified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Conventional / non-organic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Additional claim mapping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Recipe and Ingredient Claims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9239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recipe and ingredient claims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178693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353803" y="4286250"/>
            <a:ext cx="1352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051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306287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48139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5386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22897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5384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3115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968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0695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715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162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 / non-organic'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7536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592645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65116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340225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Recipe and Ingredient Claims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352800"/>
          </a:xfrm>
          <a:prstGeom prst="roundRect">
            <a:avLst>
              <a:gd name="adj" fmla="val 22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Recipe and Ingredient Claims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88607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Claims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20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non-organic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colours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99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flavours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133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6340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Recipe and Ingredient Claims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Recipe and Ingredient Claims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114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Claims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92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preservatives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14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3623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695700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7814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Recipe and Ingredient Claims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0195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105275"/>
            <a:ext cx="11639550" cy="2447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248281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114800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41045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790583" y="41148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20315" y="41045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5995425" y="41148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342638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43324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962390" y="43426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570475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45602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471568" y="4570475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45602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079860" y="45704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7983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7880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7983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7880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7983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Recipe and Ingredient Claims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Recipe and Ingredient Claims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1700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Recipe and Ingredient Claims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5158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790583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6515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1625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62390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71568" y="5656325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079860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Recipe and Ingredient Claims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Recipe and Ingredient Claims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0710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0234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2614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68805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97957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9319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01699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7890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34830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34353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2673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3292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Recipe and Ingredient Claims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108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86867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061976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241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0266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9537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7094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fastest-growing recipe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2460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claims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24730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19983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1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DEB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Structure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Structure,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Structure segment categorizes the market by product structure.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Filled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Unfilled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Structure split shows how demand is distributed across product structure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6_80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11_23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4127" y="2779432"/>
            <a:ext cx="1409020" cy="361950"/>
          </a:xfrm>
          <a:prstGeom prst="rect">
            <a:avLst/>
          </a:prstGeom>
        </p:spPr>
      </p:pic>
      <p:pic>
        <p:nvPicPr>
          <p:cNvPr id="52" name="Picture 51" descr="5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4_09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6_51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7588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40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827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structure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995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Filled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8179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4928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0873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97623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367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Unfilled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23400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089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0346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1784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Structure segment is projected to grow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Product Structure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Structure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Structure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Structure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899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'Filled muffins'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516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272665" y="5861685"/>
            <a:ext cx="20284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'Unfilled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49169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16665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Structure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Unfilled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Filled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Product Structure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43375"/>
          </a:xfrm>
          <a:prstGeom prst="roundRect">
            <a:avLst>
              <a:gd name="adj" fmla="val 18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Product Structure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36766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inclusions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custard-filled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savoury-filled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5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244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257800"/>
            <a:ext cx="11906250" cy="1371600"/>
          </a:xfrm>
          <a:prstGeom prst="roundRect">
            <a:avLst>
              <a:gd name="adj" fmla="val 5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3435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5816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667375"/>
            <a:ext cx="11639550" cy="8858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302932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676900"/>
            <a:ext cx="2806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9681" y="5667512"/>
            <a:ext cx="123551" cy="17971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0477" y="5676900"/>
            <a:ext cx="99848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040" y="5667512"/>
            <a:ext cx="123551" cy="17971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96836" y="5676900"/>
            <a:ext cx="33080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886114"/>
            <a:ext cx="17046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7971" y="5876726"/>
            <a:ext cx="123551" cy="17971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88767" y="5886114"/>
            <a:ext cx="113964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6095329"/>
            <a:ext cx="21722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5530" y="6085941"/>
            <a:ext cx="123551" cy="17971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56326" y="6095329"/>
            <a:ext cx="224032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43735" y="6085941"/>
            <a:ext cx="123551" cy="17971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04531" y="6095329"/>
            <a:ext cx="17083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304544"/>
            <a:ext cx="144298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96" y="6295156"/>
            <a:ext cx="123551" cy="17971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27092" y="6304544"/>
            <a:ext cx="19197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6150" y="6295156"/>
            <a:ext cx="123551" cy="17971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26946" y="6304544"/>
            <a:ext cx="135655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Product Structure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Product Structure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770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691" y="245192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714875"/>
            <a:ext cx="30494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4780" y="47046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9889" y="47148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5822" y="47046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30931" y="47148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42713"/>
            <a:ext cx="1849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5002" y="49324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50111" y="49427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170550"/>
            <a:ext cx="2358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4180" y="51603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59289" y="5170550"/>
            <a:ext cx="24329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1411" y="51603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16520" y="51705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3983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3881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3983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3881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3983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Structure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Product Structure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51027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5055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4293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4912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79646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79170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71550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77741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Product Structure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3958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7458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49697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05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'Unfilled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69205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4431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5717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fastest-growing product structure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50405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7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B7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0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F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Surface Finish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Surface Finish,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Surface Finish segment categorizes the market by surface finish.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Nut and seed-topped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Glazed / drizzled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Sugar-topped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Untopped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toppings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Crumb / streusel-topped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Surface Finish split shows how demand is distributed across surface finish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3_72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6_8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3_22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5_34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1_19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1_526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2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1_02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1_24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2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1_02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1_886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702_8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882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2_3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8857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'Nut and seed-topped' holds the largest share in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310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toppings' is the fastest-growing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86153"/>
            <a:ext cx="25798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surface finish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838575" y="4229437"/>
            <a:ext cx="14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Nut and seed-topped: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224083" y="4219658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539157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251029" y="4219658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6418524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615009"/>
            <a:ext cx="11719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Glazed / drizzled: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958598" y="4605230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512609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85544" y="4605230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6153040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832941"/>
            <a:ext cx="10017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Sugar-topped: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788339" y="4823162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4955834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15285" y="4823162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982780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5050872"/>
            <a:ext cx="8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Untopped: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589703" y="5041093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4757198" y="5050872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16649" y="5041093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5784145" y="5050872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5268804"/>
            <a:ext cx="10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toppings: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872377" y="5259025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039873" y="5268804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99323" y="5259025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6066819" y="5268804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5486736"/>
            <a:ext cx="1631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Crumb / streusel-topped: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18080" y="5476957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585576" y="5486736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45026" y="5476957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6612522" y="5486736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5654377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8524875" y="5842641"/>
            <a:ext cx="3133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Surface Finish segment is projected to grow at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Surface Finish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Surface Finish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Surface Finish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Surface Finish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422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'Nut and seed-topped'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47461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14957" y="5861685"/>
            <a:ext cx="18933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'Sugar-topped'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56400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723896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Surface Finish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Untopped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Crumb / streusel-topped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Sugar-topped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Nut and seed-topped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Surface Finish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Glazed / drizzled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toppings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Surface Finish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371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surface finish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9183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66948" y="1400175"/>
            <a:ext cx="23702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 between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1801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56404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231514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03985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979094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15241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78852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953962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26432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701542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14340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88712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863821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36292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11402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25907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'Crumb / streusel-topped'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45417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020526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2997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768106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Surface Finish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19425"/>
          </a:xfrm>
          <a:prstGeom prst="roundRect">
            <a:avLst>
              <a:gd name="adj" fmla="val 25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Surface Finish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552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7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topped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00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33850"/>
            <a:ext cx="11906250" cy="2495550"/>
          </a:xfrm>
          <a:prstGeom prst="roundRect">
            <a:avLst>
              <a:gd name="adj" fmla="val 30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19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457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543425"/>
            <a:ext cx="11639550" cy="2009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6735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552950"/>
            <a:ext cx="29758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01184" y="45427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76294" y="45529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6027" y="45427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81136" y="45529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0788"/>
            <a:ext cx="1944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9706" y="47705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4816" y="47807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08625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9984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5008625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9984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50086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2364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2262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2364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2262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2364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Surface Finish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Surface Finish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9130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8877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253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8736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653846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9778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34888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1944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9706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4816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4427600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Surface Finish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Surface Finish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84966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8020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0400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659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5955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5479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7859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4050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41697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41221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33601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3979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85648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85172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77552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83743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78836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378359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073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76931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36045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35568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27948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414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Surface Finish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28582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36985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1209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2049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'Sugar-topped'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28005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003114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407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is the fastest-growing surface finish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86669" y="219614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361778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B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1956627"/>
            <a:ext cx="366712" cy="533400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678301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059426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9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Individual Muffin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Individual Muffin Size segment categorizes the market by individual muffin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Individual Muffin Size split shows how demand is distributed across individual muffin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4_64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7_55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3_10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4_14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2_50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4_79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649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1_25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6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'Standard - 60 g to below 100 g' holds the largest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2090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'Mini / bite-sized - below 30 g'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individual muffin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9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size 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19632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- 60 g to below 100 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4986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91736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77681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94430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838575" y="4615009"/>
            <a:ext cx="16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Small - 30 g to below 60 g: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472105" y="460523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5639600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499051" y="4605230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6666546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5000581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Large / jumbo - 100 g and above: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48640" y="4990801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016136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875586" y="499080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7043082" y="5000581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168221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386153"/>
            <a:ext cx="1879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Mini / bite-sized - below 30 g: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66375" y="5376373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5833871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693321" y="5376373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6860817" y="538615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55379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524875" y="5842641"/>
            <a:ext cx="31138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Individual Muffin Size segment is projected to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Individual Muffin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Individual Muffin Size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Individual Muffin Size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Individual Muffin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9667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'Large / jumbo - 100 g and above'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17201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339514" y="5861685"/>
            <a:ext cx="25771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'Small - 30 g to below 60 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6472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9032219" y="5861685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Individual Muffin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Mini / bite-sized - below 30 g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Small - 30 g to below 60 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Standard - 60 g to below 100 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Large / jumbo - 100 g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Individual Muffin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14650"/>
          </a:xfrm>
          <a:prstGeom prst="roundRect">
            <a:avLst>
              <a:gd name="adj" fmla="val 261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Individual Muffin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4479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Size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below 30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below 60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below 100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3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 and above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57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95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29075"/>
            <a:ext cx="11906250" cy="2600325"/>
          </a:xfrm>
          <a:prstGeom prst="roundRect">
            <a:avLst>
              <a:gd name="adj" fmla="val 29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14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52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38650"/>
            <a:ext cx="11639550" cy="2114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14969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48175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44379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44481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1365" y="4437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6474" y="44481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76013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46657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46760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03850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48936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4903850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48936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49038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316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214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316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214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316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Individual Muffin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Individual Muffin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156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711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77564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752674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3941825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Individual Muffin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Individual Muffin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32628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2786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5166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357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2815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52339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44719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0910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67997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67520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59900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66092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27063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26587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18967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25158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Individual Muffin Size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511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'Large / jumbo - 100 g and above'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9931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465040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764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'Small - 30 g to below 60 g'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42851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717960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8740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is the fastest-growing individual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75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 size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53900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2900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7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Storage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Storage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Storage Format segment categorizes the market by storage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Frozen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Chilled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Ambient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Storage Format split shows how demand is distributed across storage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6_16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8_98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3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3_40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6_24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_33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_51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779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'Frozen'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811802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79298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875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'Ambient' is the fastest-growing sub-segment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307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639803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6732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storage format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614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Frozen: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0889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56838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27835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595331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6169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Chilled: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36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57111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305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59806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7174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Ambient: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504027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6715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30973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698469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Storage Format segment is projected to grow at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Storage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Storage Format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Storage Format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Storage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5217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'Chilled'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6997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94492" y="5945505"/>
            <a:ext cx="1505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'Frozen'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48486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515982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Storage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Ambient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Chilled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Frozen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Storage Format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34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storage format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8939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64505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9439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864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73755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6226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213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941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579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37090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337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11848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48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03619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7872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51199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2630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Storage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Storage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8741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43853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Format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1190625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1163955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38680" y="190538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290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4187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4290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0524" y="34187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95634" y="34290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568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6466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6568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8846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8744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8846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8744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8846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125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022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125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022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125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Storage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Storage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74586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6605" y="1713738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96724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71834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6941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Storage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Storage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9546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9070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145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764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12426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311950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304330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10521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08624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508148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500528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06719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Storage Format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000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92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954336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644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2294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98053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31204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is the fastest-growing storage format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99133" y="202088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074242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4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Shelf Life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Shelf Life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Shelf Life,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Shelf Life segment categorizes the market by shelf life.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Up to 7 days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8-30 days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31-90 days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More than 90 days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Shelf Life split shows how demand is distributed across shelf life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6_364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0_659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9684" y="2779432"/>
            <a:ext cx="1409020" cy="361950"/>
          </a:xfrm>
          <a:prstGeom prst="rect">
            <a:avLst/>
          </a:prstGeom>
        </p:spPr>
      </p:pic>
      <p:pic>
        <p:nvPicPr>
          <p:cNvPr id="66" name="Picture 65" descr="5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1_69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2_19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45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68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38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_210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4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10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'Up to 7 days'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13485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858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'31-90 days'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shelf life landscape.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229437"/>
            <a:ext cx="9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Up to 7 days: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946" y="421965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89144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5089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1838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838575" y="4447369"/>
            <a:ext cx="7749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8-30 days: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61599" y="4437590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472909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88545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75604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838575" y="4665301"/>
            <a:ext cx="8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31-90 days: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2540" y="4655522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480003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59486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5826982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4883233"/>
            <a:ext cx="12966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More than 90 days: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83291" y="4873454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5250787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10237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277733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8524875" y="5842641"/>
            <a:ext cx="29529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Shelf Life segment is projected to grow at a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Shelf Life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Shelf Life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Shelf Life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Shelf Life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7506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'31-90 days'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55919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123415" y="5945505"/>
            <a:ext cx="16666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'8-30 days'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38118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905614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Shelf Life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Up to 7 days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8-30 days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31-90 days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More than 90 days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Shelf Life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Shelf Life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0624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450056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9626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73743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48852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2298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'Up to 7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3706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98816" y="41323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2691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77800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Shelf Life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Shelf Life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9943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25052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02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'31-90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28146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3256" y="39418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7131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2240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Shelf Life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Shelf Life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99396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9463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184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034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7081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231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0611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803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18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03542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22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13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82098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481622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74002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8019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Shelf Life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8554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93664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'8-30 days'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90959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66068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2870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is the fastest-growing shelf life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48965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24075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2B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Packaging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Packaging Format segment categorizes the market by packaging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Rigid plastic 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Paperboard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Flexible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packaging formats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Packaging Format split shows how demand is distributed across packaging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5_20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8_69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3_95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5_68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3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1_29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36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452_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1_01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8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34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'Rigid plastic packs' holds the largest share in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8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packaging formats' is the fastest-growing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86153"/>
            <a:ext cx="2813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packaging format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1255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Rigid plastic packs: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41818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20931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68764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23626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447369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Paperboard packs: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32541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20003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59487" y="443759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6226983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838575" y="4665301"/>
            <a:ext cx="10126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Flexible packs: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99253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496674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26199" y="4655522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599369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838575" y="4883233"/>
            <a:ext cx="16360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packaging formats: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422718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559021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449665" y="4873454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6617160" y="4883233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Packaging Format segment is projected to grow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Packaging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Packaging Format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Packaging Format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Packaging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40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'Other packaging formats'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46097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13593" y="5861685"/>
            <a:ext cx="21375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'Paperboard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9923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66734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Packaging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Flexible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Rigid plastic 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Paperboard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Other packaging formats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Packaging Format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71775"/>
          </a:xfrm>
          <a:prstGeom prst="roundRect">
            <a:avLst>
              <a:gd name="adj" fmla="val 27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Packaging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305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film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5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containers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552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34353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Packaging Format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62275"/>
          </a:xfrm>
          <a:prstGeom prst="roundRect">
            <a:avLst>
              <a:gd name="adj" fmla="val 25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Packaging Format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2495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inner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cartons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1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formats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3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433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076700"/>
            <a:ext cx="11906250" cy="2552700"/>
          </a:xfrm>
          <a:prstGeom prst="roundRect">
            <a:avLst>
              <a:gd name="adj" fmla="val 29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1624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Packaging Format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4005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486275"/>
            <a:ext cx="11639550" cy="2066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438780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4495800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44855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708044" y="44958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37777" y="44855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912886" y="44958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723638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47134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920173" y="47236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951475"/>
            <a:ext cx="30288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'Other packaging formats'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4242" y="49412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429351" y="4951475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25574" y="49412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100683" y="49514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1793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690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1793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690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1793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Packaging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Packaging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620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Packaging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7416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708044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3977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89086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20173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288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'Other packaging formats'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4242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29351" y="5656325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25574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00683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Packaging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Packaging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01812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9704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208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276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3641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3165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554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173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2723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26755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19135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2532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2390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1913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4293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0485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Packaging Format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065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650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759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3046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'Paperboard packs'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83307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58416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is the fastest-growing packaging format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148964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AD4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F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6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B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Configuration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Configuration,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Configuration segment categorizes the market by pack configuration.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Single-muffin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Bulk foodservice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Configuration split shows how demand is distributed across pack configuration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6_05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10_77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91165" y="2779432"/>
            <a:ext cx="1409020" cy="361950"/>
          </a:xfrm>
          <a:prstGeom prst="rect">
            <a:avLst/>
          </a:prstGeom>
        </p:spPr>
      </p:pic>
      <p:pic>
        <p:nvPicPr>
          <p:cNvPr id="59" name="Picture 58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3_19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4_8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4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_65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_15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2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150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048910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615009"/>
            <a:ext cx="2863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is the fastest-growing sub-segment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881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configuration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8513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Multipacks: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37997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80549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64943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832439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1334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Single-muffin packs: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1212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5288713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481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5659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15160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Bulk foodservice packs: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02664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5470160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29610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497106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29421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Configuration segment is projected to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Pack Configuration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Configuration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Configuration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Configuration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47561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'Multipacks'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6137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128872" y="5861685"/>
            <a:ext cx="2407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'Bulk foodservice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84640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652136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Configuration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Single-muffin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Multipacks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Bulk foodservice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Pack Configuration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3526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configuration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07330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782439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1889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43679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6187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912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3663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6941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'Single-muffin packs'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886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12397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9644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87155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883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38557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313667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86138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061247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Pack Configuration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267075"/>
          </a:xfrm>
          <a:prstGeom prst="roundRect">
            <a:avLst>
              <a:gd name="adj" fmla="val 23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Pack Configuration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8003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7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muffins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7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packs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98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0481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381500"/>
            <a:ext cx="11906250" cy="2247900"/>
          </a:xfrm>
          <a:prstGeom prst="roundRect">
            <a:avLst>
              <a:gd name="adj" fmla="val 338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4672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7053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91075"/>
            <a:ext cx="11639550" cy="1762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591179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800600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7903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8006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86344" y="47903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61453" y="48006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028438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50182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50284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56275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52460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5256275"/>
            <a:ext cx="26397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'Single-muffin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97891" y="52460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73001" y="52562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4841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4738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4841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4738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4841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Pack Configuration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Pack Configuration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52966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579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62544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37653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4675250"/>
            <a:ext cx="28294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'Bulk foodservice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7585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62695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Configuration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Pack Configuration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491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94433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681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300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84696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84220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76600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279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85531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85055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7743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8362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Pack Configuration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245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4259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9936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870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65708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540818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784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fastest-growing pack configuration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57127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432236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D67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9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B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Multipack Wrapping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Multipack Wrapping,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Multipack Wrapping segment categorizes the market by multipack wrapping.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Shared pack without individual wr…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Individually wrapped muffins with…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Multipack Wrapping split shows how demand is distributed across multipack wrapping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5_58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8_94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5_31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8_80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5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'Shared pack without individual wrapping' holds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14800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largest share 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913847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208134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743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'Individually wrapped muffins within an outer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25386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pack' is the fastest-growing sub-segment at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972511" y="477287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85775" y="495028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multipack wrapping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838575" y="4229437"/>
            <a:ext cx="2547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Shared pack without individual wrapping: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34316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50181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361262" y="421965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838575" y="439707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38575" y="4615009"/>
            <a:ext cx="31616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● Individually wrapped muffins within an outer pack: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48232" y="460523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7115727" y="4615009"/>
            <a:ext cx="5108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of 2026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838575" y="4782649"/>
            <a:ext cx="4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value ·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46728" y="4772870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414224" y="4782649"/>
            <a:ext cx="12458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E72AE"/>
                </a:solidFill>
                <a:latin typeface="Calibri"/>
              </a:rPr>
              <a:t>CAGR grows fastest.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524875" y="5842641"/>
            <a:ext cx="3036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Multipack Wrapping segment is projected to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Multipack Wrapping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Multipack Wrapping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Multipack Wrapping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Multipack Wrapping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9842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'Individually wrapped muffins within an outer pack'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89482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356978" y="5861685"/>
            <a:ext cx="34393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'Shared pack without individual wrapping'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74439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0911894" y="5861685"/>
            <a:ext cx="8082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38925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Multipack Wrapping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Individually wrapped muffins within an outer pack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Shared pack without individual wrapping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Multipack Wrapping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09850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Multipack Wrapping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143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82511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wrapped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within an outer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pack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63233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without individual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390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724275"/>
            <a:ext cx="11906250" cy="2905125"/>
          </a:xfrm>
          <a:prstGeom prst="roundRect">
            <a:avLst>
              <a:gd name="adj" fmla="val 26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100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0481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133850"/>
            <a:ext cx="11639550" cy="24193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26256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143375"/>
            <a:ext cx="48005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954" y="41331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201063" y="41433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30796" y="41331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05905" y="41433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371213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43609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43712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599050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45888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4599050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45888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45990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8268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8166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826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8166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8268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Multipack Wrapping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Multipack Wrapping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67958"/>
                <a:gridCol w="491930"/>
                <a:gridCol w="491930"/>
                <a:gridCol w="491930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14209"/>
                <a:gridCol w="55873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95388" y="1592916"/>
            <a:ext cx="362582" cy="527392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48005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954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201063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06996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82105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3446525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Multipack Wrapping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Multipack Wrapping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8051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80036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7241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7860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509131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508655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50103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507226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Multipack Wrapping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gains the most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829550" y="1575435"/>
            <a:ext cx="509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+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8204" y="156521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463313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36655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4253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97853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206371"/>
            <a:ext cx="35602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is the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381631"/>
            <a:ext cx="2361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fastest-growing multipack wrapping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40358" y="237140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31546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A5C8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Positioning segment categorizes the market by price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value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Positioning split shows how demand is distributed across price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4_13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5_57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2_66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5_50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7_5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2_317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2_84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2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_78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3_81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7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5127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'Premium'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46591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114086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099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'Super-premium / speciality'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711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positioning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7490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3567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70317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6262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3012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447369"/>
            <a:ext cx="8219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8529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477602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5475" y="443759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580297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665301"/>
            <a:ext cx="1174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value: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61569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12906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988516" y="4655522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15601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883233"/>
            <a:ext cx="17700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speciality: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5668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72418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583635" y="4873454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751130" y="488323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505087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524875" y="5842641"/>
            <a:ext cx="3148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Positioning segment is projected to grow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Price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Positioning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726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'Mid-range'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1908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099404" y="5945505"/>
            <a:ext cx="1640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'Premium'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88186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855682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Economy / value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Mid-range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Premium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Super-premium / speciality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Price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Price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8668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8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speciality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04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114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448050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533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771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857625"/>
            <a:ext cx="11639550" cy="2695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124454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867150"/>
            <a:ext cx="2809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5167" y="3856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210276" y="3867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0009" y="3856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15118" y="3867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0949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4084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4094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3228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4312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43228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4312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4322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550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540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550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540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550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Price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Price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5550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7084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733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'Premium'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59004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34113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40046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15155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39418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Price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38296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3353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5733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01924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89740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89264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1644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7835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09822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0934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0172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07917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52530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52053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44433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50625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Price Positioning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147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3452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6856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785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'Premium'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638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38969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is the fastest-growing price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7021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42131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D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7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D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Brand Ownership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Brand Ownership,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Brand Ownership segment categorizes the market by brand ownership.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Manufacturer brands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Retailer private labels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Brand Ownership split shows how demand is distributed across brand ownership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4_68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7_41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4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4_56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7_67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_64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_65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4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89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'Manufacturer brands' holds the largest share in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7097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'Retailer private labels'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7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brand ownership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4410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Manufacturer brands: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27630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39512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54576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422071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Retailer private labels: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1095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418591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78041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445537" y="461500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9525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/ operator brands: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739196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06692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66142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933638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Brand Ownership segment is projected to grow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Brand Ownership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Brand Ownership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Brand Ownership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Brand Ownership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'Retailer private labels'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447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41969" y="5861685"/>
            <a:ext cx="23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'Manufacturer brands'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22703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90199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Brand Ownership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Manufacturer brands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Retailer private labels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Foodservice / operator brands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Brand Ownership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2582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brand ownership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2911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688020" y="4286250"/>
            <a:ext cx="1811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829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84644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2597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322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007334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8054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601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35222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0769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982802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3402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/ operator brands'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493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70042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42513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517622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Brand Ownership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476750"/>
          </a:xfrm>
          <a:prstGeom prst="roundRect">
            <a:avLst>
              <a:gd name="adj" fmla="val 17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Brand Ownership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40100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8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labels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6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operator brands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84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257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591175"/>
            <a:ext cx="11906250" cy="1028700"/>
          </a:xfrm>
          <a:prstGeom prst="roundRect">
            <a:avLst>
              <a:gd name="adj" fmla="val 740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676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915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6000750"/>
            <a:ext cx="11639550" cy="542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31960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6010275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3517" y="6000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8626" y="6010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8359" y="6000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83468" y="6010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623811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6227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62381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Brand Ownership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028700"/>
          </a:xfrm>
          <a:prstGeom prst="roundRect">
            <a:avLst>
              <a:gd name="adj" fmla="val 740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Brand Ownership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42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400175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1389951"/>
            <a:ext cx="134549" cy="195707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3249926" y="1400175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1389951"/>
            <a:ext cx="134549" cy="195707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125215" y="1400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76225" y="1628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1617789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965143" y="1628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1617789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291688" y="1628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Brand Ownership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Brand Ownership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6843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2731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35026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28048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03158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9090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84200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49926" y="4922900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25215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Brand Ownership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Brand Ownership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1333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0857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3237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9428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3107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330602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322982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29174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254904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525014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517394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23585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Brand Ownership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886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65225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84033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085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7263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462373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40249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fastest-growing brand ownership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3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3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B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AD4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70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6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7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8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7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694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1736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307076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Sales Channel,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 segment categorizes the market by sales channel.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Vending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 split shows how demand is distributed across sales channel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6_75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10_31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91165" y="2779432"/>
            <a:ext cx="1409020" cy="361950"/>
          </a:xfrm>
          <a:prstGeom prst="rect">
            <a:avLst/>
          </a:prstGeom>
        </p:spPr>
      </p:pic>
      <p:pic>
        <p:nvPicPr>
          <p:cNvPr id="59" name="Picture 58" descr="4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3_67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6_68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66_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46_6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4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168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750683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1817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202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'Foodservice and institutional'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5823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sales channel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553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339771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450726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66717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53421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447369"/>
            <a:ext cx="18731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and institutional: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59797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82729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686743" y="443759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854239" y="444736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61500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832941"/>
            <a:ext cx="6966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Vending: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83291" y="4823162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650786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10237" y="4823162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677732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Structure &amp; Attractiveness, By Sales Channel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 mix within each region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 mix within each region (share of 2036 value) · row label = region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777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'Foodservice and institutional' gains the most share in the Global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83175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150671" y="5861685"/>
            <a:ext cx="14448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'Retail'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43546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711042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Analysis,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Retail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Foodservice and institutional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Incremental $ Opportunity (US$ Mn), 2026-2036, By Vending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Global Absolute $ Opportunity Analysis, By Sales Channel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0397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sales channel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9440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469516" y="4286250"/>
            <a:ext cx="23702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Global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8771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3189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0700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87947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5458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257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192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68703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950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43461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272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'Vending'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81940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5704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29520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0462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Sales Channel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00700"/>
          </a:xfrm>
          <a:prstGeom prst="roundRect">
            <a:avLst>
              <a:gd name="adj" fmla="val 13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Sales Channel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513397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and hypermarkets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grocery 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and health stores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63223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selling packaged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products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6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institutional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chains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45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restaurants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381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375799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Volume Analysis, By Sales Channel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00450"/>
          </a:xfrm>
          <a:prstGeom prst="roundRect">
            <a:avLst>
              <a:gd name="adj" fmla="val 21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Volume, By Sales Channel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8" cy="3133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9860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restaurants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catering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institutions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institutions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catering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14875"/>
            <a:ext cx="11906250" cy="1914525"/>
          </a:xfrm>
          <a:prstGeom prst="roundRect">
            <a:avLst>
              <a:gd name="adj" fmla="val 39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006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Volume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387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24450"/>
            <a:ext cx="11639550" cy="14287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9244" y="2757868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33975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51237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51339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61638" y="51237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936747" y="51339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61813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53515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53618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5589650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55794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5589650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55794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55896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8174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8072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58174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8072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58174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Sales Channel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Sales Channel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23262"/>
                <a:gridCol w="535536"/>
                <a:gridCol w="535536"/>
                <a:gridCol w="535536"/>
                <a:gridCol w="535536"/>
                <a:gridCol w="535536"/>
                <a:gridCol w="516672"/>
                <a:gridCol w="511282"/>
                <a:gridCol w="511282"/>
                <a:gridCol w="511282"/>
                <a:gridCol w="511282"/>
                <a:gridCol w="511282"/>
                <a:gridCol w="511282"/>
                <a:gridCol w="511282"/>
                <a:gridCol w="511282"/>
                <a:gridCol w="511282"/>
                <a:gridCol w="559791"/>
                <a:gridCol w="608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0941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Analysis, By Sales Channel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Value, By Sales Channel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Value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37838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812947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4179950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Value &amp; Share Shift,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Composition, By Sales Channel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7446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6268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648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839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72485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7200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6438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7058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1485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91009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3389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89580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Global Read-out, By Sales Channel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313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2504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267613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5803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9047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34157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is the fastest-growing sales channel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148964" y="220637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Volume,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Volume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B3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B3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8E8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3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9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C7B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0" name="Picture 3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361" name="Picture 3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362" name="Picture 3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39211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  <a:gridCol w="60319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28913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Global Market Value,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8E8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B0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62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C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609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Sales Channel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Flavour,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flavour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Flavour,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10607"/>
                <a:gridCol w="1462765"/>
                <a:gridCol w="1462765"/>
                <a:gridCol w="1462765"/>
                <a:gridCol w="1462765"/>
                <a:gridCol w="1462765"/>
                <a:gridCol w="1462765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6155" y="1839958"/>
            <a:ext cx="363680" cy="52898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2385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238500"/>
            <a:ext cx="4495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'Sweet Muffins Flavours' its leading flavour sub-segment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37737" y="32282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0912847" y="323850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3466337"/>
            <a:ext cx="4994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Sweet Muffins Flavours' is the single largest cross-sectional cell (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19641" y="345611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5394750" y="3466337"/>
            <a:ext cx="63817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Savoury Muffins Flavours' records the fastest growth at a CAGR of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63137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37254" y="364159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3869435"/>
            <a:ext cx="55758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flavour cells generate an absolute $ opportunity of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01274" y="385921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5976383" y="386943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Flavour, 2026E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flavour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Flavour,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428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788880"/>
                <a:gridCol w="1110156"/>
                <a:gridCol w="1308532"/>
                <a:gridCol w="1070776"/>
                <a:gridCol w="1688541"/>
                <a:gridCol w="943374"/>
                <a:gridCol w="1117515"/>
                <a:gridCol w="830550"/>
                <a:gridCol w="1401674"/>
                <a:gridCol w="543806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5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40245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7286625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06705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Flavour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295650"/>
          <a:ext cx="7096125" cy="32766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009900"/>
            <a:ext cx="445770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09562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33375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419475"/>
            <a:ext cx="41910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51008" y="2029112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990419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429000"/>
            <a:ext cx="35682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'Fruit-based' holds the highest share of 'Sweet muffins'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2682" y="34187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7715250" y="360426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383209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most concentrated product type sub-segment,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007357"/>
            <a:ext cx="340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04463" y="399713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79573" y="4007357"/>
            <a:ext cx="17349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'Fruit-based'.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715250" y="4235195"/>
            <a:ext cx="14981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'Cheese-based' gains 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62594" y="4224972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37703" y="4235195"/>
            <a:ext cx="24261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 Global cross-section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715250" y="4410455"/>
            <a:ext cx="6524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2036F.</a:t>
            </a:r>
          </a:p>
        </p:txBody>
      </p:sp>
      <p:sp>
        <p:nvSpPr>
          <p:cNvPr id="36" name="lockshield_17"/>
          <p:cNvSpPr/>
          <p:nvPr/>
        </p:nvSpPr>
        <p:spPr>
          <a:xfrm>
            <a:off x="238125" y="3295650"/>
            <a:ext cx="7096125" cy="32766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Flavour,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Flavour,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9932"/>
                <a:gridCol w="1511211"/>
                <a:gridCol w="1511211"/>
                <a:gridCol w="1511211"/>
                <a:gridCol w="1511211"/>
                <a:gridCol w="1511211"/>
                <a:gridCol w="1511211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560070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53340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Sweet Muffins Flavours' ranks highest (5/5); 'Savoury muffins × Sweet Muffins Flavours'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9275" y="1837753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238500"/>
            <a:ext cx="2787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Sweet Muffins Flavours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12632" y="32282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187741" y="32385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49893" y="32282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425002" y="32385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466337"/>
            <a:ext cx="2895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Sweet muffins × Savoury Muffins Flavours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0458" y="34561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295567" y="34663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7719" y="34561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532828" y="34663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3694175"/>
            <a:ext cx="30029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Savoury muffins × Savoury Muffins Flavours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8284" y="36839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3403393" y="36941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5544" y="36839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640654" y="36941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3922013"/>
            <a:ext cx="2895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Savoury muffins × Sweet Muffins Flavours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0458" y="39117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295567" y="39220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7719" y="39117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532828" y="39220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1/5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029325" y="3238500"/>
            <a:ext cx="15469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Sweet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029325" y="3413760"/>
            <a:ext cx="14114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 Flavours' adds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9952" y="3403536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6029325" y="358901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3578796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7378220" y="358901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76427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124825" y="3238500"/>
            <a:ext cx="16547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Savoury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124825" y="3413760"/>
            <a:ext cx="16413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 Flavours' grows at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124825" y="3589019"/>
            <a:ext cx="1460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0066" y="357879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8395175" y="35890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0771" y="357879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8965880" y="3589019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764279"/>
            <a:ext cx="1517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the cross-section.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Packaging Format,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packaging format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Packaging Format,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4557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1587" y="183775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2385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238500"/>
            <a:ext cx="47945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'Rigid plastic packs' its leading packaging format sub-segment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6683" y="32282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1211793" y="3238500"/>
            <a:ext cx="311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3413760"/>
            <a:ext cx="3146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41597"/>
            <a:ext cx="46779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Rigid plastic packs'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3294" y="36313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5078404" y="3641597"/>
            <a:ext cx="6355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Other packaging formats' records the fastest growth at a CAGR of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3319" y="363137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8168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044695"/>
            <a:ext cx="61911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packaging format cells generate an absolute $ opportunity of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6566" y="403447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591676" y="40446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Packaging Format, 2026E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packaging format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Packaging Format,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0013"/>
                <a:gridCol w="1122093"/>
                <a:gridCol w="1186252"/>
                <a:gridCol w="1423148"/>
                <a:gridCol w="1358989"/>
                <a:gridCol w="473097"/>
                <a:gridCol w="1830313"/>
                <a:gridCol w="1252879"/>
                <a:gridCol w="1603288"/>
                <a:gridCol w="54712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7286625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Packaging Format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105150"/>
          <a:ext cx="7096125" cy="3467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2819400"/>
            <a:ext cx="445770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290512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14325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228975"/>
            <a:ext cx="41910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54316" y="1837753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864689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238500"/>
            <a:ext cx="41245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'Windowed cartons' holds the highest share of 'Savoury muffins'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1170" y="340353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7876279" y="341376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3641597"/>
            <a:ext cx="34992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muffins' is the most concentrated product type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381685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380663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018219" y="3816857"/>
            <a:ext cx="2183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'Windowed cartons'.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715250" y="4044695"/>
            <a:ext cx="1901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'Clamshell containers' gains 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65658" y="4034472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740767" y="4044695"/>
            <a:ext cx="1616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 Global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715250" y="4219955"/>
            <a:ext cx="1462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 by 2036F.</a:t>
            </a:r>
          </a:p>
        </p:txBody>
      </p:sp>
      <p:sp>
        <p:nvSpPr>
          <p:cNvPr id="36" name="lockshield_17"/>
          <p:cNvSpPr/>
          <p:nvPr/>
        </p:nvSpPr>
        <p:spPr>
          <a:xfrm>
            <a:off x="238125" y="3105150"/>
            <a:ext cx="7096125" cy="3467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Packaging Format,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Packaging Format,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9340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560070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53340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2819400"/>
            <a:ext cx="1943100" cy="3810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2905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143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228975"/>
            <a:ext cx="167640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Rigid plastic packs' ranks highest (5/5); 'Savoury muffins × Paperboard packs'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980" y="1837753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238500"/>
            <a:ext cx="24709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Rigid plastic packs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285" y="32282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2871394" y="32385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33546" y="32282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08655" y="32385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466337"/>
            <a:ext cx="25787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Savoury muffins × Rigid plastic packs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4111" y="34561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2979220" y="34663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1372" y="34561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216481" y="34663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3694175"/>
            <a:ext cx="24612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Sweet muffins × Paperboard packs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586" y="36839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861696" y="36941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3847" y="36839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098957" y="36941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3922013"/>
            <a:ext cx="2217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Sweet muffins × Flexible packs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2694" y="39117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617804" y="39220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79955" y="39117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855064" y="39220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149851"/>
            <a:ext cx="25690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Savoury muffins × Paperboard packs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94412" y="4139628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69522" y="414985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1673" y="413962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206783" y="4149851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1/5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3238500"/>
            <a:ext cx="14730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Rigid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413760"/>
            <a:ext cx="1169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plastic packs'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7486" y="3403536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322595" y="3413760"/>
            <a:ext cx="311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3589019"/>
            <a:ext cx="956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4972" y="357879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110081" y="3589019"/>
            <a:ext cx="4293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3764279"/>
            <a:ext cx="1134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3238500"/>
            <a:ext cx="15272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Other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413760"/>
            <a:ext cx="15908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packaging formats' grows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3589019"/>
            <a:ext cx="2981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a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72106" y="3578796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7215" y="35890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42811" y="3578796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117920" y="3589019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124825" y="3764279"/>
            <a:ext cx="1517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above the cross-section.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Sales Channel,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sales channel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Sales Channel,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6192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94554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  <a:gridCol w="655790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direct-to-consumer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867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00400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286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24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09975"/>
            <a:ext cx="1163955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583" y="222046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195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609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6195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609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619500"/>
            <a:ext cx="38184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'Retail' its leading sales channel sub-segment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0545" y="360927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0235654" y="361950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3847337"/>
            <a:ext cx="3943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Retail' is the single largest cross-sectional cell (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69336" y="3837114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4344445" y="3847337"/>
            <a:ext cx="6506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Quick-commerce platforms' records the fastest growth at a CAGR of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00260" y="383711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975370" y="3847337"/>
            <a:ext cx="342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022597"/>
            <a:ext cx="9171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2026E–2036F.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250435"/>
            <a:ext cx="5949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sales channel cells generate an absolute $ opportunity of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4386" y="424021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349495" y="425043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Sales Channel, 2026E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sales channel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Sales Channel,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1811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470225"/>
                <a:gridCol w="1688458"/>
                <a:gridCol w="1331377"/>
                <a:gridCol w="1715112"/>
                <a:gridCol w="2631956"/>
                <a:gridCol w="1820197"/>
                <a:gridCol w="602671"/>
                <a:gridCol w="543806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 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 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 direct-to-consumer 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3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3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3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288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762250"/>
            <a:ext cx="7286625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194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Sales Channel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048000"/>
          <a:ext cx="7096125" cy="35242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2762250"/>
            <a:ext cx="445770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28479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0861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171825"/>
            <a:ext cx="4191000" cy="33813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51008" y="1781556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826970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181350"/>
            <a:ext cx="32311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holds the highest share of 'Sweet muffins'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95512" y="3171126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11070621" y="318135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5250" y="340918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most concentrated product type sub-segment,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3584447"/>
            <a:ext cx="340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04463" y="357422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79573" y="3584447"/>
            <a:ext cx="13977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'Retail'.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715250" y="3812285"/>
            <a:ext cx="23887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gains 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53126" y="3802062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0228235" y="3812285"/>
            <a:ext cx="1616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 Global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715250" y="3987545"/>
            <a:ext cx="1462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 by 2036F.</a:t>
            </a:r>
          </a:p>
        </p:txBody>
      </p:sp>
      <p:sp>
        <p:nvSpPr>
          <p:cNvPr id="36" name="lockshield_17"/>
          <p:cNvSpPr/>
          <p:nvPr/>
        </p:nvSpPr>
        <p:spPr>
          <a:xfrm>
            <a:off x="238125" y="3048000"/>
            <a:ext cx="7096125" cy="35242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Sales Channel, 2026E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sales channel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67000"/>
          </a:xfrm>
          <a:prstGeom prst="roundRect">
            <a:avLst>
              <a:gd name="adj" fmla="val 285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 by Sales Channel Sub-segment, Product Type × Sales Channel, 2026E (% of each row) – part 1 of 2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22002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1343220"/>
                <a:gridCol w="1020812"/>
                <a:gridCol w="775543"/>
                <a:gridCol w="919241"/>
                <a:gridCol w="1068395"/>
                <a:gridCol w="1167004"/>
                <a:gridCol w="1335628"/>
                <a:gridCol w="1017721"/>
                <a:gridCol w="1064606"/>
                <a:gridCol w="1091631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7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websites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825913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 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 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5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5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5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48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781425"/>
            <a:ext cx="11906250" cy="2276475"/>
          </a:xfrm>
          <a:prstGeom prst="roundRect">
            <a:avLst>
              <a:gd name="adj" fmla="val 334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38125" y="3838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 by Sales Channel Sub-segment, Product Type × Sales Channel, 2026E (% of each row) – part 2 of 2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152400" y="4038600"/>
          <a:ext cx="11887200" cy="1809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3397"/>
                <a:gridCol w="1894693"/>
                <a:gridCol w="1105953"/>
                <a:gridCol w="1202914"/>
                <a:gridCol w="1300117"/>
                <a:gridCol w="1025266"/>
                <a:gridCol w="1239684"/>
                <a:gridCol w="1198995"/>
                <a:gridCol w="1233510"/>
                <a:gridCol w="602671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 direct-to-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consumer 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7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1888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 direct-to-consumer 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219075" y="58578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51007" y="2800493"/>
            <a:ext cx="366712" cy="533400"/>
          </a:xfrm>
          <a:prstGeom prst="rect">
            <a:avLst/>
          </a:prstGeom>
        </p:spPr>
      </p:pic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51008" y="521217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Sales Channel,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Sales Channel,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6192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41554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  <a:gridCol w="665353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Retailer websites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and apps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Quick-commerce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platforms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Brand-owned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direct-to-consumer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websites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Foodservice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8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867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00400"/>
            <a:ext cx="560070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2861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242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09975"/>
            <a:ext cx="53340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200400"/>
            <a:ext cx="1943100" cy="3429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3286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524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609975"/>
            <a:ext cx="16764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200400"/>
            <a:ext cx="1943100" cy="3429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3286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524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609975"/>
            <a:ext cx="16764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200400"/>
            <a:ext cx="1943100" cy="34290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32861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5242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609975"/>
            <a:ext cx="1676400" cy="2943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Foodservice and institutional' ranks highest (5/5); 'Sweet muffins × Retailer websites and apps'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30088" y="222046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619500"/>
            <a:ext cx="31169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Foodservice and institutional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2354" y="36092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517463" y="36195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79615" y="36092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754724" y="36195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847337"/>
            <a:ext cx="3224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Savoury muffins × Foodservice and institutional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0180" y="38371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25289" y="38473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87441" y="38371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862550" y="38473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075175"/>
            <a:ext cx="1736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Sweet muffins × Retail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2327" y="40649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137436" y="40751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99588" y="40649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374697" y="40751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4303013"/>
            <a:ext cx="1844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Savoury muffins × Retail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0153" y="42927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245262" y="43030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07414" y="42927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482523" y="43030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530851"/>
            <a:ext cx="30200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Sweet muffins × Quick-commerce platforms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45399" y="4520628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420508" y="453085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2660" y="452062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657769" y="4530851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3619500"/>
            <a:ext cx="11478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794760"/>
            <a:ext cx="1045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Foodservice and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3970019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institutional'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16393" y="39597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7291503" y="3970019"/>
            <a:ext cx="311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29325" y="4145279"/>
            <a:ext cx="956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Mn by 2036F –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4972" y="4135056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7110081" y="4145279"/>
            <a:ext cx="4293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029325" y="4320539"/>
            <a:ext cx="1134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total opportunity.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619500"/>
            <a:ext cx="11478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3794760"/>
            <a:ext cx="1657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Quick-commerce platforms'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397001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395979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39700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395979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414527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432053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Snapshot: Product Type × Individual Muffin Size,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Global market value (US$ Mn) for each product type sub-segment across individual muffin size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Market Value, Product Type × Individual Muffin Size,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4557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  <a:gridCol w="980264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Large / jumbo - 100 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1190625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1163955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1587" y="202911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29000"/>
            <a:ext cx="51856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accounts for the largest share of the Global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046" y="34187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586156" y="34290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7835" y="34187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292945" y="3429000"/>
            <a:ext cx="4803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'Standard - 60 g to below 100 g' its leading individual muffin size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04260"/>
            <a:ext cx="9972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2663" y="35940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397773" y="36042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832097"/>
            <a:ext cx="54181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Standard - 60 g to below 100 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43528" y="38218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5818638" y="3832097"/>
            <a:ext cx="59860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'Sweet muffins × Mini / bite-sized - below 30 g' records the fastest growth at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007357"/>
            <a:ext cx="66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2892" y="39971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068001" y="40073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4235195"/>
            <a:ext cx="64145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individual muffin size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9920" y="42249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815030" y="42351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Market Share Analysis: Product Type × Individual Muffin Size, 2026E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global market value, each row split across all individual muffin size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Share, Product Type × Individual Muffin Size,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2642"/>
                <a:gridCol w="2148912"/>
                <a:gridCol w="2148912"/>
                <a:gridCol w="2148912"/>
                <a:gridCol w="2148912"/>
                <a:gridCol w="21489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7286625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Individual Muffin Size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857500"/>
          <a:ext cx="7096125" cy="37147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2571750"/>
            <a:ext cx="445770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26574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28956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2981325"/>
            <a:ext cx="419100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80631" y="1589913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9408" y="3701240"/>
            <a:ext cx="440818" cy="64119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2990850"/>
            <a:ext cx="40380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holds the highest share of 'Sweet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3166110"/>
            <a:ext cx="7103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74723" y="31558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8549832" y="31661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33939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most concentrated product type sub-segment,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3569207"/>
            <a:ext cx="340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04463" y="35589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179573" y="3569207"/>
            <a:ext cx="28719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'Standard - 60 g to below 100 g'.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3797045"/>
            <a:ext cx="25861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'Large / jumbo - 100 g and above'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0553" y="37868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425662" y="37970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3972305"/>
            <a:ext cx="18787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2857500"/>
            <a:ext cx="7096125" cy="37147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Absolute $ Opportunity &amp; Attractiveness: Product Type × Individual Muffin Size,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Individual Muffin Size,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9340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  <a:gridCol w="1001786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Large / jumbo - 100 g and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560070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53340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009900"/>
            <a:ext cx="1943100" cy="36195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30956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33337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3419475"/>
            <a:ext cx="16764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009900"/>
            <a:ext cx="1943100" cy="36195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30956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33337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3419475"/>
            <a:ext cx="16764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009900"/>
            <a:ext cx="1943100" cy="36195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30956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33337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3419475"/>
            <a:ext cx="167640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'Sweet muffins × Large / jumbo - 100 g and above' ranks highest (5/5); 'Savoury muffins × Small - 30 g to below 60 g'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980" y="2029112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3429000"/>
            <a:ext cx="32111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1. Sweet muffins × Standard - 60 g to below 100 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36519" y="3418776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611628" y="342900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3780" y="341877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848889" y="3429000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656837"/>
            <a:ext cx="33144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2. Sweet muffins × Large / jumbo - 100 g and above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9781" y="3646614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714890" y="365683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3646614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952151" y="3656837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3884675"/>
            <a:ext cx="33189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3. Savoury muffins × Standard - 60 g to below 100 g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44345" y="3874452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3719454" y="388467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81606" y="3874452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956715" y="3884675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4112513"/>
            <a:ext cx="34222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4. Savoury muffins × Large / jumbo - 100 g and above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7607" y="4102290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822716" y="4112513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4868" y="4102290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059977" y="4112513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340351"/>
            <a:ext cx="29207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5. Sweet muffins × Small - 30 g to below 60 g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46130" y="4330128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321240" y="434035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3391" y="433012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558501" y="4340351"/>
            <a:ext cx="3508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· 2/5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3429000"/>
            <a:ext cx="1657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Standard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3604260"/>
            <a:ext cx="1657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- 60 g to below 100 g'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5245" y="3769296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6190354" y="377951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5245" y="39445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190354" y="395477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413003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24825" y="3429000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× Mini /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3604260"/>
            <a:ext cx="14419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bite-sized - below 30 g'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377951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3769296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8938584" y="377951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376929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124825" y="395477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13003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46580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151380"/>
            <a:ext cx="7239000" cy="9715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North America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313430"/>
            <a:ext cx="5067300" cy="292989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North America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North America Market Analysis By Country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North America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Flour Base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Dietary Formulation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Nutritional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Recipe and Ingredient Claims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3313430"/>
            <a:ext cx="5067300" cy="312674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Structure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Surface Finish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Individual Muffin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Storage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Shelf Life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Configuration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Multipack Wrapping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Brand Ownership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North America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138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36079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311188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33693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86593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39494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92394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88399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33693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8659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39494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9239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219075" y="327026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219075" y="2328265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219075" y="1386270"/>
            <a:ext cx="38100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2409825" y="1670329"/>
            <a:ext cx="0" cy="531571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2278380" y="220190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2278380" y="16703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2190750" y="1808381"/>
            <a:ext cx="438150" cy="26568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2190750" y="194292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517929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5915025" y="2711033"/>
            <a:ext cx="0" cy="408519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783580" y="3119552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783580" y="27110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5695950" y="2816751"/>
            <a:ext cx="438150" cy="20421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5695950" y="2920045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4162425" y="2558633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572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162425" y="3365510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North America  ·  2026–2036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619125" y="432402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4758572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1931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562765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6062202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619125" y="4324029"/>
            <a:ext cx="0" cy="1738173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32402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4758572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1931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562765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90550" y="6062202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FMI Scale tick"/>
          <p:cNvSpPr txBox="1"/>
          <p:nvPr/>
        </p:nvSpPr>
        <p:spPr>
          <a:xfrm>
            <a:off x="219075" y="425735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4691897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+7%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219075" y="5126441"/>
            <a:ext cx="3619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North America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219075" y="556098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-7%</a:t>
            </a:r>
          </a:p>
        </p:txBody>
      </p:sp>
      <p:sp>
        <p:nvSpPr>
          <p:cNvPr id="58" name="FMI Scale tick"/>
          <p:cNvSpPr txBox="1"/>
          <p:nvPr/>
        </p:nvSpPr>
        <p:spPr>
          <a:xfrm>
            <a:off x="219075" y="5995527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619125" y="5193116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2152650" y="5193116"/>
            <a:ext cx="457200" cy="297146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FMI Data Label"/>
          <p:cNvSpPr txBox="1"/>
          <p:nvPr/>
        </p:nvSpPr>
        <p:spPr>
          <a:xfrm>
            <a:off x="619125" y="5499787"/>
            <a:ext cx="35242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2" name="Rectangle 61"/>
          <p:cNvSpPr/>
          <p:nvPr/>
        </p:nvSpPr>
        <p:spPr>
          <a:xfrm>
            <a:off x="5676900" y="4437287"/>
            <a:ext cx="457200" cy="75582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MI Data Label"/>
          <p:cNvSpPr txBox="1"/>
          <p:nvPr/>
        </p:nvSpPr>
        <p:spPr>
          <a:xfrm>
            <a:off x="4143375" y="4294412"/>
            <a:ext cx="35242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19125" y="6242060"/>
            <a:ext cx="35242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143375" y="6242060"/>
            <a:ext cx="35242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491005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531709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5472862"/>
            <a:ext cx="128699" cy="187198"/>
          </a:xfrm>
          <a:prstGeom prst="rect">
            <a:avLst/>
          </a:prstGeom>
        </p:spPr>
      </p:pic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426748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048625" y="1471995"/>
            <a:ext cx="3589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'Sweet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1647255"/>
            <a:ext cx="3224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muffins' commands the highest product type price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22611" y="1637031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048625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050353"/>
            <a:ext cx="32279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shows the steepest price uplift over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2225613"/>
            <a:ext cx="8923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2026–2036 (+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0090" y="2215389"/>
            <a:ext cx="134549" cy="195707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065199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2453451"/>
            <a:ext cx="21885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north america price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86284" y="244322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10361393" y="2453451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 of 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2628711"/>
            <a:ext cx="2154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countries price above and 1 below.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2856548"/>
            <a:ext cx="17620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is the dearest at +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59829" y="2846325"/>
            <a:ext cx="134549" cy="195707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9934938" y="2856548"/>
            <a:ext cx="17301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North America, 'U.S.'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031808"/>
            <a:ext cx="10745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cheapest at -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72367" y="3021585"/>
            <a:ext cx="134549" cy="195707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9247476" y="3031808"/>
            <a:ext cx="2496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048625" y="3207068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lower-priced countries.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North America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2138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36079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311188" y="44564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684312"/>
            <a:ext cx="38278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'Sweet muffins' within Product Type.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491215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13998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North America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Summary Country Indices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6" cy="21320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8071"/>
                <a:gridCol w="1102235"/>
                <a:gridCol w="1102235"/>
                <a:gridCol w="110223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4297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4297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3743325" cy="3091856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4210050" y="4384867"/>
            <a:ext cx="3743325" cy="1493742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24" name="Table 23"/>
          <p:cNvGraphicFramePr>
            <a:graphicFrameLocks noGrp="1"/>
          </p:cNvGraphicFramePr>
          <p:nvPr/>
        </p:nvGraphicFramePr>
        <p:xfrm>
          <a:off x="8096250" y="3547710"/>
          <a:ext cx="3914776" cy="2159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8071"/>
                <a:gridCol w="1102235"/>
                <a:gridCol w="1102235"/>
                <a:gridCol w="110223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566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566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5" name="TextBox 24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32897" y="4496595"/>
            <a:ext cx="355389" cy="51693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24086" y="2838939"/>
            <a:ext cx="115252" cy="167639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24086" y="5131738"/>
            <a:ext cx="115252" cy="167639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75439" y="4490163"/>
            <a:ext cx="357960" cy="520669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57175" y="6160574"/>
            <a:ext cx="22704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Canada posts the highest CAGR Index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75681" y="6150795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643177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81208" y="6150795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548704" y="6160574"/>
            <a:ext cx="5105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North America benchmark, while U.S. offers the largest absolute opportunity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02156" y="6150795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769652" y="6160574"/>
            <a:ext cx="18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incremental market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57175" y="6328214"/>
            <a:ext cx="15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33815" y="6318435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901311" y="6328214"/>
            <a:ext cx="19733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increment).</a:t>
            </a:r>
          </a:p>
        </p:txBody>
      </p:sp>
      <p:sp>
        <p:nvSpPr>
          <p:cNvPr id="44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22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81300"/>
            <a:ext cx="11906250" cy="1666875"/>
          </a:xfrm>
          <a:prstGeom prst="roundRect">
            <a:avLst>
              <a:gd name="adj" fmla="val 4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670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051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90875"/>
            <a:ext cx="11639550" cy="1181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581525"/>
            <a:ext cx="3943350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6672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9053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991100"/>
            <a:ext cx="3676650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581525"/>
            <a:ext cx="3819525" cy="2028825"/>
          </a:xfrm>
          <a:prstGeom prst="roundRect">
            <a:avLst>
              <a:gd name="adj" fmla="val 37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6672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9053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991100"/>
            <a:ext cx="3552825" cy="1543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'Sweet muffins'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Canada outpacing the North America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2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5363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North America Packaged Muffins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61708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936818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26356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501465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200400"/>
            <a:ext cx="51463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consolidated: the leading product type category 'Sweet muffins'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681" y="319017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546791" y="320040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428237"/>
            <a:ext cx="51040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 countries and 21 segmentation lenses (2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656075"/>
            <a:ext cx="22889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U.S.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14293" y="364585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689402" y="36560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000625"/>
            <a:ext cx="2520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'Sweet muffins' (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919" y="499040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21028" y="500062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228463"/>
            <a:ext cx="2146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Canada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1889" y="5218239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546998" y="522846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456300"/>
            <a:ext cx="34972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Foodservice and institutional within sales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631560"/>
            <a:ext cx="6218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channel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269" y="56213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022378" y="56315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5000625"/>
            <a:ext cx="25773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'Savoury muffins'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8435" y="4990401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7073544" y="500062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371975" y="5228463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40372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393499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058510" y="540372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371975" y="5631560"/>
            <a:ext cx="35300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'Sweet muffins' raises barriers for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806820"/>
            <a:ext cx="9022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new entrants.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'Sweet muffins' and Canada.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U.S. and Canada.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95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95600"/>
            <a:ext cx="5876925" cy="1285875"/>
          </a:xfrm>
          <a:prstGeom prst="roundRect">
            <a:avLst>
              <a:gd name="adj" fmla="val 59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813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2194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305175"/>
            <a:ext cx="5610225" cy="8001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314825"/>
            <a:ext cx="11906250" cy="2295525"/>
          </a:xfrm>
          <a:prstGeom prst="roundRect">
            <a:avLst>
              <a:gd name="adj" fmla="val 33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371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00575"/>
          <a:ext cx="11715750" cy="19526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71570" y="5462588"/>
            <a:ext cx="934136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35025" y="5284520"/>
            <a:ext cx="382860" cy="55688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18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'Sweet muffins'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1043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8277926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1520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U.S.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5655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573151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14700"/>
            <a:ext cx="43438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Investment is flowing toward the fastest-growing tier 'Sweet muffins'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69262" y="3304476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744371" y="33147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542537"/>
            <a:ext cx="6792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Canada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4605" y="3532314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79714" y="3542537"/>
            <a:ext cx="23622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70375"/>
            <a:ext cx="2857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Scale players anchor around 'Sweet muffins'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83375" y="3760152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3258484" y="3770375"/>
            <a:ext cx="484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314700"/>
            <a:ext cx="47586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R&amp;D aligns with the migration to 'Sweet muffins'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542537"/>
            <a:ext cx="46031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70375"/>
            <a:ext cx="16633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18056" y="3760152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93165" y="3770375"/>
            <a:ext cx="9630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00575"/>
            <a:ext cx="11715750" cy="19526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43075"/>
          </a:xfrm>
          <a:prstGeom prst="roundRect">
            <a:avLst>
              <a:gd name="adj" fmla="val 4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573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'Sweet muffins' tier and Foodservice and institutional within sales channel.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57500"/>
            <a:ext cx="5876925" cy="1562100"/>
          </a:xfrm>
          <a:prstGeom prst="roundRect">
            <a:avLst>
              <a:gd name="adj" fmla="val 48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4322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8135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67075"/>
            <a:ext cx="5610225" cy="10763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252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'Sweet muffins' with targeted growth in 'Sweet muffins', pursuing the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77796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276600"/>
            <a:ext cx="1719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'Sweet muffins'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44641" y="326637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119750" y="3276600"/>
            <a:ext cx="1609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'Sweet muffins' anchors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344" y="326637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853453" y="327660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05550" y="3276600"/>
            <a:ext cx="10834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U.S.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38135" y="3266376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513244" y="3276600"/>
            <a:ext cx="17723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Canada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4718" y="3266376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409827" y="327660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4972050"/>
            <a:ext cx="15275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Packaged Muffins adds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52950" y="4961826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928060" y="4972050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321" y="49618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867431" y="4972050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199888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427725"/>
            <a:ext cx="42106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'Sweet muffins' as the value anchor of the portfolio.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Packaged Muffins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426160"/>
            <a:ext cx="635826" cy="879140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90056"/>
            <a:ext cx="635826" cy="1215244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954397"/>
            <a:ext cx="635826" cy="1350903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805113"/>
            <a:ext cx="635826" cy="1500187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56706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51931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99531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94756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42356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37581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Packaged Muffins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637332" y="1028326"/>
            <a:ext cx="1030634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OPTIMISTIC (2036)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6321" y="1481625"/>
            <a:ext cx="35711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08575" y="1473019"/>
            <a:ext cx="113255" cy="164734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807156" y="1028326"/>
            <a:ext cx="75866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LIKELY (2036)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5940158" y="1481625"/>
            <a:ext cx="35711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42412" y="1473019"/>
            <a:ext cx="113255" cy="164734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48094" y="1028326"/>
            <a:ext cx="1220636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1">
                <a:solidFill>
                  <a:srgbClr val="6C7A89"/>
                </a:solidFill>
                <a:latin typeface="Calibri"/>
              </a:rPr>
              <a:t>CONSERVATIVE (2036)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9912083" y="1481625"/>
            <a:ext cx="357112" cy="166573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68" b="0">
                <a:solidFill>
                  <a:srgbClr val="6C7A89"/>
                </a:solidFill>
                <a:latin typeface="Calibri"/>
              </a:rPr>
              <a:t>CAGR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14337" y="1473019"/>
            <a:ext cx="113255" cy="164734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032418" y="2886297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878082"/>
            <a:ext cx="108107" cy="157246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032418" y="2629122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620907"/>
            <a:ext cx="108107" cy="157246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032418" y="2371947"/>
            <a:ext cx="382383" cy="159867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23" b="1">
                <a:solidFill>
                  <a:srgbClr val="FFFFFF"/>
                </a:solidFill>
                <a:latin typeface="Calibri"/>
              </a:rPr>
              <a:t>CAGR: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8973" y="2363732"/>
            <a:ext cx="108107" cy="15724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208649" y="5372100"/>
            <a:ext cx="12038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1612" y="536187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2536721" y="5372100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848759" y="5599938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95966" y="5589714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671076" y="5599938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370103" y="5827775"/>
            <a:ext cx="6980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310" y="5817552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192420" y="582777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78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5558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8987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Market Analysis By Country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584575"/>
            <a:ext cx="8458200" cy="16700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North America Packaged Muffins – Country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Country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Country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Country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– Country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North America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0888" y="2339922"/>
            <a:ext cx="175498" cy="255270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0888" y="2832772"/>
            <a:ext cx="175498" cy="25527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0888" y="3325622"/>
            <a:ext cx="175498" cy="255270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8663" y="2339922"/>
            <a:ext cx="175498" cy="255270"/>
          </a:xfrm>
          <a:prstGeom prst="rect">
            <a:avLst/>
          </a:prstGeom>
        </p:spPr>
      </p:pic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8663" y="2832772"/>
            <a:ext cx="175498" cy="255270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8663" y="3325622"/>
            <a:ext cx="175498" cy="255270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85775" y="4229437"/>
            <a:ext cx="2217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'U.S.' holds the largest share in 2026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51365" y="4219658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818861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485775" y="4615009"/>
            <a:ext cx="2512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'Canada' is the fastest-growing country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46318" y="460523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85775" y="5386153"/>
            <a:ext cx="28314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countries make up the geographic landscape.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838575" y="4229437"/>
            <a:ext cx="4538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U.S.: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0453" y="421965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40794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67399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5434895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838575" y="4447369"/>
            <a:ext cx="6513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Canada: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7997" y="4437590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4605493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4943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5632439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North America market is projected to grow at a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99165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2970" y="198688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910687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9726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382521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4712970" y="382045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3744250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380616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239000" y="1400175"/>
            <a:ext cx="1866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U.S. is the largest country, at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4607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229716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239000" y="1628013"/>
            <a:ext cx="2036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gains the most share +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24618" y="161778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399728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239000" y="2031111"/>
            <a:ext cx="14765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4665" y="202088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39774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239000" y="2258949"/>
            <a:ext cx="1425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Canada grows fastest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13890" y="224872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788999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8778660" y="2486787"/>
            <a:ext cx="14126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countries.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5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2059364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2970" y="205460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978401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Canada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204031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389292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4712970" y="38881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3811964"/>
            <a:ext cx="1316355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U.S.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38738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239000" y="1400175"/>
            <a:ext cx="1866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U.S. is the largest country, 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4607" y="1389951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9229716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239000" y="1628013"/>
            <a:ext cx="2036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gains the most share +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24618" y="1617789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399728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239000" y="2031111"/>
            <a:ext cx="14765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cedes the most -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4665" y="202088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839774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239000" y="2258949"/>
            <a:ext cx="1425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Canada grows fastest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13890" y="224872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788999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8778660" y="2486787"/>
            <a:ext cx="1686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countries.</a:t>
            </a:r>
          </a:p>
        </p:txBody>
      </p:sp>
      <p:sp>
        <p:nvSpPr>
          <p:cNvPr id="54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Share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7264"/>
                <a:gridCol w="604720"/>
                <a:gridCol w="604720"/>
                <a:gridCol w="604720"/>
                <a:gridCol w="604720"/>
                <a:gridCol w="604720"/>
                <a:gridCol w="604720"/>
                <a:gridCol w="604720"/>
                <a:gridCol w="719193"/>
                <a:gridCol w="719193"/>
                <a:gridCol w="719193"/>
                <a:gridCol w="719193"/>
                <a:gridCol w="719193"/>
                <a:gridCol w="719193"/>
                <a:gridCol w="719193"/>
                <a:gridCol w="719193"/>
                <a:gridCol w="719193"/>
                <a:gridCol w="574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Share Read-out, By Country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12939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742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is the largest country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7747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142856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2589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347698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6422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67622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42732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9993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'Canada'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4760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99870" y="3446525"/>
            <a:ext cx="17189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'U.S.'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8001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243110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126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countries.</a:t>
            </a: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Share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6253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  <a:gridCol w="658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Share Read-out, By Country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7436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742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'U.S.' is the largest country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67747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142856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8789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223898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6422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'Canada' grows fastest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67622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42732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9993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'Canada'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4760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99870" y="3446525"/>
            <a:ext cx="17189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'U.S.'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8001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243110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686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countries.</a:t>
            </a: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1171575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By Country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238125" y="4152900"/>
          <a:ext cx="1171575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58646" y="2026489"/>
            <a:ext cx="363375" cy="528545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58646" y="4912564"/>
            <a:ext cx="363375" cy="528545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1171575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238125" y="4152900"/>
            <a:ext cx="1171575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Packaged Muffins Market Top 2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North America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7899386" cy="5305425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U.S.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37511" y="1266825"/>
            <a:ext cx="3816364" cy="5305425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Canada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0192" y="3919537"/>
            <a:ext cx="115252" cy="167639"/>
          </a:xfrm>
          <a:prstGeom prst="rect">
            <a:avLst/>
          </a:prstGeom>
        </p:spPr>
      </p:pic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88066" y="3919537"/>
            <a:ext cx="115252" cy="167639"/>
          </a:xfrm>
          <a:prstGeom prst="rect">
            <a:avLst/>
          </a:prstGeom>
        </p:spPr>
      </p:pic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666875"/>
            <a:ext cx="103632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009775"/>
            <a:ext cx="103632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North America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695575"/>
            <a:ext cx="5067300" cy="36385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096000" y="2695575"/>
            <a:ext cx="50673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1_99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08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60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26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3_5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052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868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type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0415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8175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9567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55121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02261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446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313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8809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8259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25755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413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'Sweet muffins'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1894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86444" y="5861685"/>
            <a:ext cx="2036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'Savoury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70861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938357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Sweet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Savoury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Product Type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4098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4938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046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4001" y="2299524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Product Type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Product Type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60922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5137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Product Type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9770" y="1956627"/>
            <a:ext cx="366712" cy="533399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817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258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217692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742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42253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1898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3495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2298604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2407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2673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807783" y="4179950"/>
            <a:ext cx="2441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98177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373286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5396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276850"/>
            <a:ext cx="11906250" cy="1352550"/>
          </a:xfrm>
          <a:prstGeom prst="roundRect">
            <a:avLst>
              <a:gd name="adj" fmla="val 56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3625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6007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686425"/>
            <a:ext cx="11639550" cy="866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7008" y="294246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695950"/>
            <a:ext cx="259315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463" y="5686562"/>
            <a:ext cx="123551" cy="17971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977259" y="5695950"/>
            <a:ext cx="8848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09142" y="5686562"/>
            <a:ext cx="123551" cy="17971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69938" y="5695950"/>
            <a:ext cx="5820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905164"/>
            <a:ext cx="174919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'Sweet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72501" y="5895776"/>
            <a:ext cx="123551" cy="17971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33297" y="5905164"/>
            <a:ext cx="113964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6114379"/>
            <a:ext cx="221675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Share shifts toward 'Sweet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0059" y="6104991"/>
            <a:ext cx="123551" cy="17971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0855" y="6114379"/>
            <a:ext cx="22479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and away from 'Savoury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5861" y="6104991"/>
            <a:ext cx="123551" cy="17971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956657" y="6114379"/>
            <a:ext cx="17083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323594"/>
            <a:ext cx="132930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2615" y="6314206"/>
            <a:ext cx="123551" cy="179710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713411" y="6323594"/>
            <a:ext cx="19197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52469" y="6314206"/>
            <a:ext cx="123551" cy="17971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013265" y="6323594"/>
            <a:ext cx="160774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63967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63490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55870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2062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2586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92110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4490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068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Product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4443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3081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9819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8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77478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52587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3395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is the fastest-growing product type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18208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293317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72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4F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Product Type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Product Type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Product Type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397119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06819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muffins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06819"/>
            <a:ext cx="643890" cy="397119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06819"/>
            <a:ext cx="643890" cy="397119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06819"/>
            <a:ext cx="643890" cy="397119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06819"/>
            <a:ext cx="643890" cy="397119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20393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 and cocoa muffins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203938"/>
            <a:ext cx="643890" cy="397119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203938"/>
            <a:ext cx="643890" cy="397119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203938"/>
            <a:ext cx="643890" cy="397119"/>
          </a:xfrm>
          <a:prstGeom prst="rect">
            <a:avLst/>
          </a:prstGeom>
          <a:solidFill>
            <a:srgbClr val="72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203938"/>
            <a:ext cx="643890" cy="397119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601058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 muffins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601058"/>
            <a:ext cx="643890" cy="397119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601058"/>
            <a:ext cx="643890" cy="397119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601058"/>
            <a:ext cx="643890" cy="397119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601058"/>
            <a:ext cx="643890" cy="397119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601058"/>
            <a:ext cx="643890" cy="397119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601058"/>
            <a:ext cx="643890" cy="397119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601058"/>
            <a:ext cx="643890" cy="397119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601058"/>
            <a:ext cx="643890" cy="397119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601058"/>
            <a:ext cx="643890" cy="397119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601058"/>
            <a:ext cx="643890" cy="397119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601058"/>
            <a:ext cx="643890" cy="397119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601058"/>
            <a:ext cx="643890" cy="397119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601058"/>
            <a:ext cx="643890" cy="397119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601058"/>
            <a:ext cx="643890" cy="397119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601058"/>
            <a:ext cx="643890" cy="397119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998177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vanilla muffins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998177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998177"/>
            <a:ext cx="643890" cy="397119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998177"/>
            <a:ext cx="643890" cy="397119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395296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Spice-flavoured muffins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395296"/>
            <a:ext cx="643890" cy="397119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395296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395296"/>
            <a:ext cx="643890" cy="397119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79241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sweet muffins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792415"/>
            <a:ext cx="643890" cy="397119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792415"/>
            <a:ext cx="643890" cy="397119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792415"/>
            <a:ext cx="643890" cy="397119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792415"/>
            <a:ext cx="643890" cy="397119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792415"/>
            <a:ext cx="643890" cy="397119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792415"/>
            <a:ext cx="643890" cy="397119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792415"/>
            <a:ext cx="643890" cy="397119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792415"/>
            <a:ext cx="643890" cy="397119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792415"/>
            <a:ext cx="643890" cy="397119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792415"/>
            <a:ext cx="643890" cy="397119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792415"/>
            <a:ext cx="643890" cy="397119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792415"/>
            <a:ext cx="643890" cy="397119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792415"/>
            <a:ext cx="643890" cy="397119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792415"/>
            <a:ext cx="643890" cy="397119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792415"/>
            <a:ext cx="643890" cy="397119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189535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189535"/>
            <a:ext cx="643890" cy="397119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189535"/>
            <a:ext cx="643890" cy="397119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189535"/>
            <a:ext cx="643890" cy="397119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189535"/>
            <a:ext cx="643890" cy="397119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4586654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muffins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4586654"/>
            <a:ext cx="643890" cy="397119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4586654"/>
            <a:ext cx="643890" cy="397119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4586654"/>
            <a:ext cx="643890" cy="397119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4586654"/>
            <a:ext cx="643890" cy="397119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4586654"/>
            <a:ext cx="643890" cy="397119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4586654"/>
            <a:ext cx="643890" cy="397119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4586654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4586654"/>
            <a:ext cx="643890" cy="397119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4586654"/>
            <a:ext cx="643890" cy="397119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4586654"/>
            <a:ext cx="643890" cy="397119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4586654"/>
            <a:ext cx="643890" cy="397119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4586654"/>
            <a:ext cx="643890" cy="397119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4586654"/>
            <a:ext cx="643890" cy="397119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4586654"/>
            <a:ext cx="643890" cy="397119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4586654"/>
            <a:ext cx="643890" cy="397119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4983773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 muffins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4983773"/>
            <a:ext cx="643890" cy="397119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4983773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4983773"/>
            <a:ext cx="643890" cy="397119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4983773"/>
            <a:ext cx="643890" cy="397119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4983773"/>
            <a:ext cx="643890" cy="397119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4983773"/>
            <a:ext cx="643890" cy="397119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4983773"/>
            <a:ext cx="643890" cy="397119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4983773"/>
            <a:ext cx="643890" cy="397119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4983773"/>
            <a:ext cx="643890" cy="397119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4983773"/>
            <a:ext cx="643890" cy="397119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4983773"/>
            <a:ext cx="643890" cy="397119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4983773"/>
            <a:ext cx="643890" cy="397119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4983773"/>
            <a:ext cx="643890" cy="397119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4983773"/>
            <a:ext cx="643890" cy="397119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4983773"/>
            <a:ext cx="643890" cy="397119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538089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Meat-containing muffins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5380892"/>
            <a:ext cx="643890" cy="397119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5380892"/>
            <a:ext cx="643890" cy="397119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5380892"/>
            <a:ext cx="643890" cy="397119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5380892"/>
            <a:ext cx="643890" cy="397119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5380892"/>
            <a:ext cx="643890" cy="397119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5778012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 muffins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5778012"/>
            <a:ext cx="643890" cy="397119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5778012"/>
            <a:ext cx="643890" cy="397119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5778012"/>
            <a:ext cx="643890" cy="397119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5778012"/>
            <a:ext cx="643890" cy="397119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5778012"/>
            <a:ext cx="643890" cy="397119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6175131"/>
            <a:ext cx="1590675" cy="39711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Other savoury muffins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6175131"/>
            <a:ext cx="643890" cy="397119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6175131"/>
            <a:ext cx="643890" cy="397119"/>
          </a:xfrm>
          <a:prstGeom prst="rect">
            <a:avLst/>
          </a:prstGeom>
          <a:solidFill>
            <a:srgbClr val="8E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6175131"/>
            <a:ext cx="643890" cy="397119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6175131"/>
            <a:ext cx="643890" cy="397119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Rectangle 26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Rectangle 26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Flavour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Flavour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Flavour,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Flavour segment categorizes the market by flavour.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Savoury Muffins Flavours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Flavour split shows how demand is distributed across flavour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08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2_9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3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51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42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8688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 Flavours' holds the largest share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9062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'Savoury Muffins Flavours' is the fastest-growing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386153"/>
            <a:ext cx="28617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flavour 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15577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Sweet Muffins Flavours: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4441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51190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7135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653885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838575" y="4615009"/>
            <a:ext cx="16609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Savoury Muffins Flavours: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47548" y="460523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61504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474494" y="460523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641990" y="461500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78264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Flavour segment is projected to grow at a CAGR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Flavour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Flavour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Flavour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Flavour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033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'Savoury Muffins Flavours'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38321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405817" y="5861685"/>
            <a:ext cx="24494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'Sweet Muffins Flavours'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03332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970828" y="5861685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Flavour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Sweet Muffins Flavours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Savoury Muffins Flavours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Flavour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Flavour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3400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54124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2055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48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9815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067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Flavour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305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391150"/>
            <a:ext cx="11639550" cy="1162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86371" y="28912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400675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53904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09098" y="54006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8831" y="53904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13940" y="54006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8513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56182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46131" y="56285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856350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58461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55309" y="5856350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58461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452687" y="58563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0841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60739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60841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60739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60841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Flavour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Flavour,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Flavour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70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Flavour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44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008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is the largest flavour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3989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09098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5031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90140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456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1022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46131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548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'Savoury Muffins Flavours'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0200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55309" y="5656325"/>
            <a:ext cx="2873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'Sweet Muffins Flavours'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7577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452687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Flavour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Flavour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70587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70111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62491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8682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92066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9873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9111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730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Flavour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30919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7060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1045717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6306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 Flavours'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09352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584461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6387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'Savoury Muffins Flavours' is the fastest-growing flavour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17439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A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BED5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1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66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1A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Flavour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Flavour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Flavour,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Flavour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 Flavours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Chocolate-based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and seed-based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and classic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Spice and dessert-inspired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 Flavours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Vegetable-based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21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Meat-based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Herb and spice-based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Flour Base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Flour Base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Oat-based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Rice-based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Wheat-based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Corn-based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Flour Base split shows how demand is distributed across primary flour base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714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_24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637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830_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63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948_1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4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551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753_1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3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580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'Oat-based'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13985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'Millet-based'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8682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primary flour base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16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Oat-based: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3072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7705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001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79751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8470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Rice-based: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3632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0112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60578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828074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913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Wheat-based: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77970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4546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04916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72412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8805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Corn-based: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67193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83468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9413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86163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2937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Primary Flour Base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Flour Base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Primary Flour Base,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Flour Base segment categorizes the market by primary flour base.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single-flour bases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Millet-based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450_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713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4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258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57" name="Picture 56" descr="276_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58" name="Picture 57" descr="0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243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60" name="Picture 59" descr="425_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61" name="Picture 60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09_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63" name="Picture 62" descr="164_0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64" name="Picture 63" descr="4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15842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single-flour bases: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18077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18557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45023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321251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22156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Multigrain and blended flour bases: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49455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816951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76401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843897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9427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Millet-based: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76603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5440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403549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571045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21722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Almond and other nut flour-based: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606072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2773568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633018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3800514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Primary Flour Base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Flour Base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Flour Base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Flour Base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1886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'Oat-based'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9384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561342" y="5861685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'Rice-based'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4807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15574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Wheat-based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Oat-based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Rice-based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Corn-based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Flour Base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Millet-based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Almond and other nut flour-based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single-flour bases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Multigrain and blended flour bases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Primary Flour Base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000500"/>
          </a:xfrm>
          <a:prstGeom prst="roundRect">
            <a:avLst>
              <a:gd name="adj" fmla="val 190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Primary Flour Base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35337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2457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08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3908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bases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29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781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114925"/>
            <a:ext cx="11906250" cy="1514475"/>
          </a:xfrm>
          <a:prstGeom prst="roundRect">
            <a:avLst>
              <a:gd name="adj" fmla="val 50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2006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Primary Flour Base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4387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524500"/>
            <a:ext cx="11639550" cy="10287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542" y="295789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534025"/>
            <a:ext cx="27826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6891" y="5524245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74387" y="5534025"/>
            <a:ext cx="10369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9349" y="5524245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326844" y="5534025"/>
            <a:ext cx="3414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75195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44407" y="5742177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11903" y="5751957"/>
            <a:ext cx="11839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969889"/>
            <a:ext cx="20808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05117" y="5960109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472612" y="5969889"/>
            <a:ext cx="3409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and away from 'Multigrain and blended flour bases'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0019" y="5960109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997514" y="5969889"/>
            <a:ext cx="17763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187821"/>
            <a:ext cx="14999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24216" y="6178041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91711" y="61878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6563" y="6178041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04059" y="6187821"/>
            <a:ext cx="1409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Primary Flour Base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Flour Base,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Primary Flour Base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64040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2085975"/>
          </a:xfrm>
          <a:prstGeom prst="roundRect">
            <a:avLst>
              <a:gd name="adj" fmla="val 36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6291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Primary Flour Base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672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953000"/>
            <a:ext cx="11639550" cy="16002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41327" y="2575752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62525"/>
            <a:ext cx="29056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is the largest primary flour base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1012" y="49523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06121" y="49625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2054" y="49523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387163" y="49625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90363"/>
            <a:ext cx="1794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0233" y="51801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5342" y="51903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418200"/>
            <a:ext cx="21719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'Oat-based'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97339" y="54079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2448" y="5418200"/>
            <a:ext cx="2130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'Rice-based'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51630" y="54079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26739" y="54182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6460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6358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6460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6358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6460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Primary Flour Base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Flour Base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Primary Flour Base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41276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3651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6031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2222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29313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192455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4835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1026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229006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22424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4804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20995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715176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71041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63421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69612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34128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33652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2603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32223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017468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 rot="10800000">
            <a:off x="5090922" y="40127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393650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99841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77691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77214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6959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75786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71271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5090922" y="57079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6317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69366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Primary Flour Base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2090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'Oat-based'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87747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16285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887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'Rice-based'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6626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841375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206371"/>
            <a:ext cx="3560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'Millet-based' is the fastest-growing primary flour base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38709" y="219614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17919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8268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4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A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-1%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Primary Flour Base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61476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  <a:gridCol w="62838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4005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Primary Flour Base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Flour Base,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Primary Flour Base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Wheat-based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92595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Refined wheat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925955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925955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925955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925955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925955"/>
            <a:ext cx="643890" cy="516255"/>
          </a:xfrm>
          <a:prstGeom prst="rect">
            <a:avLst/>
          </a:prstGeom>
          <a:solidFill>
            <a:srgbClr val="44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925955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44221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Whole wheat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442210"/>
            <a:ext cx="643890" cy="51625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442210"/>
            <a:ext cx="643890" cy="516255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442210"/>
            <a:ext cx="643890" cy="516255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442210"/>
            <a:ext cx="643890" cy="516255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95846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Oat-based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958465"/>
            <a:ext cx="643890" cy="51625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958465"/>
            <a:ext cx="643890" cy="516255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958465"/>
            <a:ext cx="643890" cy="516255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958465"/>
            <a:ext cx="643890" cy="516255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958465"/>
            <a:ext cx="643890" cy="51625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958465"/>
            <a:ext cx="643890" cy="51625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958465"/>
            <a:ext cx="643890" cy="516255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958465"/>
            <a:ext cx="643890" cy="516255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958465"/>
            <a:ext cx="643890" cy="516255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958465"/>
            <a:ext cx="643890" cy="51625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958465"/>
            <a:ext cx="643890" cy="516255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958465"/>
            <a:ext cx="643890" cy="51625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958465"/>
            <a:ext cx="643890" cy="51625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958465"/>
            <a:ext cx="643890" cy="516255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958465"/>
            <a:ext cx="643890" cy="51625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47472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Rice-based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474720"/>
            <a:ext cx="643890" cy="516255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474720"/>
            <a:ext cx="643890" cy="516255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474720"/>
            <a:ext cx="643890" cy="51625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474720"/>
            <a:ext cx="643890" cy="516255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474720"/>
            <a:ext cx="643890" cy="516255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474720"/>
            <a:ext cx="643890" cy="51625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474720"/>
            <a:ext cx="643890" cy="51625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474720"/>
            <a:ext cx="643890" cy="51625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474720"/>
            <a:ext cx="643890" cy="51625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474720"/>
            <a:ext cx="643890" cy="51625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474720"/>
            <a:ext cx="643890" cy="516255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474720"/>
            <a:ext cx="643890" cy="51625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474720"/>
            <a:ext cx="643890" cy="51625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99097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Corn-based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990975"/>
            <a:ext cx="643890" cy="51625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990975"/>
            <a:ext cx="643890" cy="51625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990975"/>
            <a:ext cx="643890" cy="516255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990975"/>
            <a:ext cx="643890" cy="516255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50723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Millet-based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507230"/>
            <a:ext cx="643890" cy="516255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507230"/>
            <a:ext cx="643890" cy="51625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507230"/>
            <a:ext cx="643890" cy="516255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507230"/>
            <a:ext cx="643890" cy="51625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507230"/>
            <a:ext cx="643890" cy="51625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507230"/>
            <a:ext cx="643890" cy="51625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507230"/>
            <a:ext cx="643890" cy="516255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507230"/>
            <a:ext cx="643890" cy="51625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507230"/>
            <a:ext cx="643890" cy="516255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507230"/>
            <a:ext cx="643890" cy="51625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507230"/>
            <a:ext cx="643890" cy="51625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507230"/>
            <a:ext cx="643890" cy="51625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507230"/>
            <a:ext cx="643890" cy="51625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507230"/>
            <a:ext cx="643890" cy="51625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507230"/>
            <a:ext cx="643890" cy="51625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502348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Almond and other nut flour-based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5023485"/>
            <a:ext cx="643890" cy="51625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5023485"/>
            <a:ext cx="643890" cy="51625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539740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single-flour bases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539740"/>
            <a:ext cx="643890" cy="51625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539740"/>
            <a:ext cx="643890" cy="516255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539740"/>
            <a:ext cx="643890" cy="51625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539740"/>
            <a:ext cx="643890" cy="51625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539740"/>
            <a:ext cx="643890" cy="51625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539740"/>
            <a:ext cx="643890" cy="51625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539740"/>
            <a:ext cx="643890" cy="51625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539740"/>
            <a:ext cx="643890" cy="516255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539740"/>
            <a:ext cx="643890" cy="51625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539740"/>
            <a:ext cx="643890" cy="51625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539740"/>
            <a:ext cx="643890" cy="51625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6055995"/>
            <a:ext cx="1590675" cy="51625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Multigrain and blended flour bases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6055995"/>
            <a:ext cx="643890" cy="51625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6055995"/>
            <a:ext cx="643890" cy="516255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6055995"/>
            <a:ext cx="643890" cy="51625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6055995"/>
            <a:ext cx="643890" cy="516255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6055995"/>
            <a:ext cx="643890" cy="51625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6055995"/>
            <a:ext cx="643890" cy="51625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6055995"/>
            <a:ext cx="643890" cy="51625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6055995"/>
            <a:ext cx="643890" cy="51625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6055995"/>
            <a:ext cx="643890" cy="516255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6055995"/>
            <a:ext cx="643890" cy="51625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6055995"/>
            <a:ext cx="643890" cy="51625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6055995"/>
            <a:ext cx="643890" cy="516255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6055995"/>
            <a:ext cx="643890" cy="51625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6055995"/>
            <a:ext cx="643890" cy="51625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Dietary Formulation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Dietary Formulation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Dietary Formulation,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Dietary Formulation segment categorizes the market by dietary formulation.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(base)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and vegan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Vegan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Dietary Formulation split shows how demand is distributed across dietary formulation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63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54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1_13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6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3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587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974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238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2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1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502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'Gluten-free'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8410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2276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'Conventional'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dietary formulation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8865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7319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84069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0014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86763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502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Gluten-free and vegan: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288748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45624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15694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48319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9823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68966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93646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95912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963408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5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Vegan: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371149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453864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398095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56559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5842641"/>
            <a:ext cx="30214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Dietary Formulation segment is projected to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Dietary Formulation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Dietary Formulation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Dietary Formulation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Dietary Formulation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258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'Gluten-free'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6396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631464" y="5861685"/>
            <a:ext cx="23938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'Gluten-free and vegan'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331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40813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Dietary Formulation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Conventional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Gluten-free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Vegan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Gluten-free and vegan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Dietary Formulation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Dietary Formulation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34703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674370"/>
                <a:gridCol w="43517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6661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76770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51879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23453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'Conventional'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70773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45883" y="41323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9959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85068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Dietary Formulation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Dietary Formulation,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Dietary Formulation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90585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Dietary Formulation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460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046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is the largest dietary formulation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1927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703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2969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2807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836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615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367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452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'Gluten-free'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0649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45758" y="3941825"/>
            <a:ext cx="281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'Gluten-free and vegan'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09835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84944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Dietary Formulation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Dietary Formulation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8646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817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055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674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17621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3128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2366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9857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40204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39727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32107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and vegan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38299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5707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5231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7611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(base)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3802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Dietary Formulation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823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61057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236166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572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'Gluten-free and vegan'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511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526270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668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'Conventional' is the fastest-growing dietary formulation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7676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31154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AD4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4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2488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Dietary Formulation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Dietary Formulation,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Dietary Formulation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C3D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Vegan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Gluten-free and vegan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Nutritional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Nutritional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Protein-enriched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/ indulgent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Reduced-sugar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nutrition-focused formulati…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Nutritional Positioning split shows how demand is distributed across nutritional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789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_31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692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990_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3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665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08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526_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608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'Protein-enriched'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305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'Fibre-enriched' is the fastest-growing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4249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nutritional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553793"/>
            <a:ext cx="1343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positioning landscape.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3838575" y="4229437"/>
            <a:ext cx="11888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Protein-enriched: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75515" y="4219658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514301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02461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16995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38575" y="4447369"/>
            <a:ext cx="14008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/ indulgent: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187520" y="4437590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535501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14466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638196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838575" y="4665301"/>
            <a:ext cx="1076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Reduced-sugar: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62827" y="4655522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50303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89773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6057269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38575" y="4883233"/>
            <a:ext cx="23441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nutrition-focused formulations: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30768" y="4873454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629826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157714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7325210" y="4883233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050873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Nutritional Positioning segment is projected to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Nutritional Positioning Segment Outlook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Nutritional Positioning,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Nutritional Positioning segment categorizes the market by nutritional positioning. Each sub-category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Reduced-fat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No-added-sugar</a:t>
            </a:r>
          </a:p>
        </p:txBody>
      </p:sp>
      <p:sp>
        <p:nvSpPr>
          <p:cNvPr id="29" name="Rectangle 28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Fibre-enriched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2" name="Rectangle 41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6" name="Picture 45" descr="520_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47" name="Picture 46" descr="749_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48" name="Picture 47" descr="3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49" name="Picture 48" descr="292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50" name="Picture 49" descr="406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51" name="Picture 50" descr="3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52" name="Picture 51" descr="111_7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53" name="Picture 52" descr="208_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54" name="Picture 53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9231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Reduced-fat: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5695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52445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83903" y="4219658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2551399" y="422943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447369"/>
            <a:ext cx="11452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No-added-sugar: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579059" y="4437590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74655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606005" y="4437590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77350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85775" y="4665301"/>
            <a:ext cx="10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Fibre-enriched: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493929" y="465552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66142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20875" y="465552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688371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Nutritional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Nutritional Positioning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Nutritional Positioning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Nutritional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5610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'Protein-enriched'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6628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933784" y="5861685"/>
            <a:ext cx="32358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'Other nutrition-focused formulations'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1765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9285153" y="5861685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Nutritional Positioning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Standard / indulgent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Protein-enriched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Fibre-enriched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Reduced-sugar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Nutritional Positioning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Nutritional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No-added-sugar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Reduced-fat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nutrition-focused formulations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Nutritional Positioning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35682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nutritional positioning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8229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9998091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15418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6538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971647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4118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719227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1424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'Reduced-sugar'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78728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53837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26308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01418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17634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/ indulgent'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18180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193290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65760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940870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33357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nutrition-focused formulations'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90500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76560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33808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051318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Nutritional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Nutritional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2457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44005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formulations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542" y="249593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6101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4855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29964" y="46101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837938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48277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483793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65775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50555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5065775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50555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50657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2936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2833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2936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2833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2936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Nutritional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Nutritional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Nutritional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4428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Nutritional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652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35246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is the largest nutritional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0013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25122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055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06164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917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2892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1800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5613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'Protein-enriched'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710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961820" y="4675250"/>
            <a:ext cx="36952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'Other nutrition-focused formulations'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6190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781299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Nutritional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Nutritional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0208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554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792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115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22767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180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418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037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456382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45161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37541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43733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03650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03174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95554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01745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779492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77473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69853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7604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66366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65890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58270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6446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8430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67953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6033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6652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Nutritional Positioning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25984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'Protein-enriched'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77118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552228" y="1400175"/>
            <a:ext cx="11864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1983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34527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nutrition-focused formulations'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31454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406563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12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'Fibre-enriched' is the fastest-growing nutritional positioning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Nutritional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Nutritional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Nutritional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/ indulgent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9CC3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Protein-enriched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Fibre-enriched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Reduced-sugar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7A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No-added-sugar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AECD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Reduced-fat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nutrition-focused formulations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Recipe and Ingredient Claims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Recipe and Ingredient Claims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Recipe and Ingredient Claims,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Recipe and Ingredient Claims segment categorizes the market by recipe and ingredient claims.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Organic-certified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Recipe and Ingredient Claims split shows how demand is distributed across recipe and ingredient claims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95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4_54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576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732_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2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748157" y="2286582"/>
            <a:ext cx="982436" cy="361950"/>
          </a:xfrm>
          <a:prstGeom prst="rect">
            <a:avLst/>
          </a:prstGeom>
        </p:spPr>
      </p:pic>
      <p:pic>
        <p:nvPicPr>
          <p:cNvPr id="64" name="Picture 63" descr="80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748157" y="2779432"/>
            <a:ext cx="982436" cy="361950"/>
          </a:xfrm>
          <a:prstGeom prst="rect">
            <a:avLst/>
          </a:prstGeom>
        </p:spPr>
      </p:pic>
      <p:pic>
        <p:nvPicPr>
          <p:cNvPr id="65" name="Picture 64" descr="2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holds the largest share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4972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36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098532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'Additional claim mapping'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4229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recipe and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16860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ingredient claims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676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Additional claim mapping: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63101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63059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490047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657542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1856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Organic-certified: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972241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13973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99187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166682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782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Conventional / non-organic: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69513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737008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596459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763954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56661"/>
            <a:ext cx="3129352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Recipe and Ingredient Claims segment is projected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1239018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to grow 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711019" y="6008495"/>
            <a:ext cx="123784" cy="180050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872119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Recipe and Ingredient Claims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Recipe and Ingredient Claims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Recipe and Ingredient Claims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Recipe and Ingredient Claims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048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'Additional claim mapping'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5387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421370" y="5861685"/>
            <a:ext cx="20772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'Organic-certified'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46715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614211" y="5861685"/>
            <a:ext cx="3102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598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Recipe and Ingredient Claims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Organic-certified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Conventional / non-organic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Additional claim mapping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Recipe and Ingredient Claims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9239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recipe and ingredient claims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178693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0353803" y="4286250"/>
            <a:ext cx="13181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536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America 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051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306287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48139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5386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22897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5384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93115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968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0695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715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162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'Conventional / non-organic'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7536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592645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65116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340225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Recipe and Ingredient Claims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Recipe and Ingredient Claims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3400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40272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3440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Claims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48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9815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067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Recipe and Ingredient Claims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305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391150"/>
            <a:ext cx="11639550" cy="1162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446" y="28912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400675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53904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790583" y="54006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20315" y="53904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995425" y="54006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8513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56182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62390" y="56285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856350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58461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71568" y="5856350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58461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079860" y="58563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0841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60739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60841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60739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60841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Recipe and Ingredient Claims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Recipe and Ingredient Claims,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Recipe and Ingredient Claims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1700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Recipe and Ingredient Claims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5158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43900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largest recipe and ingredient claims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5473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790583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6515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1625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619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7281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62390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30710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'Additional claim mapping'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459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71568" y="5656325"/>
            <a:ext cx="2484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'Organic-certified'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4751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079860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Recipe and Ingredient Claims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Recipe and Ingredient Claims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0578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0102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2482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6867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5306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4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9720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3401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3047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2999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22375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28567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Recipe and Ingredient Claims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108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86867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061976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2415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'Organic-certified'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0266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9537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7094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'Additional claim mapping' is the fastest-growing recipe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2460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claims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24730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19983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9690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9152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D1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D54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D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1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A0C4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-0%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Recipe and Ingredient Claims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Recipe and Ingredient Claims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Recipe and Ingredient Claims,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Recipe and Ingredient Claims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Organic-certified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Conventional / non-organic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D3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Additional claim mapping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Clean-label positioning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colours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flavours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 artificial preservatives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Non-GMO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0D65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Dairy-free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Egg-free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Nut-free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Structure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Structure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Product Structure,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Structure segment categorizes the market by product structure.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Filled muffins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Unfilled muffins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Structure split shows how demand is distributed across product structure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9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44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29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90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3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7588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2307" y="438729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39803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615009"/>
            <a:ext cx="2240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'Filled muffins' is the fastest-growing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827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product structure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838575" y="4229437"/>
            <a:ext cx="995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Filled muffins: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781790" y="4219658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94928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08736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97623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447369"/>
            <a:ext cx="11367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Unfilled muffins: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23400" y="4437590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090896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50346" y="4437590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6117842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Structure segment is projected to grow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Product Structure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Structure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Structure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Structure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673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'Filled muffins'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2564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40059" y="5861685"/>
            <a:ext cx="20284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'Unfilled muffins'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16564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884060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Structure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Unfilled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Filled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Product Structure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Product Structure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905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7334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5734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2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152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4862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5720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8101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895850"/>
            <a:ext cx="11639550" cy="16573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7977" y="264356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905375"/>
            <a:ext cx="30494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4780" y="48951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9889" y="49053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79622" y="48951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654731" y="49053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133213"/>
            <a:ext cx="1849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5002" y="51229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50111" y="51332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361050"/>
            <a:ext cx="2358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4180" y="53508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59289" y="5361050"/>
            <a:ext cx="24329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1411" y="53508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16520" y="53610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5888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5786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588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5786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5888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Product Structure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Structure,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Product Structure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770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Product Structure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691" y="245192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714875"/>
            <a:ext cx="30494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largest product structure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74780" y="47046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449889" y="47148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5822" y="47046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30931" y="47148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42713"/>
            <a:ext cx="1849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5002" y="49324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250111" y="49427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170550"/>
            <a:ext cx="2358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'Filled muffins'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4180" y="51603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59289" y="5170550"/>
            <a:ext cx="24329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'Unfilled muffins'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1411" y="51603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316520" y="51705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3983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3881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3983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3881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3983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Structure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Product Structure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4864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481638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40543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46735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77259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76782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69162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7535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Product Structure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23958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74588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349697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21905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'Unfilled muffins'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69205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44315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206371"/>
            <a:ext cx="35717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'Filled muffins' is the fastest-growing product structure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50405" y="219614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74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Product Structure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Structure,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1052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Product Structure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3338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476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Unfilled muffins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476750"/>
            <a:ext cx="643890" cy="232833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476750"/>
            <a:ext cx="643890" cy="232833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476750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476750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476750"/>
            <a:ext cx="643890" cy="232833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709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Plain batter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709583"/>
            <a:ext cx="643890" cy="23283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709583"/>
            <a:ext cx="643890" cy="23283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709583"/>
            <a:ext cx="643890" cy="23283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709583"/>
            <a:ext cx="643890" cy="23283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709583"/>
            <a:ext cx="643890" cy="232833"/>
          </a:xfrm>
          <a:prstGeom prst="rect">
            <a:avLst/>
          </a:prstGeom>
          <a:solidFill>
            <a:srgbClr val="CADC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709583"/>
            <a:ext cx="643890" cy="232833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709583"/>
            <a:ext cx="643890" cy="232833"/>
          </a:xfrm>
          <a:prstGeom prst="rect">
            <a:avLst/>
          </a:prstGeom>
          <a:solidFill>
            <a:srgbClr val="CC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709583"/>
            <a:ext cx="643890" cy="232833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709583"/>
            <a:ext cx="643890" cy="232833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709583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709583"/>
            <a:ext cx="643890" cy="232833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709583"/>
            <a:ext cx="643890" cy="232833"/>
          </a:xfrm>
          <a:prstGeom prst="rect">
            <a:avLst/>
          </a:prstGeom>
          <a:solidFill>
            <a:srgbClr val="CF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709583"/>
            <a:ext cx="643890" cy="23283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709583"/>
            <a:ext cx="643890" cy="23283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42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Batter with inclusions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42417"/>
            <a:ext cx="643890" cy="23283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42417"/>
            <a:ext cx="643890" cy="232833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42417"/>
            <a:ext cx="643890" cy="232833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42417"/>
            <a:ext cx="643890" cy="23283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42417"/>
            <a:ext cx="643890" cy="23283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752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Filled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75250"/>
            <a:ext cx="643890" cy="232833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75250"/>
            <a:ext cx="643890" cy="23283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75250"/>
            <a:ext cx="643890" cy="232833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75250"/>
            <a:ext cx="643890" cy="232833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75250"/>
            <a:ext cx="643890" cy="232833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80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Fruit and jam-filled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8083"/>
            <a:ext cx="643890" cy="23283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8083"/>
            <a:ext cx="643890" cy="232833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8083"/>
            <a:ext cx="643890" cy="232833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8083"/>
            <a:ext cx="643890" cy="232833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8083"/>
            <a:ext cx="643890" cy="232833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8083"/>
            <a:ext cx="643890" cy="23283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8083"/>
            <a:ext cx="643890" cy="23283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8083"/>
            <a:ext cx="643890" cy="232833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8083"/>
            <a:ext cx="643890" cy="23283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8083"/>
            <a:ext cx="643890" cy="232833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8083"/>
            <a:ext cx="643890" cy="23283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8083"/>
            <a:ext cx="643890" cy="23283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8083"/>
            <a:ext cx="643890" cy="23283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409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Chocolate-filled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40917"/>
            <a:ext cx="643890" cy="232833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40917"/>
            <a:ext cx="643890" cy="232833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873750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Cream and custard-filled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873750"/>
            <a:ext cx="643890" cy="232833"/>
          </a:xfrm>
          <a:prstGeom prst="rect">
            <a:avLst/>
          </a:prstGeom>
          <a:solidFill>
            <a:srgbClr val="0E69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873750"/>
            <a:ext cx="643890" cy="232833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873750"/>
            <a:ext cx="643890" cy="232833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873750"/>
            <a:ext cx="643890" cy="23283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873750"/>
            <a:ext cx="643890" cy="23283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873750"/>
            <a:ext cx="643890" cy="23283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873750"/>
            <a:ext cx="643890" cy="232833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873750"/>
            <a:ext cx="643890" cy="232833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873750"/>
            <a:ext cx="643890" cy="232833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873750"/>
            <a:ext cx="643890" cy="23283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873750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873750"/>
            <a:ext cx="643890" cy="232833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873750"/>
            <a:ext cx="643890" cy="232833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873750"/>
            <a:ext cx="643890" cy="23283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873750"/>
            <a:ext cx="643890" cy="232833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106583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Nut butter-filled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106583"/>
            <a:ext cx="643890" cy="232833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106583"/>
            <a:ext cx="643890" cy="232833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106583"/>
            <a:ext cx="643890" cy="232833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106583"/>
            <a:ext cx="643890" cy="232833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106583"/>
            <a:ext cx="643890" cy="232833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106583"/>
            <a:ext cx="643890" cy="23283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106583"/>
            <a:ext cx="643890" cy="23283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106583"/>
            <a:ext cx="643890" cy="232833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106583"/>
            <a:ext cx="643890" cy="232833"/>
          </a:xfrm>
          <a:prstGeom prst="rect">
            <a:avLst/>
          </a:prstGeom>
          <a:solidFill>
            <a:srgbClr val="0C3B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106583"/>
            <a:ext cx="643890" cy="232833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106583"/>
            <a:ext cx="643890" cy="232833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106583"/>
            <a:ext cx="643890" cy="232833"/>
          </a:xfrm>
          <a:prstGeom prst="rect">
            <a:avLst/>
          </a:prstGeom>
          <a:solidFill>
            <a:srgbClr val="0C45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106583"/>
            <a:ext cx="643890" cy="23283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106583"/>
            <a:ext cx="643890" cy="232833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106583"/>
            <a:ext cx="643890" cy="232833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238125" y="6339417"/>
            <a:ext cx="1590675" cy="23283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Cheese and savoury-filled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85737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250126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3145155" y="6339417"/>
            <a:ext cx="643890" cy="23283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378904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4432935" y="6339417"/>
            <a:ext cx="643890" cy="232833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5076825" y="6339417"/>
            <a:ext cx="643890" cy="232833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572071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636460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7008495" y="6339417"/>
            <a:ext cx="643890" cy="232833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765238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8296275" y="6339417"/>
            <a:ext cx="643890" cy="232833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8940165" y="6339417"/>
            <a:ext cx="643890" cy="23283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9584055" y="6339417"/>
            <a:ext cx="643890" cy="23283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0227945" y="6339417"/>
            <a:ext cx="643890" cy="23283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0871835" y="6339417"/>
            <a:ext cx="643890" cy="23283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4514850"/>
            <a:ext cx="104775" cy="5810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4565332"/>
            <a:ext cx="104775" cy="5810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4615815"/>
            <a:ext cx="104775" cy="5810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4666298"/>
            <a:ext cx="104775" cy="5810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4716780"/>
            <a:ext cx="104775" cy="5810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4767262"/>
            <a:ext cx="104775" cy="5810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4817745"/>
            <a:ext cx="104775" cy="5810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4868228"/>
            <a:ext cx="104775" cy="5810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918710"/>
            <a:ext cx="104775" cy="5810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4969192"/>
            <a:ext cx="104775" cy="5810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019675"/>
            <a:ext cx="104775" cy="5810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070158"/>
            <a:ext cx="104775" cy="5810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120640"/>
            <a:ext cx="104775" cy="5810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171122"/>
            <a:ext cx="104775" cy="5810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221605"/>
            <a:ext cx="104775" cy="5810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5272088"/>
            <a:ext cx="104775" cy="5810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5322570"/>
            <a:ext cx="104775" cy="5810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5373052"/>
            <a:ext cx="104775" cy="5810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5423535"/>
            <a:ext cx="104775" cy="5810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5474018"/>
            <a:ext cx="104775" cy="5810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5524500"/>
            <a:ext cx="104775" cy="5810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5574982"/>
            <a:ext cx="104775" cy="5810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5625465"/>
            <a:ext cx="104775" cy="5810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5675948"/>
            <a:ext cx="104775" cy="5810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5726430"/>
            <a:ext cx="104775" cy="5810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1572875" y="5776912"/>
            <a:ext cx="104775" cy="5810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1572875" y="5827395"/>
            <a:ext cx="104775" cy="5810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5877878"/>
            <a:ext cx="104775" cy="5810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5928360"/>
            <a:ext cx="104775" cy="5810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5978842"/>
            <a:ext cx="104775" cy="5810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6029325"/>
            <a:ext cx="104775" cy="5810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6079808"/>
            <a:ext cx="104775" cy="5810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6130290"/>
            <a:ext cx="104775" cy="5810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6180772"/>
            <a:ext cx="104775" cy="5810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6231255"/>
            <a:ext cx="104775" cy="5810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6281738"/>
            <a:ext cx="104775" cy="5810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6332220"/>
            <a:ext cx="104775" cy="5810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6382702"/>
            <a:ext cx="104775" cy="5810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6433185"/>
            <a:ext cx="104775" cy="5810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6483668"/>
            <a:ext cx="104775" cy="5810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4514850"/>
            <a:ext cx="104775" cy="20193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11687175" y="4448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11687175" y="54578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Surface Finish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Surface Finish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Surface Finish,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Surface Finish segment categorizes the market by surface finish.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Nut and seed-topped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Glazed / drizzled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Sugar-topped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Untopped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toppings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Crumb / streusel-topped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Surface Finish split shows how demand is distributed across surface finish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166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1_97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1_12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72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4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06_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476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1_6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34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374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1_1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305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14_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5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56_2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296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1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8857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'Nut and seed-topped' holds the largest share in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682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'Nut and seed-topped' is the fastest-growing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86153"/>
            <a:ext cx="25798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surface finish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838575" y="4229437"/>
            <a:ext cx="14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Nut and seed-topped: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224083" y="4219658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539157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251029" y="4219658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6418524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615009"/>
            <a:ext cx="11719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Glazed / drizzled: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958598" y="4605230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5126094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85544" y="4605230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6153040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832941"/>
            <a:ext cx="10017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Sugar-topped: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788339" y="4823162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4955834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15285" y="4823162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982780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5050872"/>
            <a:ext cx="8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Untopped: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589703" y="5041093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4757198" y="5050872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16649" y="5041093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5784145" y="5050872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5268804"/>
            <a:ext cx="10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toppings: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872377" y="5259025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039873" y="5268804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899323" y="5259025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6066819" y="5268804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5486736"/>
            <a:ext cx="1631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Crumb / streusel-topped: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18080" y="5476957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585576" y="5486736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45026" y="5476957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6612522" y="5486736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5654377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8524875" y="5842641"/>
            <a:ext cx="3133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Surface Finish segment is projected to grow at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Surface Finish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Surface Finish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Surface Finish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Surface Finish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8096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'Nut and seed-topped'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1485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182352" y="5861685"/>
            <a:ext cx="18933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'Sugar-topped'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23795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91291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Surface Finish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Untopped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Crumb / streusel-topped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Sugar-topped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Nut and seed-topped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Surface Finish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Surface Finish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Glazed / drizzled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toppings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Surface Finish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371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surface finish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9183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66948" y="1400175"/>
            <a:ext cx="2300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1801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56404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231514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03985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979094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15241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78852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953962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26432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701542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14340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toppings'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88712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863821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36292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11402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'Untopped'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9386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154495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26966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902075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Surface Finish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Surface Finish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67002"/>
                <a:gridCol w="549861"/>
                <a:gridCol w="549861"/>
                <a:gridCol w="549861"/>
                <a:gridCol w="549861"/>
                <a:gridCol w="549861"/>
                <a:gridCol w="549861"/>
                <a:gridCol w="549861"/>
                <a:gridCol w="661227"/>
                <a:gridCol w="661227"/>
                <a:gridCol w="661227"/>
                <a:gridCol w="661227"/>
                <a:gridCol w="661227"/>
                <a:gridCol w="661227"/>
                <a:gridCol w="661227"/>
                <a:gridCol w="661227"/>
                <a:gridCol w="661227"/>
                <a:gridCol w="52012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92809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29758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'Glazed / drizzled'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01184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76294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6027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81136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3120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7399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12508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4427600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Surface Finish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Surface Finish,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Surface Finish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9130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Surface Finish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8877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253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is the largest surface finish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8736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653846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9778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34888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3120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7399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12508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28211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'Nut and seed-topped'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6577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21686" y="4427600"/>
            <a:ext cx="22917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'Sugar-topped'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2607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637716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Surface Finish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Surface Finish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97944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9318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1698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7889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084492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0797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0035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06544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447633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44287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36667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42858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870633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2865870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78967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85158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2489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38201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439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0584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0153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39677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3205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824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Surface Finish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28582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36985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1209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2049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'Sugar-topped'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28005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0003114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7756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'Nut and seed-topped' is the fastest-growing surface finish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554361" y="219614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7829550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4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62417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3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C3F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0522" y="1956627"/>
            <a:ext cx="366712" cy="533400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678301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059426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Surface Finish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Surface Finish,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Surface Finish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Untopped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Crumb / streusel-topped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Sugar-topped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Nut and seed-topped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13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0B35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Glazed / drizzled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toppings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0C3F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0C41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Individual Muffin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Individual Muffin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Individual Muffin Size segment categorizes the market by individual muffin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Individual Muffin Size split shows how demand is distributed across individual muffin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594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37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979_2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19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843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7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80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316_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'Standard - 60 g to below 100 g' holds the largest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2090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'Mini / bite-sized - below 30 g'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individual muffin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9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size 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19632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Standard - 60 g to below 100 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986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91736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77681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94430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838575" y="4615009"/>
            <a:ext cx="16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Small - 30 g to below 60 g: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472105" y="460523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5639600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99051" y="4605230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6666546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5000581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Large / jumbo - 100 g and above: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48640" y="4990801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016136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75586" y="499080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7043082" y="5000581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168221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838575" y="5386153"/>
            <a:ext cx="1879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Mini / bite-sized - below 30 g: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666375" y="5376373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5833871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693321" y="5376373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6860817" y="538615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3838575" y="555379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524875" y="5842641"/>
            <a:ext cx="31138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Individual Muffin Size segment is projected to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Individual Muffin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Individual Muffin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Individual Muffin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Individual Muffin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434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'Large / jumbo - 100 g and above'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3941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806909" y="5861685"/>
            <a:ext cx="25771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'Small - 30 g to below 60 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3211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9499614" y="5861685"/>
            <a:ext cx="2182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25184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Individual Muffin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Mini / bite-sized - below 30 g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Small - 30 g to below 60 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Standard - 60 g to below 100 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Large / jumbo - 100 g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Individual Muffin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Individual Muffin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85105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418171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1865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1365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876474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4132325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Individual Muffin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Individual Muffin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Individual Muffin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156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Individual Muffin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7110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4271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'Standard - 60 g to below 100 g' is the largest individual muffin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6522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671632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77564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752674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774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9795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174904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474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'Large / jumbo - 100 g and above'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9523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74632" y="3941825"/>
            <a:ext cx="3006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'Small - 30 g to below 60 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0400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005509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Individual Muffin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Individual Muffin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0660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184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2564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755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45034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44558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6938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43129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58857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58381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50761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56952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23102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22626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1500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2119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Individual Muffin Size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511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'Large / jumbo - 100 g and above'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9931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465040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764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'Small - 30 g to below 60 g'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42851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717960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8740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'Mini / bite-sized - below 30 g' is the fastest-growing individual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75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muffin size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53900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2900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A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Individual Muffin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Individual Muffin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Individual Muffin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Mini / bite-sized - below 30 g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Small - 30 g to below 60 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Standard - 60 g to below 100 g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71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Large / jumbo - 100 g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B37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192526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81653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Storage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Storage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Storage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Storage Format segment categorizes the market by storage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Frozen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Chilled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Ambient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Storage Format split shows how demand is distributed across storage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4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2_72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2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19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0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5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355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609_6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5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779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'Frozen'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811802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79298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875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'Ambient' is the fastest-growing sub-segment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2307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639803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6732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storage format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614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Frozen: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0889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56838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27835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595331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6169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Chilled: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036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57111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4305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598060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7174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Ambient: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504027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671523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30973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698469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Storage Format segment is projected to grow at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Storage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Storage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Storage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Storage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945505"/>
            <a:ext cx="49891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'Chilled'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94391" y="593572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361887" y="5945505"/>
            <a:ext cx="1505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'Frozen'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15881" y="593572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983377" y="5945505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5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Storage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Ambient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Chilled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Frozen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Storage Format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346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storage format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8939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64505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9439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864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73755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6226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213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941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579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37090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337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11848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48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03619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7872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51199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2630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Storage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95475"/>
          </a:xfrm>
          <a:prstGeom prst="roundRect">
            <a:avLst>
              <a:gd name="adj" fmla="val 402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Storage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28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1583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693420"/>
                <a:gridCol w="693420"/>
                <a:gridCol w="693420"/>
                <a:gridCol w="693420"/>
                <a:gridCol w="693420"/>
                <a:gridCol w="693420"/>
                <a:gridCol w="693420"/>
                <a:gridCol w="693420"/>
                <a:gridCol w="693420"/>
                <a:gridCol w="549237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6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765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09900"/>
            <a:ext cx="11906250" cy="3619500"/>
          </a:xfrm>
          <a:prstGeom prst="roundRect">
            <a:avLst>
              <a:gd name="adj" fmla="val 210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0956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337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19475"/>
            <a:ext cx="11639550" cy="31337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28" y="1905381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290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4187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4290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0524" y="34187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95634" y="34290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6568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6466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6568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8846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8744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8846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8744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8846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125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022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125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022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125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Storage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Storage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Storage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74586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Storage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6605" y="1713738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24903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is the largest storage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5682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90792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96724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71834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1559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84613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959723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1963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'Chilled'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8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363928" y="3694175"/>
            <a:ext cx="1886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'Frozen'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99788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37489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Storage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Storage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3159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2683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5063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1254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053483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304872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97252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03443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07933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507457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99837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06028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Storage Format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000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'Chilled'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792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954336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6442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'Frozen'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2294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98053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31204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'Ambient' is the fastest-growing storage format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99133" y="202088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074242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DEB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2944876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692714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Storage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Storage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Storage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Ambient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B385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Chilled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Frozen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Shelf Life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Shelf Life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Shelf Life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Shelf Life,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Shelf Life segment categorizes the market by shelf life.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Up to 7 days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8-30 days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31-90 days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More than 90 days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Shelf Life split shows how demand is distributed across shelf life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2_0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3_099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66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799_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1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480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816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438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638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3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10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'Up to 7 days'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134858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615009"/>
            <a:ext cx="2858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'31-90 days' is the fastest-growing sub-segment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shelf life landscape.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229437"/>
            <a:ext cx="9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Up to 7 days: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723946" y="421965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489144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75089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18387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838575" y="4447369"/>
            <a:ext cx="7749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8-30 days: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61599" y="4437590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472909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88545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75604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838575" y="4665301"/>
            <a:ext cx="8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31-90 days: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32540" y="4655522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4800036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59486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5826982" y="466530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838575" y="4883233"/>
            <a:ext cx="12966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More than 90 days: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083291" y="4873454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5250787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110237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277733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8524875" y="5842641"/>
            <a:ext cx="29529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Shelf Life segment is projected to grow at a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Shelf Life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Shelf Life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Shelf Life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Shelf Life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266825"/>
          <a:ext cx="5210175" cy="39814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094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'Up to 7 days'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14719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682215" y="5861685"/>
            <a:ext cx="16666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'8-30 days'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691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464414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266825"/>
            <a:ext cx="5210175" cy="39814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Shelf Life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Up to 7 days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8-30 days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31-90 days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More than 90 days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Shelf Life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Shelf Life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26486"/>
                <a:gridCol w="569818"/>
                <a:gridCol w="569818"/>
                <a:gridCol w="569818"/>
                <a:gridCol w="569818"/>
                <a:gridCol w="569818"/>
                <a:gridCol w="569818"/>
                <a:gridCol w="569818"/>
                <a:gridCol w="681327"/>
                <a:gridCol w="681327"/>
                <a:gridCol w="681327"/>
                <a:gridCol w="681327"/>
                <a:gridCol w="681327"/>
                <a:gridCol w="681327"/>
                <a:gridCol w="681327"/>
                <a:gridCol w="681327"/>
                <a:gridCol w="681327"/>
                <a:gridCol w="54004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255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73743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48852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98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'Up to 7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3706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98816" y="39418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2691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77800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Shelf Life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Shelf Life,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Shelf Life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Shelf Life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4435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is the largest shelf life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8901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44010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9943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25052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1693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8968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4077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298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'Up to 7 days'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23706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98816" y="3941825"/>
            <a:ext cx="20547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'8-30 days'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2691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877800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Shelf Life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Shelf Life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43827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9390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628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247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57762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5529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4767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387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247964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24320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16700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22891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92021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491545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83925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90116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Shelf Life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'Up to 7 days'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4114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289224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'8-30 days'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90959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66068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28702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'31-90 days' is the fastest-growing shelf life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48965" y="219614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824075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2E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Shelf Life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Shelf Life,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Shelf Life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7 days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32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3086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8-30 days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31-90 days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1E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B2F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0B304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0B30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More than 90 days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B0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BA8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Packaging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Packaging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Packaging Format segment categorizes the market by packaging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Rigid plastic 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Paperboard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Flexible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packaging formats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Packaging Format split shows how demand is distributed across packaging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71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61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4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1_302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71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2_8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434_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729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5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147_9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301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7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7034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'Rigid plastic packs' holds the largest share in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8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packaging formats' is the fastest-growing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86153"/>
            <a:ext cx="2813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packaging format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1255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Rigid plastic packs: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041818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20931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068764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23626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447369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Paperboard packs: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032541" y="4437590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520003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059487" y="4437590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6226983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838575" y="4665301"/>
            <a:ext cx="10126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Flexible packs: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4799253" y="4655522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496674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26199" y="4655522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599369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838575" y="4883233"/>
            <a:ext cx="16360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packaging formats: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422718" y="4873454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559021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49665" y="4873454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6617160" y="4883233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Packaging Format segment is projected to grow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Packaging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Packaging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Packaging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Packaging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3847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'Flexible packs'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90026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757522" y="5861685"/>
            <a:ext cx="21375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'Paperboard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843167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010663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Packaging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Flexible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Rigid plastic 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Paperboard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Other packaging formats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Packaging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867150"/>
          </a:xfrm>
          <a:prstGeom prst="roundRect">
            <a:avLst>
              <a:gd name="adj" fmla="val 19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Packaging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3400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4591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45248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79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48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981575"/>
            <a:ext cx="11906250" cy="1647825"/>
          </a:xfrm>
          <a:prstGeom prst="roundRect">
            <a:avLst>
              <a:gd name="adj" fmla="val 46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5067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Packaging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305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391150"/>
            <a:ext cx="11639550" cy="11620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605" y="289122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400675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53904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708044" y="54006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37777" y="53904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12886" y="54006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8513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56182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20173" y="56285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856350"/>
            <a:ext cx="30288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'Other packaging formats'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4242" y="58461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429351" y="5856350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25574" y="58461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00683" y="58563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60841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60739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60841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60739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60841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Packaging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Packaging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Packaging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620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Packaging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7416" y="269481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200650"/>
            <a:ext cx="33075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'Rigid plastic packs' is the largest packaging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935" y="5190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708044" y="52006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3977" y="5190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789086" y="52006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428488"/>
            <a:ext cx="25196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5063" y="5418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20173" y="5428488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656325"/>
            <a:ext cx="2377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'Flexible 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02436" y="5646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77546" y="5656325"/>
            <a:ext cx="25470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'Paperboard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73769" y="5646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448878" y="5656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8841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873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884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873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8841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Packaging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Packaging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00082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79531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1911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8103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4033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3557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593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212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28316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27840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20220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26411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12909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12433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0481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1100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Packaging Format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4141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'Flexible packs'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92844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367954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23046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'Paperboard packs'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83307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58416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packaging formats' is the fastest-growing packaging format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148964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7EB2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40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8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8E8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Packaging Format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Packaging Format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Packaging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Packaging Format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Flexible packs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469323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469323"/>
          </a:xfrm>
          <a:prstGeom prst="rect">
            <a:avLst/>
          </a:prstGeom>
          <a:solidFill>
            <a:srgbClr val="57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469323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469323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469323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469323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469323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469323"/>
          </a:xfrm>
          <a:prstGeom prst="rect">
            <a:avLst/>
          </a:prstGeom>
          <a:solidFill>
            <a:srgbClr val="51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469323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879023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Flow-wrap packs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879023"/>
            <a:ext cx="643890" cy="469323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879023"/>
            <a:ext cx="643890" cy="469323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879023"/>
            <a:ext cx="643890" cy="469323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879023"/>
            <a:ext cx="643890" cy="469323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879023"/>
            <a:ext cx="643890" cy="469323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879023"/>
            <a:ext cx="643890" cy="469323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879023"/>
            <a:ext cx="643890" cy="469323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879023"/>
            <a:ext cx="643890" cy="469323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879023"/>
            <a:ext cx="643890" cy="469323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234834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Pouches and bags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2348345"/>
            <a:ext cx="643890" cy="469323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2348345"/>
            <a:ext cx="643890" cy="469323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817668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Rigid plastic packs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817668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817668"/>
            <a:ext cx="643890" cy="469323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817668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817668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817668"/>
            <a:ext cx="643890" cy="469323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817668"/>
            <a:ext cx="643890" cy="469323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817668"/>
            <a:ext cx="643890" cy="469323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817668"/>
            <a:ext cx="643890" cy="469323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817668"/>
            <a:ext cx="643890" cy="469323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3286991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Trays with sealed film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3286991"/>
            <a:ext cx="643890" cy="469323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3286991"/>
            <a:ext cx="643890" cy="469323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3286991"/>
            <a:ext cx="643890" cy="469323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3286991"/>
            <a:ext cx="643890" cy="469323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3286991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3286991"/>
            <a:ext cx="643890" cy="469323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3286991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3286991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3286991"/>
            <a:ext cx="643890" cy="469323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3286991"/>
            <a:ext cx="643890" cy="469323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3286991"/>
            <a:ext cx="643890" cy="469323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3286991"/>
            <a:ext cx="643890" cy="469323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3286991"/>
            <a:ext cx="643890" cy="469323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3286991"/>
            <a:ext cx="643890" cy="469323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3756314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Clamshell containers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3756314"/>
            <a:ext cx="643890" cy="469323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3756314"/>
            <a:ext cx="643890" cy="469323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3756314"/>
            <a:ext cx="643890" cy="469323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3756314"/>
            <a:ext cx="643890" cy="469323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3756314"/>
            <a:ext cx="643890" cy="469323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3756314"/>
            <a:ext cx="643890" cy="469323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3756314"/>
            <a:ext cx="643890" cy="469323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3756314"/>
            <a:ext cx="643890" cy="469323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3756314"/>
            <a:ext cx="643890" cy="469323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3756314"/>
            <a:ext cx="643890" cy="46932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3756314"/>
            <a:ext cx="643890" cy="469323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3756314"/>
            <a:ext cx="643890" cy="469323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3756314"/>
            <a:ext cx="643890" cy="469323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3756314"/>
            <a:ext cx="643890" cy="46932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3756314"/>
            <a:ext cx="643890" cy="469323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4225636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Tubs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4225636"/>
            <a:ext cx="643890" cy="469323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4225636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4225636"/>
            <a:ext cx="643890" cy="469323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4225636"/>
            <a:ext cx="643890" cy="469323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4225636"/>
            <a:ext cx="643890" cy="469323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4225636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4225636"/>
            <a:ext cx="643890" cy="469323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4225636"/>
            <a:ext cx="643890" cy="469323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4225636"/>
            <a:ext cx="643890" cy="469323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4225636"/>
            <a:ext cx="643890" cy="469323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4225636"/>
            <a:ext cx="643890" cy="469323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4225636"/>
            <a:ext cx="643890" cy="469323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4225636"/>
            <a:ext cx="643890" cy="469323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4225636"/>
            <a:ext cx="643890" cy="469323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4225636"/>
            <a:ext cx="643890" cy="469323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4694959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Paperboard packs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4694959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4694959"/>
            <a:ext cx="643890" cy="469323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4694959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4694959"/>
            <a:ext cx="643890" cy="469323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4694959"/>
            <a:ext cx="643890" cy="469323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4694959"/>
            <a:ext cx="643890" cy="469323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4694959"/>
            <a:ext cx="643890" cy="469323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4694959"/>
            <a:ext cx="643890" cy="469323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4694959"/>
            <a:ext cx="643890" cy="469323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4694959"/>
            <a:ext cx="643890" cy="469323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4694959"/>
            <a:ext cx="643890" cy="469323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4694959"/>
            <a:ext cx="643890" cy="469323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4694959"/>
            <a:ext cx="643890" cy="469323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4694959"/>
            <a:ext cx="643890" cy="469323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4694959"/>
            <a:ext cx="643890" cy="469323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5164282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Cartons with inner wrapping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5164282"/>
            <a:ext cx="643890" cy="469323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5164282"/>
            <a:ext cx="643890" cy="469323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5164282"/>
            <a:ext cx="643890" cy="469323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5164282"/>
            <a:ext cx="643890" cy="469323"/>
          </a:xfrm>
          <a:prstGeom prst="rect">
            <a:avLst/>
          </a:prstGeom>
          <a:solidFill>
            <a:srgbClr val="92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5164282"/>
            <a:ext cx="643890" cy="469323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5164282"/>
            <a:ext cx="643890" cy="469323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5164282"/>
            <a:ext cx="643890" cy="469323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5164282"/>
            <a:ext cx="643890" cy="469323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5164282"/>
            <a:ext cx="643890" cy="469323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5633605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Windowed cartons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5633605"/>
            <a:ext cx="643890" cy="469323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5633605"/>
            <a:ext cx="643890" cy="469323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5633605"/>
            <a:ext cx="643890" cy="469323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5633605"/>
            <a:ext cx="643890" cy="469323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5633605"/>
            <a:ext cx="643890" cy="469323"/>
          </a:xfrm>
          <a:prstGeom prst="rect">
            <a:avLst/>
          </a:prstGeom>
          <a:solidFill>
            <a:srgbClr val="DF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5633605"/>
            <a:ext cx="643890" cy="469323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5633605"/>
            <a:ext cx="643890" cy="469323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5633605"/>
            <a:ext cx="643890" cy="469323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5633605"/>
            <a:ext cx="643890" cy="469323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5633605"/>
            <a:ext cx="643890" cy="469323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5633605"/>
            <a:ext cx="643890" cy="469323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5633605"/>
            <a:ext cx="643890" cy="469323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5633605"/>
            <a:ext cx="643890" cy="469323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6102927"/>
            <a:ext cx="1590675" cy="46932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Other packaging formats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6102927"/>
            <a:ext cx="643890" cy="469323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6102927"/>
            <a:ext cx="643890" cy="469323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6102927"/>
            <a:ext cx="643890" cy="469323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6102927"/>
            <a:ext cx="643890" cy="469323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6102927"/>
            <a:ext cx="643890" cy="469323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6102927"/>
            <a:ext cx="643890" cy="469323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6102927"/>
            <a:ext cx="643890" cy="469323"/>
          </a:xfrm>
          <a:prstGeom prst="rect">
            <a:avLst/>
          </a:prstGeom>
          <a:solidFill>
            <a:srgbClr val="0B325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6102927"/>
            <a:ext cx="643890" cy="469323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6102927"/>
            <a:ext cx="643890" cy="469323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6102927"/>
            <a:ext cx="643890" cy="469323"/>
          </a:xfrm>
          <a:prstGeom prst="rect">
            <a:avLst/>
          </a:prstGeom>
          <a:solidFill>
            <a:srgbClr val="0C3D6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6102927"/>
            <a:ext cx="643890" cy="469323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6102927"/>
            <a:ext cx="643890" cy="469323"/>
          </a:xfrm>
          <a:prstGeom prst="rect">
            <a:avLst/>
          </a:prstGeom>
          <a:solidFill>
            <a:srgbClr val="0C436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6102927"/>
            <a:ext cx="643890" cy="469323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6102927"/>
            <a:ext cx="643890" cy="469323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6102927"/>
            <a:ext cx="643890" cy="469323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Rectangle 203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Rectangle 218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Rectangle 219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Rectangle 234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Rectangle 235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Configuration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Configuration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Configuration,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Configuration segment categorizes the market by pack configuration.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Multipacks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Single-muffin packs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Bulk foodservice packs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Configuration split shows how demand is distributed across pack configuration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92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12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5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12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56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3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555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666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1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150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048910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485775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615009"/>
            <a:ext cx="2863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'Multipacks' is the fastest-growing sub-segment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386153"/>
            <a:ext cx="2881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configuration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838575" y="4229437"/>
            <a:ext cx="8513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Multipacks: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37997" y="421965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480549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64943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832439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838575" y="4447369"/>
            <a:ext cx="1334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Single-muffin packs: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121218" y="4437590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5288713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48164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5659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838575" y="4665301"/>
            <a:ext cx="15160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Bulk foodservice packs: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02664" y="465552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5470160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29610" y="465552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497106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8524875" y="5842641"/>
            <a:ext cx="29421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Configuration segment is projected to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Pack Configuration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Configuration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Configuration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Configuration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223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'Multipacks'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28771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596267" y="5861685"/>
            <a:ext cx="2407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'Bulk foodservice packs'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52035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19531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Configuration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Single-muffin packs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Multipacks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Bulk foodservice packs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Pack Configuration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3526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configuration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07330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782439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1889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43679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6187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912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3663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6941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'Single-muffin packs'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886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12397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9644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87155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883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38557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313667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86138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061247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Pack Configuration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Pack Configuration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4316"/>
                <a:gridCol w="553201"/>
                <a:gridCol w="553201"/>
                <a:gridCol w="553201"/>
                <a:gridCol w="553201"/>
                <a:gridCol w="553201"/>
                <a:gridCol w="553201"/>
                <a:gridCol w="553201"/>
                <a:gridCol w="665243"/>
                <a:gridCol w="665243"/>
                <a:gridCol w="665243"/>
                <a:gridCol w="665243"/>
                <a:gridCol w="665243"/>
                <a:gridCol w="665243"/>
                <a:gridCol w="665243"/>
                <a:gridCol w="665243"/>
                <a:gridCol w="665243"/>
                <a:gridCol w="5232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1464" y="2204276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2195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86344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561453" y="42195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4675250"/>
            <a:ext cx="28294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'Bulk foodservice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7585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62695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9030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Pack Configuration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Configuration,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Pack Configuration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52966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Pack Configuration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5795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29561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largest pack configuration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1502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356611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62544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37653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1699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24673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099782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2208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'Multipacks'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3851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608961" y="4675250"/>
            <a:ext cx="28294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'Bulk foodservice packs'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7585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562695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Configuration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Pack Configuration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5596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9512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7500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369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0720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02440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26240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8815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0868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90391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2771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88963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Pack Configuration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245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4259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19936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870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'Bulk foodservice packs'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65708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540818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784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'Multipacks' is the fastest-growing pack configuration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57127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432236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2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9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925951"/>
            <a:ext cx="128699" cy="187198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183251"/>
            <a:ext cx="128699" cy="187198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Pack Configuration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Configuration,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Pack Configuration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Single-muffin packs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BA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BED5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BE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Multipacks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2-4 muffins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B314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5-8 muffins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60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61A2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2982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9-12 muffins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More than 12 muffins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Bulk foodservice packs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Multipack Wrapping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Multipack Wrapping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Multipack Wrapping,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Multipack Wrapping segment categorizes the market by multipack wrapping.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Individually wrapped muffins with…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Shared pack without individual wr…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Multipack Wrapping split shows how demand is distributed across multipack wrapping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1_95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2_97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4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1_63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2_38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3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743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'Individually wrapped muffins within an outer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85775" y="4397077"/>
            <a:ext cx="2144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pack' holds the largest share in 2026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78241" y="4387298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2745737" y="439707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56471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85775" y="4782649"/>
            <a:ext cx="2743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'Individually wrapped muffins within an outer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85775" y="4950289"/>
            <a:ext cx="25386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pack' is the fastest-growing sub-segment at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972511" y="4940509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85775" y="511792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85775" y="533586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532608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407947" y="533586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5326081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720294" y="533586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550350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572143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multipack wrapping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588907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838575" y="4229437"/>
            <a:ext cx="31616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● Individually wrapped muffins within an outer pack: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48232" y="4219658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7115727" y="4229437"/>
            <a:ext cx="5108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of 2026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3838575" y="4397077"/>
            <a:ext cx="4601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value ·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46728" y="4387298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414224" y="4397077"/>
            <a:ext cx="15332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B2E4A"/>
                </a:solidFill>
                <a:latin typeface="Calibri"/>
              </a:rPr>
              <a:t>CAGR leads the segment.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838575" y="4615009"/>
            <a:ext cx="2547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Shared pack without individual wrapping: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34316" y="4605230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501811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361262" y="4605230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838575" y="478264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524875" y="5842641"/>
            <a:ext cx="3036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Multipack Wrapping segment is projected to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524875" y="6017901"/>
            <a:ext cx="11778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grow at a CAGR of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51852" y="6007677"/>
            <a:ext cx="134549" cy="195707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9826962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Multipack Wrapping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Multipack Wrapping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Multipack Wrapping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Multipack Wrapping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7451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'Individually wrapped muffins within an outer pack'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56877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7824373" y="5861685"/>
            <a:ext cx="34393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'Shared pack without individual wrapping'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1792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1379288" y="586168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Multipack Wrapping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Individually wrapped muffins within an outer pack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Shared pack without individual wrapping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51339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7556" y="3674659"/>
            <a:ext cx="395643" cy="57548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6881" y="3674659"/>
            <a:ext cx="395643" cy="57548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438275"/>
            <a:ext cx="5686425" cy="51339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Multipack Wrapping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038350"/>
          </a:xfrm>
          <a:prstGeom prst="roundRect">
            <a:avLst>
              <a:gd name="adj" fmla="val 37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Multipack Wrapping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5716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2457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641033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4183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within an outer pack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44183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90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819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152775"/>
            <a:ext cx="11906250" cy="3476625"/>
          </a:xfrm>
          <a:prstGeom prst="roundRect">
            <a:avLst>
              <a:gd name="adj" fmla="val 219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238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476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562350"/>
            <a:ext cx="11639550" cy="2990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542" y="197681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571875"/>
            <a:ext cx="48005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954" y="35616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201063" y="35718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30796" y="35616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05905" y="35718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99712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37894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37997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027550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40173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4027550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40173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40275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2553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2451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2553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2451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2553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Multipack Wrapping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Multipack Wrapping,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Multipack Wrapping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15725"/>
                <a:gridCol w="514876"/>
                <a:gridCol w="514876"/>
                <a:gridCol w="514876"/>
                <a:gridCol w="514876"/>
                <a:gridCol w="514876"/>
                <a:gridCol w="496739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5847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Multipack Wrapping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0848" y="1595160"/>
            <a:ext cx="359497" cy="522905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5356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is the largest multipack wrapping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81913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757023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2956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838065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40286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54057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4429166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4537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'Individually wrapped muffins within an outer pack'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3235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938344" y="3446525"/>
            <a:ext cx="39080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'Shared pack without individual wrapping'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5514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970623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Multipack Wrapping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Multipack Wrapping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68913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6843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6081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67008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975329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497056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89436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9562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Multipack Wrapping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gains the most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829550" y="1575435"/>
            <a:ext cx="509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 +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8204" y="156521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463313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36655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'Shared pack without individual wrapping'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44253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97853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206371"/>
            <a:ext cx="35602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'Individually wrapped muffins within an outer pack' is the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2381631"/>
            <a:ext cx="2361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fastest-growing multipack wrapping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40358" y="2371407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31546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8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C41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Multipack Wrapping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Multipack Wrapping,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Multipack Wrapping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Individually wrapped muffins within an outer pack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Shared pack without individual wrapping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Positioning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Positioning,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Positioning segment categorizes the market by price positioning.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value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Positioning split shows how demand is distributed across price positioning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37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1_69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2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920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74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849_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1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540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1_05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5127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'Premium' holds the largest share in 2026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46591" y="4219658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114086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099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'Super-premium / speciality'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7711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positioning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229437"/>
            <a:ext cx="7490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535678" y="4219658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703174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62624" y="421965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30120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447369"/>
            <a:ext cx="8219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608529" y="443759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4776025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35475" y="443759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5802971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665301"/>
            <a:ext cx="1174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value: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961569" y="4655522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12906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988516" y="4655522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15601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883233"/>
            <a:ext cx="17700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speciality: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56689" y="4873454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572418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583635" y="4873454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751130" y="4883233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5050873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524875" y="5842641"/>
            <a:ext cx="3148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Positioning segment is projected to grow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Price Positioning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Positioning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Positioning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194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'Mid-range'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99303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566799" y="5861685"/>
            <a:ext cx="1640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'Premium'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55581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323077" y="5861685"/>
            <a:ext cx="4138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Positioning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Economy / value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Mid-range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Premium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Super-premium / speciality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Price Positioning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Price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02618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7205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3371850"/>
          </a:xfrm>
          <a:prstGeom prst="roundRect">
            <a:avLst>
              <a:gd name="adj" fmla="val 22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43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581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667125"/>
            <a:ext cx="11639550" cy="2886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0619" y="202920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676650"/>
            <a:ext cx="2809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5167" y="36664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210276" y="36766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0009" y="36664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15118" y="36766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044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38942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39044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323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41221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41323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41221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41323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3601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499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3601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499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3601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Price Positioning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Positioning,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Price Positioning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5550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Price Positioning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7084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2809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is the largest price positioning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5167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210276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6209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91318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26597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5123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060232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21776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'Mid-range'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3044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78153" y="3941825"/>
            <a:ext cx="2027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'Premium'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4929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30038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Positioning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Price Positioning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3401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2925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5305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0149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848823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84406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76786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82977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02599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02122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94502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00694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4973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5492611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4164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4783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Price Positioning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22147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3452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168561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1803273"/>
            <a:ext cx="1785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'Premium' cedes the most -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63860" y="1793049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738969" y="1803273"/>
            <a:ext cx="19631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(red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978533"/>
            <a:ext cx="2313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206371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'Super-premium / speciality' is the fastest-growing price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829550" y="2381631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 at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67021" y="2371407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8842131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28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C50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-0%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25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Price Positioning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Positioning,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Price Positioning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value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F7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FA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0E6E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0D5F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E8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speciality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0B345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0C39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Brand Ownership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Brand Ownership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Brand Ownership,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Brand Ownership segment categorizes the market by brand ownership.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Retailer private labels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Manufacturer brands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Brand Ownership split shows how demand is distributed across brand ownership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549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2_3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4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45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09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3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598_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883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4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9127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'Retailer private labels' holds the largest share in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7097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'Retailer private labels' is the fastest-growing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86153"/>
            <a:ext cx="27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brand ownership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Retailer private labels: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109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418591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7804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44553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14410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Manufacturer brands: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27630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39512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54576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422071" y="461500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832941"/>
            <a:ext cx="19525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/ operator brands: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739196" y="4823162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5906692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66142" y="4823162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933638" y="4832941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5000581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Brand Ownership segment is projected to grow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Brand Ownership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Brand Ownership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Brand Ownership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Brand Ownership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5836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'Retailer private labels'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41868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209364" y="5861685"/>
            <a:ext cx="23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'Manufacturer brands'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0098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657594" y="5861685"/>
            <a:ext cx="3102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598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Brand Ownership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Manufacturer brands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Retailer private labels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Foodservice / operator brands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Brand Ownership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2582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brand ownership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2911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688020" y="4286250"/>
            <a:ext cx="1841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2013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1829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84644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2597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322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007334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18054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601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35222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07693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982802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23402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/ operator brands'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493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70042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42513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9517622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Brand Ownership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Brand Ownership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657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6817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645795"/>
                <a:gridCol w="44026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052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38625"/>
            <a:ext cx="11906250" cy="2390775"/>
          </a:xfrm>
          <a:prstGeom prst="roundRect">
            <a:avLst>
              <a:gd name="adj" fmla="val 31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324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62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48200"/>
            <a:ext cx="11639550" cy="1905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2718" y="251974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57725"/>
            <a:ext cx="3478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3517" y="46475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8626" y="46577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8359" y="46475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83468" y="46577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88556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48753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48855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113400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51031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49926" y="5113400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51031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25215" y="51134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3412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3310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3412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3310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3412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Brand Ownership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Brand Ownership,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Brand Ownership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6843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Brand Ownership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2731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35026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largest brand ownership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28048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903158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9090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84200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65639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40748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8494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'Retailer private labels'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4817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249926" y="4922900"/>
            <a:ext cx="2751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'Manufacturer brands'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0106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125215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Brand Ownership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Brand Ownership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048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2043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9673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0293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332008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331532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32391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330103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522918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522442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514822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521013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Brand Ownership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2886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65225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840334" y="1400175"/>
            <a:ext cx="856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3134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25085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'Manufacturer brands'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7263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0462373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40249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'Retailer private labels' is the fastest-growing brand ownership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1547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99057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86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85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5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CC3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392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D52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62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Brand Ownership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Brand Ownership,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Brand Ownership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Manufacturer brands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8C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86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National brands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C5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Regional / local brands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95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Retailer private labels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B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Value private labels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0C3D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0D56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Standard private labels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CD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Premium private labels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4B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/ operator brands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C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6F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41736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5307076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Sales Channel,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 segment categorizes the market by sales channel.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Vending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 split shows how demand is distributed across sales channel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214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09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3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1_22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2_02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5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158_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233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3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3168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'Retail' holds the largest share in 2026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750683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291817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202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'Foodservice and institutional'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5823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sales channel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553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Retail: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339771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4507266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366717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534212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447369"/>
            <a:ext cx="18731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Foodservice and institutional: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59797" y="443759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582729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686743" y="443759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854239" y="4447369"/>
            <a:ext cx="7697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615009"/>
            <a:ext cx="4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832941"/>
            <a:ext cx="6966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Vending: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483291" y="4823162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4650786" y="483294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510237" y="4823162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677732" y="483294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Structure &amp; Attractiveness, By Sales Channel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343650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1531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6153150" cy="38100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638925" y="981075"/>
            <a:ext cx="5400675" cy="4324350"/>
          </a:xfrm>
          <a:prstGeom prst="roundRect">
            <a:avLst>
              <a:gd name="adj" fmla="val 17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734175" y="1038225"/>
            <a:ext cx="521017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734175" y="1438275"/>
          <a:ext cx="5210175" cy="38100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5438775"/>
            <a:ext cx="11906250" cy="1181100"/>
          </a:xfrm>
          <a:prstGeom prst="roundRect">
            <a:avLst>
              <a:gd name="adj" fmla="val 64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84684" y="3024134"/>
            <a:ext cx="320946" cy="46683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57175" y="5861685"/>
            <a:ext cx="62453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'Foodservice and institutional' gains the most share in the North America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450570" y="5851905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6618066" y="5861685"/>
            <a:ext cx="14448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'Retail' cedes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0941" y="5851905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178437" y="5861685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6029325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438275"/>
            <a:ext cx="6153150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734175" y="1438275"/>
            <a:ext cx="5210175" cy="38100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Absolute $ Opportunity Analysis,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Retail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Foodservice and institutional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Incremental $ Opportunity (US$ Mn), 2026-2036, By Vending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North America Absolute $ Opportunity Analysis, By Sales Channel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0397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sales channel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9440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469516" y="4286250"/>
            <a:ext cx="2300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North America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8771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31896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307006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879477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54586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257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1924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68703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950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43461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10272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'Vending'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81940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7457049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29520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204629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Sales Channel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686300"/>
          </a:xfrm>
          <a:prstGeom prst="roundRect">
            <a:avLst>
              <a:gd name="adj" fmla="val 16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Sales Channel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42195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2528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305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467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576" y="32044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Volume Analysis, By Sales Channel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390775"/>
          </a:xfrm>
          <a:prstGeom prst="roundRect">
            <a:avLst>
              <a:gd name="adj" fmla="val 31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Volume, By Sales Channel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924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4692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655320"/>
                <a:gridCol w="44998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5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171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505200"/>
            <a:ext cx="11906250" cy="3124200"/>
          </a:xfrm>
          <a:prstGeom prst="roundRect">
            <a:avLst>
              <a:gd name="adj" fmla="val 24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5909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Volume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8290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914775"/>
            <a:ext cx="11639550" cy="26384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1656" y="2153031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924300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391407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39243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61638" y="391407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936747" y="39243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4152137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4141914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41521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379975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4369752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4379975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4369752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43799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6078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597590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6078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597590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6078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Sales Channel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Sales Channel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35240"/>
                <a:gridCol w="537731"/>
                <a:gridCol w="537731"/>
                <a:gridCol w="537731"/>
                <a:gridCol w="537731"/>
                <a:gridCol w="537731"/>
                <a:gridCol w="518789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6107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6932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Analysis, By Sales Channel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Value, By Sales Channel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Value Analysis, By Sales Channel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3314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is the largest sales channel at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6796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731905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37838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812947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67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grows fastest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2918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68027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32767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'Foodservice and institutional'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209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77205" y="4179950"/>
            <a:ext cx="1822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'Retail'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9169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624278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North America Market Value &amp; Share Shift, By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Composition, By Sales Channel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70747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6598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978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5169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73651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73174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6555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71746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3211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91844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4224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416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North America Read-out, By Sales Channel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313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2504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267613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15803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'Retail'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9047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34157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03111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'Foodservice and institutional' is the fastest-growing sales channel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1951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854" y="219614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148964" y="220637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Volume,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Volume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DFED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CC3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4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D52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D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42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0" name="Picture 3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361" name="Picture 3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362" name="Picture 3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Sales Channel (%)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Growth,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North America Market Value, By Sales Channel (%)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 Value YoY Heatmap, By Sales Channel (%)  ·  light = lower, dark = higher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573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012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1451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890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4329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07682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72071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36460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00849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65238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29627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94016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58405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2794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71835" y="12668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38125" y="14097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Retail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85737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250126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14515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78904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4432935" y="1409700"/>
            <a:ext cx="643890" cy="286808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507682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572071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36460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700849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765238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8296275" y="1409700"/>
            <a:ext cx="643890" cy="286808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894016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958405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1022794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10871835" y="1409700"/>
            <a:ext cx="643890" cy="286808"/>
          </a:xfrm>
          <a:prstGeom prst="rect">
            <a:avLst/>
          </a:prstGeom>
          <a:solidFill>
            <a:srgbClr val="7B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38125" y="16965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Supermarkets and hypermarkets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857375" y="1696508"/>
            <a:ext cx="643890" cy="286808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2501265" y="1696508"/>
            <a:ext cx="643890" cy="286808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145155" y="1696508"/>
            <a:ext cx="643890" cy="286808"/>
          </a:xfrm>
          <a:prstGeom prst="rect">
            <a:avLst/>
          </a:prstGeom>
          <a:solidFill>
            <a:srgbClr val="E2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3789045" y="1696508"/>
            <a:ext cx="643890" cy="286808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4432935" y="1696508"/>
            <a:ext cx="643890" cy="286808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76825" y="1696508"/>
            <a:ext cx="643890" cy="286808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5720715" y="1696508"/>
            <a:ext cx="643890" cy="286808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6364605" y="1696508"/>
            <a:ext cx="643890" cy="286808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7008495" y="1696508"/>
            <a:ext cx="643890" cy="286808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7652385" y="1696508"/>
            <a:ext cx="643890" cy="286808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8296275" y="1696508"/>
            <a:ext cx="643890" cy="286808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8940165" y="1696508"/>
            <a:ext cx="643890" cy="286808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584055" y="1696508"/>
            <a:ext cx="643890" cy="286808"/>
          </a:xfrm>
          <a:prstGeom prst="rect">
            <a:avLst/>
          </a:prstGeom>
          <a:solidFill>
            <a:srgbClr val="DC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227945" y="1696508"/>
            <a:ext cx="643890" cy="286808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10871835" y="1696508"/>
            <a:ext cx="643890" cy="286808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38125" y="19833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Convenience stores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85737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50126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3145155" y="1983317"/>
            <a:ext cx="643890" cy="286808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3789045" y="1983317"/>
            <a:ext cx="643890" cy="286808"/>
          </a:xfrm>
          <a:prstGeom prst="rect">
            <a:avLst/>
          </a:prstGeom>
          <a:solidFill>
            <a:srgbClr val="67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4432935" y="1983317"/>
            <a:ext cx="643890" cy="286808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507682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572071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6364605" y="1983317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700849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765238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829627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8940165" y="1983317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58405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0227945" y="1983317"/>
            <a:ext cx="643890" cy="286808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0871835" y="1983317"/>
            <a:ext cx="643890" cy="286808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38125" y="22701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Discount stores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85737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50126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145155" y="2270125"/>
            <a:ext cx="643890" cy="286808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3789045" y="2270125"/>
            <a:ext cx="643890" cy="286808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4432935" y="2270125"/>
            <a:ext cx="643890" cy="286808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507682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5720715" y="2270125"/>
            <a:ext cx="643890" cy="286808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6364605" y="2270125"/>
            <a:ext cx="643890" cy="286808"/>
          </a:xfrm>
          <a:prstGeom prst="rect">
            <a:avLst/>
          </a:prstGeom>
          <a:solidFill>
            <a:srgbClr val="9A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700849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765238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8296275" y="2270125"/>
            <a:ext cx="643890" cy="286808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894016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958405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0227945" y="2270125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0871835" y="2270125"/>
            <a:ext cx="643890" cy="286808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38125" y="25569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Warehouse clubs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85737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250126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4515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378904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4432935" y="2556933"/>
            <a:ext cx="643890" cy="286808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507682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572071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636460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7008495" y="2556933"/>
            <a:ext cx="643890" cy="286808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765238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829627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894016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958405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022794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0871835" y="2556933"/>
            <a:ext cx="643890" cy="286808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38125" y="28437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Traditional grocery stores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185737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250126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314515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378904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4432935" y="2843742"/>
            <a:ext cx="643890" cy="286808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507682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572071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636460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700849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765238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829627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894016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958405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22794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0871835" y="2843742"/>
            <a:ext cx="643890" cy="286808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238125" y="313055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Speciality food and health stores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857375" y="3130550"/>
            <a:ext cx="643890" cy="286808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2501265" y="3130550"/>
            <a:ext cx="643890" cy="286808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3145155" y="3130550"/>
            <a:ext cx="643890" cy="286808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3789045" y="3130550"/>
            <a:ext cx="643890" cy="286808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443293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5076825" y="3130550"/>
            <a:ext cx="643890" cy="286808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5720715" y="3130550"/>
            <a:ext cx="643890" cy="286808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6364605" y="3130550"/>
            <a:ext cx="643890" cy="286808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7008495" y="3130550"/>
            <a:ext cx="643890" cy="286808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7652385" y="3130550"/>
            <a:ext cx="643890" cy="286808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8296275" y="3130550"/>
            <a:ext cx="643890" cy="286808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8940165" y="3130550"/>
            <a:ext cx="643890" cy="286808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9584055" y="3130550"/>
            <a:ext cx="643890" cy="286808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0227945" y="3130550"/>
            <a:ext cx="643890" cy="286808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871835" y="3130550"/>
            <a:ext cx="643890" cy="286808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38125" y="341735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Bakery outlets selling packaged products</a:t>
            </a:r>
          </a:p>
        </p:txBody>
      </p:sp>
      <p:sp>
        <p:nvSpPr>
          <p:cNvPr id="140" name="Rectangle 139"/>
          <p:cNvSpPr/>
          <p:nvPr/>
        </p:nvSpPr>
        <p:spPr>
          <a:xfrm>
            <a:off x="185737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250126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314515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378904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4432935" y="3417358"/>
            <a:ext cx="643890" cy="286808"/>
          </a:xfrm>
          <a:prstGeom prst="rect">
            <a:avLst/>
          </a:prstGeom>
          <a:solidFill>
            <a:srgbClr val="A2C6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5076825" y="3417358"/>
            <a:ext cx="643890" cy="286808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5720715" y="3417358"/>
            <a:ext cx="643890" cy="286808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636460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700849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765238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829627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894016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958405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0227945" y="3417358"/>
            <a:ext cx="643890" cy="286808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0871835" y="3417358"/>
            <a:ext cx="643890" cy="286808"/>
          </a:xfrm>
          <a:prstGeom prst="rect">
            <a:avLst/>
          </a:prstGeom>
          <a:solidFill>
            <a:srgbClr val="76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238125" y="370416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Online retail</a:t>
            </a:r>
          </a:p>
        </p:txBody>
      </p:sp>
      <p:sp>
        <p:nvSpPr>
          <p:cNvPr id="156" name="Rectangle 155"/>
          <p:cNvSpPr/>
          <p:nvPr/>
        </p:nvSpPr>
        <p:spPr>
          <a:xfrm>
            <a:off x="1857375" y="370416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2501265" y="370416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3145155" y="3704167"/>
            <a:ext cx="643890" cy="286808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3789045" y="3704167"/>
            <a:ext cx="643890" cy="286808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4432935" y="3704167"/>
            <a:ext cx="643890" cy="286808"/>
          </a:xfrm>
          <a:prstGeom prst="rect">
            <a:avLst/>
          </a:prstGeom>
          <a:solidFill>
            <a:srgbClr val="569C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07682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572071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6364605" y="370416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700849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765238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8296275" y="370416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8940165" y="370416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9584055" y="3704167"/>
            <a:ext cx="643890" cy="286808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0227945" y="3704167"/>
            <a:ext cx="643890" cy="286808"/>
          </a:xfrm>
          <a:prstGeom prst="rect">
            <a:avLst/>
          </a:prstGeom>
          <a:solidFill>
            <a:srgbClr val="2E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0871835" y="3704167"/>
            <a:ext cx="643890" cy="286808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238125" y="399097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857375" y="3990975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2501265" y="3990975"/>
            <a:ext cx="643890" cy="286808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3145155" y="3990975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3789045" y="3990975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4432935" y="3990975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5076825" y="3990975"/>
            <a:ext cx="643890" cy="286808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5720715" y="3990975"/>
            <a:ext cx="643890" cy="286808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6364605" y="3990975"/>
            <a:ext cx="643890" cy="286808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7008495" y="3990975"/>
            <a:ext cx="643890" cy="286808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7652385" y="3990975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8296275" y="3990975"/>
            <a:ext cx="643890" cy="286808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894016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9584055" y="3990975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0227945" y="3990975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0871835" y="3990975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38125" y="427778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Cafés and coffee chains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857375" y="4277783"/>
            <a:ext cx="643890" cy="286808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2501265" y="4277783"/>
            <a:ext cx="643890" cy="286808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3145155" y="4277783"/>
            <a:ext cx="643890" cy="286808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378904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4432935" y="4277783"/>
            <a:ext cx="643890" cy="286808"/>
          </a:xfrm>
          <a:prstGeom prst="rect">
            <a:avLst/>
          </a:prstGeom>
          <a:solidFill>
            <a:srgbClr val="90BC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507682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572071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636460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700849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765238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8296275" y="427778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8940165" y="4277783"/>
            <a:ext cx="643890" cy="286808"/>
          </a:xfrm>
          <a:prstGeom prst="rect">
            <a:avLst/>
          </a:prstGeom>
          <a:solidFill>
            <a:srgbClr val="5C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958405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Rectangle 200"/>
          <p:cNvSpPr/>
          <p:nvPr/>
        </p:nvSpPr>
        <p:spPr>
          <a:xfrm>
            <a:off x="1022794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Rectangle 201"/>
          <p:cNvSpPr/>
          <p:nvPr/>
        </p:nvSpPr>
        <p:spPr>
          <a:xfrm>
            <a:off x="10871835" y="4277783"/>
            <a:ext cx="643890" cy="286808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238125" y="456459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Hotels and restaurants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1857375" y="4564592"/>
            <a:ext cx="643890" cy="286808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Rectangle 204"/>
          <p:cNvSpPr/>
          <p:nvPr/>
        </p:nvSpPr>
        <p:spPr>
          <a:xfrm>
            <a:off x="2501265" y="4564592"/>
            <a:ext cx="643890" cy="286808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Rectangle 205"/>
          <p:cNvSpPr/>
          <p:nvPr/>
        </p:nvSpPr>
        <p:spPr>
          <a:xfrm>
            <a:off x="3145155" y="4564592"/>
            <a:ext cx="643890" cy="286808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Rectangle 206"/>
          <p:cNvSpPr/>
          <p:nvPr/>
        </p:nvSpPr>
        <p:spPr>
          <a:xfrm>
            <a:off x="3789045" y="4564592"/>
            <a:ext cx="643890" cy="286808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Rectangle 207"/>
          <p:cNvSpPr/>
          <p:nvPr/>
        </p:nvSpPr>
        <p:spPr>
          <a:xfrm>
            <a:off x="4432935" y="4564592"/>
            <a:ext cx="643890" cy="286808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5076825" y="4564592"/>
            <a:ext cx="643890" cy="286808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Rectangle 209"/>
          <p:cNvSpPr/>
          <p:nvPr/>
        </p:nvSpPr>
        <p:spPr>
          <a:xfrm>
            <a:off x="5720715" y="4564592"/>
            <a:ext cx="643890" cy="286808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Rectangle 210"/>
          <p:cNvSpPr/>
          <p:nvPr/>
        </p:nvSpPr>
        <p:spPr>
          <a:xfrm>
            <a:off x="6364605" y="4564592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Rectangle 211"/>
          <p:cNvSpPr/>
          <p:nvPr/>
        </p:nvSpPr>
        <p:spPr>
          <a:xfrm>
            <a:off x="7008495" y="4564592"/>
            <a:ext cx="643890" cy="286808"/>
          </a:xfrm>
          <a:prstGeom prst="rect">
            <a:avLst/>
          </a:prstGeom>
          <a:solidFill>
            <a:srgbClr val="0C4F7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Rectangle 212"/>
          <p:cNvSpPr/>
          <p:nvPr/>
        </p:nvSpPr>
        <p:spPr>
          <a:xfrm>
            <a:off x="7652385" y="4564592"/>
            <a:ext cx="643890" cy="286808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8296275" y="4564592"/>
            <a:ext cx="643890" cy="286808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Rectangle 214"/>
          <p:cNvSpPr/>
          <p:nvPr/>
        </p:nvSpPr>
        <p:spPr>
          <a:xfrm>
            <a:off x="8940165" y="4564592"/>
            <a:ext cx="643890" cy="286808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Rectangle 215"/>
          <p:cNvSpPr/>
          <p:nvPr/>
        </p:nvSpPr>
        <p:spPr>
          <a:xfrm>
            <a:off x="9584055" y="4564592"/>
            <a:ext cx="643890" cy="286808"/>
          </a:xfrm>
          <a:prstGeom prst="rect">
            <a:avLst/>
          </a:prstGeom>
          <a:solidFill>
            <a:srgbClr val="0D5C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Rectangle 216"/>
          <p:cNvSpPr/>
          <p:nvPr/>
        </p:nvSpPr>
        <p:spPr>
          <a:xfrm>
            <a:off x="10227945" y="4564592"/>
            <a:ext cx="643890" cy="286808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Rectangle 217"/>
          <p:cNvSpPr/>
          <p:nvPr/>
        </p:nvSpPr>
        <p:spPr>
          <a:xfrm>
            <a:off x="10871835" y="4564592"/>
            <a:ext cx="643890" cy="286808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9" name="TextBox 218"/>
          <p:cNvSpPr txBox="1"/>
          <p:nvPr/>
        </p:nvSpPr>
        <p:spPr>
          <a:xfrm>
            <a:off x="238125" y="4851400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Quick-service restaurants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1857375" y="4851400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1" name="Rectangle 220"/>
          <p:cNvSpPr/>
          <p:nvPr/>
        </p:nvSpPr>
        <p:spPr>
          <a:xfrm>
            <a:off x="2501265" y="4851400"/>
            <a:ext cx="643890" cy="286808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3145155" y="4851400"/>
            <a:ext cx="643890" cy="286808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3789045" y="4851400"/>
            <a:ext cx="643890" cy="286808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Rectangle 223"/>
          <p:cNvSpPr/>
          <p:nvPr/>
        </p:nvSpPr>
        <p:spPr>
          <a:xfrm>
            <a:off x="4432935" y="4851400"/>
            <a:ext cx="643890" cy="286808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Rectangle 224"/>
          <p:cNvSpPr/>
          <p:nvPr/>
        </p:nvSpPr>
        <p:spPr>
          <a:xfrm>
            <a:off x="5076825" y="4851400"/>
            <a:ext cx="643890" cy="286808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5720715" y="4851400"/>
            <a:ext cx="643890" cy="286808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Rectangle 226"/>
          <p:cNvSpPr/>
          <p:nvPr/>
        </p:nvSpPr>
        <p:spPr>
          <a:xfrm>
            <a:off x="6364605" y="4851400"/>
            <a:ext cx="643890" cy="286808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Rectangle 227"/>
          <p:cNvSpPr/>
          <p:nvPr/>
        </p:nvSpPr>
        <p:spPr>
          <a:xfrm>
            <a:off x="7008495" y="4851400"/>
            <a:ext cx="643890" cy="286808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Rectangle 228"/>
          <p:cNvSpPr/>
          <p:nvPr/>
        </p:nvSpPr>
        <p:spPr>
          <a:xfrm>
            <a:off x="7652385" y="4851400"/>
            <a:ext cx="643890" cy="286808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Rectangle 229"/>
          <p:cNvSpPr/>
          <p:nvPr/>
        </p:nvSpPr>
        <p:spPr>
          <a:xfrm>
            <a:off x="8296275" y="4851400"/>
            <a:ext cx="643890" cy="286808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8940165" y="4851400"/>
            <a:ext cx="643890" cy="286808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9584055" y="4851400"/>
            <a:ext cx="643890" cy="286808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1022794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10871835" y="4851400"/>
            <a:ext cx="643890" cy="286808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238125" y="5138208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Corporate catering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185737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Rectangle 236"/>
          <p:cNvSpPr/>
          <p:nvPr/>
        </p:nvSpPr>
        <p:spPr>
          <a:xfrm>
            <a:off x="250126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Rectangle 237"/>
          <p:cNvSpPr/>
          <p:nvPr/>
        </p:nvSpPr>
        <p:spPr>
          <a:xfrm>
            <a:off x="314515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Rectangle 238"/>
          <p:cNvSpPr/>
          <p:nvPr/>
        </p:nvSpPr>
        <p:spPr>
          <a:xfrm>
            <a:off x="378904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Rectangle 239"/>
          <p:cNvSpPr/>
          <p:nvPr/>
        </p:nvSpPr>
        <p:spPr>
          <a:xfrm>
            <a:off x="4432935" y="5138208"/>
            <a:ext cx="643890" cy="286808"/>
          </a:xfrm>
          <a:prstGeom prst="rect">
            <a:avLst/>
          </a:prstGeom>
          <a:solidFill>
            <a:srgbClr val="9C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507682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572071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636460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700849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Rectangle 244"/>
          <p:cNvSpPr/>
          <p:nvPr/>
        </p:nvSpPr>
        <p:spPr>
          <a:xfrm>
            <a:off x="765238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Rectangle 245"/>
          <p:cNvSpPr/>
          <p:nvPr/>
        </p:nvSpPr>
        <p:spPr>
          <a:xfrm>
            <a:off x="8296275" y="5138208"/>
            <a:ext cx="643890" cy="286808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Rectangle 246"/>
          <p:cNvSpPr/>
          <p:nvPr/>
        </p:nvSpPr>
        <p:spPr>
          <a:xfrm>
            <a:off x="894016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Rectangle 247"/>
          <p:cNvSpPr/>
          <p:nvPr/>
        </p:nvSpPr>
        <p:spPr>
          <a:xfrm>
            <a:off x="958405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Rectangle 248"/>
          <p:cNvSpPr/>
          <p:nvPr/>
        </p:nvSpPr>
        <p:spPr>
          <a:xfrm>
            <a:off x="1022794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Rectangle 249"/>
          <p:cNvSpPr/>
          <p:nvPr/>
        </p:nvSpPr>
        <p:spPr>
          <a:xfrm>
            <a:off x="10871835" y="5138208"/>
            <a:ext cx="643890" cy="286808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TextBox 250"/>
          <p:cNvSpPr txBox="1"/>
          <p:nvPr/>
        </p:nvSpPr>
        <p:spPr>
          <a:xfrm>
            <a:off x="238125" y="5425017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Educational institutions</a:t>
            </a:r>
          </a:p>
        </p:txBody>
      </p:sp>
      <p:sp>
        <p:nvSpPr>
          <p:cNvPr id="252" name="Rectangle 251"/>
          <p:cNvSpPr/>
          <p:nvPr/>
        </p:nvSpPr>
        <p:spPr>
          <a:xfrm>
            <a:off x="1857375" y="5425017"/>
            <a:ext cx="643890" cy="286808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2501265" y="5425017"/>
            <a:ext cx="643890" cy="286808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3145155" y="5425017"/>
            <a:ext cx="643890" cy="286808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Rectangle 254"/>
          <p:cNvSpPr/>
          <p:nvPr/>
        </p:nvSpPr>
        <p:spPr>
          <a:xfrm>
            <a:off x="3789045" y="5425017"/>
            <a:ext cx="643890" cy="286808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Rectangle 255"/>
          <p:cNvSpPr/>
          <p:nvPr/>
        </p:nvSpPr>
        <p:spPr>
          <a:xfrm>
            <a:off x="4432935" y="5425017"/>
            <a:ext cx="643890" cy="286808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Rectangle 256"/>
          <p:cNvSpPr/>
          <p:nvPr/>
        </p:nvSpPr>
        <p:spPr>
          <a:xfrm>
            <a:off x="5076825" y="5425017"/>
            <a:ext cx="643890" cy="286808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Rectangle 257"/>
          <p:cNvSpPr/>
          <p:nvPr/>
        </p:nvSpPr>
        <p:spPr>
          <a:xfrm>
            <a:off x="5720715" y="5425017"/>
            <a:ext cx="643890" cy="286808"/>
          </a:xfrm>
          <a:prstGeom prst="rect">
            <a:avLst/>
          </a:prstGeom>
          <a:solidFill>
            <a:srgbClr val="2B84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Rectangle 258"/>
          <p:cNvSpPr/>
          <p:nvPr/>
        </p:nvSpPr>
        <p:spPr>
          <a:xfrm>
            <a:off x="636460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Rectangle 259"/>
          <p:cNvSpPr/>
          <p:nvPr/>
        </p:nvSpPr>
        <p:spPr>
          <a:xfrm>
            <a:off x="700849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Rectangle 260"/>
          <p:cNvSpPr/>
          <p:nvPr/>
        </p:nvSpPr>
        <p:spPr>
          <a:xfrm>
            <a:off x="765238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Rectangle 261"/>
          <p:cNvSpPr/>
          <p:nvPr/>
        </p:nvSpPr>
        <p:spPr>
          <a:xfrm>
            <a:off x="8296275" y="5425017"/>
            <a:ext cx="643890" cy="286808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894016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958405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227945" y="5425017"/>
            <a:ext cx="643890" cy="286808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Rectangle 265"/>
          <p:cNvSpPr/>
          <p:nvPr/>
        </p:nvSpPr>
        <p:spPr>
          <a:xfrm>
            <a:off x="10871835" y="5425017"/>
            <a:ext cx="643890" cy="286808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238125" y="5711825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Healthcare institutions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1857375" y="5711825"/>
            <a:ext cx="643890" cy="286808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Rectangle 268"/>
          <p:cNvSpPr/>
          <p:nvPr/>
        </p:nvSpPr>
        <p:spPr>
          <a:xfrm>
            <a:off x="2501265" y="5711825"/>
            <a:ext cx="643890" cy="286808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Rectangle 269"/>
          <p:cNvSpPr/>
          <p:nvPr/>
        </p:nvSpPr>
        <p:spPr>
          <a:xfrm>
            <a:off x="3145155" y="5711825"/>
            <a:ext cx="643890" cy="286808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Rectangle 270"/>
          <p:cNvSpPr/>
          <p:nvPr/>
        </p:nvSpPr>
        <p:spPr>
          <a:xfrm>
            <a:off x="3789045" y="5711825"/>
            <a:ext cx="643890" cy="286808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Rectangle 271"/>
          <p:cNvSpPr/>
          <p:nvPr/>
        </p:nvSpPr>
        <p:spPr>
          <a:xfrm>
            <a:off x="4432935" y="5711825"/>
            <a:ext cx="643890" cy="286808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Rectangle 272"/>
          <p:cNvSpPr/>
          <p:nvPr/>
        </p:nvSpPr>
        <p:spPr>
          <a:xfrm>
            <a:off x="5076825" y="5711825"/>
            <a:ext cx="643890" cy="286808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5720715" y="5711825"/>
            <a:ext cx="643890" cy="286808"/>
          </a:xfrm>
          <a:prstGeom prst="rect">
            <a:avLst/>
          </a:prstGeom>
          <a:solidFill>
            <a:srgbClr val="0B32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6364605" y="5711825"/>
            <a:ext cx="643890" cy="286808"/>
          </a:xfrm>
          <a:prstGeom prst="rect">
            <a:avLst/>
          </a:prstGeom>
          <a:solidFill>
            <a:srgbClr val="0B375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7008495" y="5711825"/>
            <a:ext cx="643890" cy="286808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Rectangle 276"/>
          <p:cNvSpPr/>
          <p:nvPr/>
        </p:nvSpPr>
        <p:spPr>
          <a:xfrm>
            <a:off x="7652385" y="5711825"/>
            <a:ext cx="643890" cy="286808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Rectangle 277"/>
          <p:cNvSpPr/>
          <p:nvPr/>
        </p:nvSpPr>
        <p:spPr>
          <a:xfrm>
            <a:off x="8296275" y="5711825"/>
            <a:ext cx="643890" cy="286808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Rectangle 278"/>
          <p:cNvSpPr/>
          <p:nvPr/>
        </p:nvSpPr>
        <p:spPr>
          <a:xfrm>
            <a:off x="8940165" y="5711825"/>
            <a:ext cx="643890" cy="286808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9584055" y="5711825"/>
            <a:ext cx="643890" cy="286808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227945" y="5711825"/>
            <a:ext cx="643890" cy="286808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Rectangle 281"/>
          <p:cNvSpPr/>
          <p:nvPr/>
        </p:nvSpPr>
        <p:spPr>
          <a:xfrm>
            <a:off x="10871835" y="5711825"/>
            <a:ext cx="643890" cy="286808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238125" y="5998633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– Airline and travel catering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857375" y="5998633"/>
            <a:ext cx="643890" cy="286808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250126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3145155" y="5998633"/>
            <a:ext cx="643890" cy="286808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3789045" y="5998633"/>
            <a:ext cx="643890" cy="286808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4432935" y="5998633"/>
            <a:ext cx="643890" cy="286808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Rectangle 288"/>
          <p:cNvSpPr/>
          <p:nvPr/>
        </p:nvSpPr>
        <p:spPr>
          <a:xfrm>
            <a:off x="5076825" y="5998633"/>
            <a:ext cx="643890" cy="286808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Rectangle 289"/>
          <p:cNvSpPr/>
          <p:nvPr/>
        </p:nvSpPr>
        <p:spPr>
          <a:xfrm>
            <a:off x="572071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Rectangle 290"/>
          <p:cNvSpPr/>
          <p:nvPr/>
        </p:nvSpPr>
        <p:spPr>
          <a:xfrm>
            <a:off x="6364605" y="5998633"/>
            <a:ext cx="643890" cy="286808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Rectangle 291"/>
          <p:cNvSpPr/>
          <p:nvPr/>
        </p:nvSpPr>
        <p:spPr>
          <a:xfrm>
            <a:off x="700849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Rectangle 292"/>
          <p:cNvSpPr/>
          <p:nvPr/>
        </p:nvSpPr>
        <p:spPr>
          <a:xfrm>
            <a:off x="7652385" y="5998633"/>
            <a:ext cx="643890" cy="286808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Rectangle 293"/>
          <p:cNvSpPr/>
          <p:nvPr/>
        </p:nvSpPr>
        <p:spPr>
          <a:xfrm>
            <a:off x="829627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894016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9584055" y="5998633"/>
            <a:ext cx="643890" cy="286808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10227945" y="5998633"/>
            <a:ext cx="643890" cy="286808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10871835" y="5998633"/>
            <a:ext cx="643890" cy="286808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238125" y="6285442"/>
            <a:ext cx="1590675" cy="28680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Vending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85737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Rectangle 300"/>
          <p:cNvSpPr/>
          <p:nvPr/>
        </p:nvSpPr>
        <p:spPr>
          <a:xfrm>
            <a:off x="250126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Rectangle 301"/>
          <p:cNvSpPr/>
          <p:nvPr/>
        </p:nvSpPr>
        <p:spPr>
          <a:xfrm>
            <a:off x="314515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Rectangle 302"/>
          <p:cNvSpPr/>
          <p:nvPr/>
        </p:nvSpPr>
        <p:spPr>
          <a:xfrm>
            <a:off x="378904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Rectangle 303"/>
          <p:cNvSpPr/>
          <p:nvPr/>
        </p:nvSpPr>
        <p:spPr>
          <a:xfrm>
            <a:off x="4432935" y="6285442"/>
            <a:ext cx="643890" cy="286808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5076825" y="6285442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5720715" y="6285442"/>
            <a:ext cx="643890" cy="286808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636460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700849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765238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829627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Rectangle 310"/>
          <p:cNvSpPr/>
          <p:nvPr/>
        </p:nvSpPr>
        <p:spPr>
          <a:xfrm>
            <a:off x="894016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Rectangle 311"/>
          <p:cNvSpPr/>
          <p:nvPr/>
        </p:nvSpPr>
        <p:spPr>
          <a:xfrm>
            <a:off x="958405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Rectangle 312"/>
          <p:cNvSpPr/>
          <p:nvPr/>
        </p:nvSpPr>
        <p:spPr>
          <a:xfrm>
            <a:off x="1022794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Rectangle 313"/>
          <p:cNvSpPr/>
          <p:nvPr/>
        </p:nvSpPr>
        <p:spPr>
          <a:xfrm>
            <a:off x="10871835" y="6285442"/>
            <a:ext cx="643890" cy="286808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Rectangle 314"/>
          <p:cNvSpPr/>
          <p:nvPr/>
        </p:nvSpPr>
        <p:spPr>
          <a:xfrm>
            <a:off x="11572875" y="1447800"/>
            <a:ext cx="104775" cy="13477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Rectangle 315"/>
          <p:cNvSpPr/>
          <p:nvPr/>
        </p:nvSpPr>
        <p:spPr>
          <a:xfrm>
            <a:off x="11572875" y="1574959"/>
            <a:ext cx="104775" cy="13477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Rectangle 316"/>
          <p:cNvSpPr/>
          <p:nvPr/>
        </p:nvSpPr>
        <p:spPr>
          <a:xfrm>
            <a:off x="11572875" y="1702118"/>
            <a:ext cx="104775" cy="13477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Rectangle 317"/>
          <p:cNvSpPr/>
          <p:nvPr/>
        </p:nvSpPr>
        <p:spPr>
          <a:xfrm>
            <a:off x="11572875" y="1829276"/>
            <a:ext cx="104775" cy="13477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Rectangle 318"/>
          <p:cNvSpPr/>
          <p:nvPr/>
        </p:nvSpPr>
        <p:spPr>
          <a:xfrm>
            <a:off x="11572875" y="1956435"/>
            <a:ext cx="104775" cy="13477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Rectangle 319"/>
          <p:cNvSpPr/>
          <p:nvPr/>
        </p:nvSpPr>
        <p:spPr>
          <a:xfrm>
            <a:off x="11572875" y="2083594"/>
            <a:ext cx="104775" cy="13477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Rectangle 320"/>
          <p:cNvSpPr/>
          <p:nvPr/>
        </p:nvSpPr>
        <p:spPr>
          <a:xfrm>
            <a:off x="11572875" y="2210752"/>
            <a:ext cx="104775" cy="13477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Rectangle 321"/>
          <p:cNvSpPr/>
          <p:nvPr/>
        </p:nvSpPr>
        <p:spPr>
          <a:xfrm>
            <a:off x="11572875" y="2337911"/>
            <a:ext cx="104775" cy="13477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Rectangle 322"/>
          <p:cNvSpPr/>
          <p:nvPr/>
        </p:nvSpPr>
        <p:spPr>
          <a:xfrm>
            <a:off x="11572875" y="2465070"/>
            <a:ext cx="104775" cy="13477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Rectangle 323"/>
          <p:cNvSpPr/>
          <p:nvPr/>
        </p:nvSpPr>
        <p:spPr>
          <a:xfrm>
            <a:off x="11572875" y="2592229"/>
            <a:ext cx="104775" cy="13477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Rectangle 324"/>
          <p:cNvSpPr/>
          <p:nvPr/>
        </p:nvSpPr>
        <p:spPr>
          <a:xfrm>
            <a:off x="11572875" y="2719388"/>
            <a:ext cx="104775" cy="13477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Rectangle 325"/>
          <p:cNvSpPr/>
          <p:nvPr/>
        </p:nvSpPr>
        <p:spPr>
          <a:xfrm>
            <a:off x="11572875" y="2846546"/>
            <a:ext cx="104775" cy="13477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Rectangle 326"/>
          <p:cNvSpPr/>
          <p:nvPr/>
        </p:nvSpPr>
        <p:spPr>
          <a:xfrm>
            <a:off x="11572875" y="2973705"/>
            <a:ext cx="104775" cy="13477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Rectangle 327"/>
          <p:cNvSpPr/>
          <p:nvPr/>
        </p:nvSpPr>
        <p:spPr>
          <a:xfrm>
            <a:off x="11572875" y="3100864"/>
            <a:ext cx="104775" cy="13477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Rectangle 328"/>
          <p:cNvSpPr/>
          <p:nvPr/>
        </p:nvSpPr>
        <p:spPr>
          <a:xfrm>
            <a:off x="11572875" y="3228022"/>
            <a:ext cx="104775" cy="13477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Rectangle 329"/>
          <p:cNvSpPr/>
          <p:nvPr/>
        </p:nvSpPr>
        <p:spPr>
          <a:xfrm>
            <a:off x="11572875" y="3355181"/>
            <a:ext cx="104775" cy="13477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Rectangle 330"/>
          <p:cNvSpPr/>
          <p:nvPr/>
        </p:nvSpPr>
        <p:spPr>
          <a:xfrm>
            <a:off x="11572875" y="3482340"/>
            <a:ext cx="104775" cy="13477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Rectangle 331"/>
          <p:cNvSpPr/>
          <p:nvPr/>
        </p:nvSpPr>
        <p:spPr>
          <a:xfrm>
            <a:off x="11572875" y="3609499"/>
            <a:ext cx="104775" cy="13477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Rectangle 332"/>
          <p:cNvSpPr/>
          <p:nvPr/>
        </p:nvSpPr>
        <p:spPr>
          <a:xfrm>
            <a:off x="11572875" y="3736657"/>
            <a:ext cx="104775" cy="13477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Rectangle 333"/>
          <p:cNvSpPr/>
          <p:nvPr/>
        </p:nvSpPr>
        <p:spPr>
          <a:xfrm>
            <a:off x="11572875" y="3863816"/>
            <a:ext cx="104775" cy="13477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5" name="Rectangle 334"/>
          <p:cNvSpPr/>
          <p:nvPr/>
        </p:nvSpPr>
        <p:spPr>
          <a:xfrm>
            <a:off x="11572875" y="3990975"/>
            <a:ext cx="104775" cy="13477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Rectangle 335"/>
          <p:cNvSpPr/>
          <p:nvPr/>
        </p:nvSpPr>
        <p:spPr>
          <a:xfrm>
            <a:off x="11572875" y="4118134"/>
            <a:ext cx="104775" cy="13477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7" name="Rectangle 336"/>
          <p:cNvSpPr/>
          <p:nvPr/>
        </p:nvSpPr>
        <p:spPr>
          <a:xfrm>
            <a:off x="11572875" y="4245292"/>
            <a:ext cx="104775" cy="13477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Rectangle 337"/>
          <p:cNvSpPr/>
          <p:nvPr/>
        </p:nvSpPr>
        <p:spPr>
          <a:xfrm>
            <a:off x="11572875" y="4372451"/>
            <a:ext cx="104775" cy="13477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Rectangle 338"/>
          <p:cNvSpPr/>
          <p:nvPr/>
        </p:nvSpPr>
        <p:spPr>
          <a:xfrm>
            <a:off x="11572875" y="4499610"/>
            <a:ext cx="104775" cy="13477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Rectangle 339"/>
          <p:cNvSpPr/>
          <p:nvPr/>
        </p:nvSpPr>
        <p:spPr>
          <a:xfrm>
            <a:off x="11572875" y="4626769"/>
            <a:ext cx="104775" cy="13477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1" name="Rectangle 340"/>
          <p:cNvSpPr/>
          <p:nvPr/>
        </p:nvSpPr>
        <p:spPr>
          <a:xfrm>
            <a:off x="11572875" y="4753928"/>
            <a:ext cx="104775" cy="13477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Rectangle 341"/>
          <p:cNvSpPr/>
          <p:nvPr/>
        </p:nvSpPr>
        <p:spPr>
          <a:xfrm>
            <a:off x="11572875" y="4881086"/>
            <a:ext cx="104775" cy="13477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3" name="Rectangle 342"/>
          <p:cNvSpPr/>
          <p:nvPr/>
        </p:nvSpPr>
        <p:spPr>
          <a:xfrm>
            <a:off x="11572875" y="5008245"/>
            <a:ext cx="104775" cy="13477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4" name="Rectangle 343"/>
          <p:cNvSpPr/>
          <p:nvPr/>
        </p:nvSpPr>
        <p:spPr>
          <a:xfrm>
            <a:off x="11572875" y="5135404"/>
            <a:ext cx="104775" cy="13477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5" name="Rectangle 344"/>
          <p:cNvSpPr/>
          <p:nvPr/>
        </p:nvSpPr>
        <p:spPr>
          <a:xfrm>
            <a:off x="11572875" y="5262562"/>
            <a:ext cx="104775" cy="13477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6" name="Rectangle 345"/>
          <p:cNvSpPr/>
          <p:nvPr/>
        </p:nvSpPr>
        <p:spPr>
          <a:xfrm>
            <a:off x="11572875" y="5389721"/>
            <a:ext cx="104775" cy="13477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7" name="Rectangle 346"/>
          <p:cNvSpPr/>
          <p:nvPr/>
        </p:nvSpPr>
        <p:spPr>
          <a:xfrm>
            <a:off x="11572875" y="5516880"/>
            <a:ext cx="104775" cy="13477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8" name="Rectangle 347"/>
          <p:cNvSpPr/>
          <p:nvPr/>
        </p:nvSpPr>
        <p:spPr>
          <a:xfrm>
            <a:off x="11572875" y="5644039"/>
            <a:ext cx="104775" cy="13477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9" name="Rectangle 348"/>
          <p:cNvSpPr/>
          <p:nvPr/>
        </p:nvSpPr>
        <p:spPr>
          <a:xfrm>
            <a:off x="11572875" y="5771198"/>
            <a:ext cx="104775" cy="13477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0" name="Rectangle 349"/>
          <p:cNvSpPr/>
          <p:nvPr/>
        </p:nvSpPr>
        <p:spPr>
          <a:xfrm>
            <a:off x="11572875" y="5898356"/>
            <a:ext cx="104775" cy="13477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Rectangle 350"/>
          <p:cNvSpPr/>
          <p:nvPr/>
        </p:nvSpPr>
        <p:spPr>
          <a:xfrm>
            <a:off x="11572875" y="6025515"/>
            <a:ext cx="104775" cy="13477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2" name="Rectangle 351"/>
          <p:cNvSpPr/>
          <p:nvPr/>
        </p:nvSpPr>
        <p:spPr>
          <a:xfrm>
            <a:off x="11572875" y="6152674"/>
            <a:ext cx="104775" cy="13477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Rectangle 352"/>
          <p:cNvSpPr/>
          <p:nvPr/>
        </p:nvSpPr>
        <p:spPr>
          <a:xfrm>
            <a:off x="11572875" y="6279832"/>
            <a:ext cx="104775" cy="13477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Rectangle 353"/>
          <p:cNvSpPr/>
          <p:nvPr/>
        </p:nvSpPr>
        <p:spPr>
          <a:xfrm>
            <a:off x="11572875" y="6406991"/>
            <a:ext cx="104775" cy="13477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5" name="Rectangle 354"/>
          <p:cNvSpPr/>
          <p:nvPr/>
        </p:nvSpPr>
        <p:spPr>
          <a:xfrm>
            <a:off x="11572875" y="1447800"/>
            <a:ext cx="104775" cy="50863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1687175" y="13811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1687175" y="39243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0" name="Picture 3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1354201"/>
            <a:ext cx="128699" cy="187198"/>
          </a:xfrm>
          <a:prstGeom prst="rect">
            <a:avLst/>
          </a:prstGeom>
        </p:spPr>
      </p:pic>
      <p:pic>
        <p:nvPicPr>
          <p:cNvPr id="361" name="Picture 3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3897376"/>
            <a:ext cx="128699" cy="187198"/>
          </a:xfrm>
          <a:prstGeom prst="rect">
            <a:avLst/>
          </a:prstGeom>
        </p:spPr>
      </p:pic>
      <p:pic>
        <p:nvPicPr>
          <p:cNvPr id="362" name="Picture 3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60938" y="64405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2129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5177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222625"/>
            <a:ext cx="5067300" cy="281178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Flavour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Flour Base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Dietary Formulation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Nutritional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Recipe and Ingredient Claims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Structure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3222625"/>
            <a:ext cx="5067300" cy="28511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Surface Finish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Individual Muffin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Storage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Shelf Life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Packaging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Configuration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Multipack Wrapping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Positioning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Brand Ownership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U.S. market in volume: size, growth, YoY momentum and gap to the Global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(MT),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North America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62365" y="2599095"/>
            <a:ext cx="191595" cy="278683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5708" y="4462938"/>
            <a:ext cx="261282" cy="38004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2505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U.S.'s packaged muffins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5479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692975" y="2876550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31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2036, trailing the North America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7508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18350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793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2467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2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012088" y="5966460"/>
            <a:ext cx="10350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and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95140" y="5956680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162635" y="5966460"/>
            <a:ext cx="3409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packaged muffins market in 2026; by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57175" y="6134100"/>
            <a:ext cx="1610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those shares move to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816216" y="6124320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983712" y="6134100"/>
            <a:ext cx="289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21606" y="6124320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389102" y="6134100"/>
            <a:ext cx="7937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989026" y="5966460"/>
            <a:ext cx="3117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 the U.S. market grows to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54208" y="5956680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1221704" y="5966460"/>
            <a:ext cx="3111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286500" y="6134100"/>
            <a:ext cx="15902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size over the decade.</a:t>
            </a:r>
          </a:p>
        </p:txBody>
      </p:sp>
      <p:sp>
        <p:nvSpPr>
          <p:cNvPr id="65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U.S. market in value: size, growth, YoY momentum and gap to the Global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(US$ Mn),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North America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62365" y="2599095"/>
            <a:ext cx="191595" cy="278683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5708" y="4462938"/>
            <a:ext cx="261282" cy="38004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2505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U.S.'s packaged muffins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5479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692975" y="2876550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31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2036, trailing the North America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7508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18350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793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2467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U.S.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2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012088" y="5966460"/>
            <a:ext cx="10350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global and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95140" y="5956680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162635" y="5966460"/>
            <a:ext cx="3409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North America packaged muffins market in 2026; by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57175" y="6134100"/>
            <a:ext cx="1610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those shares move to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816216" y="6124320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983712" y="6134100"/>
            <a:ext cx="289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21606" y="6124320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2389102" y="6134100"/>
            <a:ext cx="7937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respectively.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7989026" y="5966460"/>
            <a:ext cx="33787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U.S. market grows to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15873" y="5956680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1483369" y="5966460"/>
            <a:ext cx="3111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286500" y="6134100"/>
            <a:ext cx="15902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 size over the decade.</a:t>
            </a:r>
          </a:p>
        </p:txBody>
      </p:sp>
      <p:sp>
        <p:nvSpPr>
          <p:cNvPr id="65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Key Segments Overview, By Value (2026) (1/3)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U.S.'s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Flavour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Flour Base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Dietary Formulation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Nutritional Positioning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Recipe and Ingredient Claims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362325"/>
          <a:ext cx="2667000" cy="127635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Structure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Surface Finish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Individual Muffin Size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1527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2480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Storage Format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2480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Rounded Rectangle 40"/>
          <p:cNvSpPr/>
          <p:nvPr/>
        </p:nvSpPr>
        <p:spPr>
          <a:xfrm>
            <a:off x="61626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579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Shelf Life  (US$ Mn)</a:t>
            </a:r>
          </a:p>
        </p:txBody>
      </p:sp>
      <p:graphicFrame>
        <p:nvGraphicFramePr>
          <p:cNvPr id="43" name="Chart 42"/>
          <p:cNvGraphicFramePr>
            <a:graphicFrameLocks noGrp="1"/>
          </p:cNvGraphicFramePr>
          <p:nvPr/>
        </p:nvGraphicFramePr>
        <p:xfrm>
          <a:off x="62579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3"/>
          </a:graphicData>
        </a:graphic>
      </p:graphicFrame>
      <p:sp>
        <p:nvSpPr>
          <p:cNvPr id="44" name="Rounded Rectangle 43"/>
          <p:cNvSpPr/>
          <p:nvPr/>
        </p:nvSpPr>
        <p:spPr>
          <a:xfrm>
            <a:off x="9172575" y="48291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9267825" y="48863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Packaging Format  (US$ Mn)</a:t>
            </a:r>
          </a:p>
        </p:txBody>
      </p:sp>
      <p:graphicFrame>
        <p:nvGraphicFramePr>
          <p:cNvPr id="46" name="Chart 45"/>
          <p:cNvGraphicFramePr>
            <a:graphicFrameLocks noGrp="1"/>
          </p:cNvGraphicFramePr>
          <p:nvPr/>
        </p:nvGraphicFramePr>
        <p:xfrm>
          <a:off x="9267825" y="5114925"/>
          <a:ext cx="2667000" cy="1447800"/>
        </p:xfrm>
        <a:graphic>
          <a:graphicData uri="http://schemas.openxmlformats.org/drawingml/2006/chart">
            <c:chart xmlns:c="http://schemas.openxmlformats.org/drawingml/2006/chart" r:id="rId14"/>
          </a:graphicData>
        </a:graphic>
      </p:graphicFrame>
      <p:sp>
        <p:nvSpPr>
          <p:cNvPr id="47" name="TextBox 4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811655" y="177165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21555" y="1771650"/>
            <a:ext cx="183356" cy="266700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31455" y="1771650"/>
            <a:ext cx="183356" cy="266700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841355" y="1771650"/>
            <a:ext cx="183356" cy="2667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811655" y="3695700"/>
            <a:ext cx="183356" cy="266700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21555" y="3781425"/>
            <a:ext cx="183356" cy="266700"/>
          </a:xfrm>
          <a:prstGeom prst="rect">
            <a:avLst/>
          </a:prstGeom>
        </p:spPr>
      </p:pic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31455" y="3695700"/>
            <a:ext cx="183356" cy="266700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841355" y="3695700"/>
            <a:ext cx="183356" cy="2667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811655" y="5619750"/>
            <a:ext cx="183356" cy="266700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821555" y="5619750"/>
            <a:ext cx="183356" cy="266700"/>
          </a:xfrm>
          <a:prstGeom prst="rect">
            <a:avLst/>
          </a:prstGeom>
        </p:spPr>
      </p:pic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31455" y="5619750"/>
            <a:ext cx="183356" cy="266700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841355" y="5619750"/>
            <a:ext cx="183356" cy="266700"/>
          </a:xfrm>
          <a:prstGeom prst="rect">
            <a:avLst/>
          </a:prstGeom>
        </p:spPr>
      </p:pic>
      <p:sp>
        <p:nvSpPr>
          <p:cNvPr id="60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2"/>
          <p:cNvSpPr/>
          <p:nvPr/>
        </p:nvSpPr>
        <p:spPr>
          <a:xfrm>
            <a:off x="92678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8"/>
          <p:cNvSpPr/>
          <p:nvPr/>
        </p:nvSpPr>
        <p:spPr>
          <a:xfrm>
            <a:off x="3248025" y="336232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lockshield_37"/>
          <p:cNvSpPr/>
          <p:nvPr/>
        </p:nvSpPr>
        <p:spPr>
          <a:xfrm>
            <a:off x="2381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lockshield_40"/>
          <p:cNvSpPr/>
          <p:nvPr/>
        </p:nvSpPr>
        <p:spPr>
          <a:xfrm>
            <a:off x="32480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lockshield_43"/>
          <p:cNvSpPr/>
          <p:nvPr/>
        </p:nvSpPr>
        <p:spPr>
          <a:xfrm>
            <a:off x="62579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lockshield_46"/>
          <p:cNvSpPr/>
          <p:nvPr/>
        </p:nvSpPr>
        <p:spPr>
          <a:xfrm>
            <a:off x="9267825" y="51149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Key Segments Overview, By Value (2026) (2/3)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U.S.'s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Configuration  (US$ Mn)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31527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Multipack Wrapping  (US$ Mn)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32480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626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Positioning 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62579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9172575" y="981075"/>
            <a:ext cx="28575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92678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Brand Ownership 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9267825" y="1266825"/>
          <a:ext cx="2667000" cy="133350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142875" y="2790825"/>
            <a:ext cx="297180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38125" y="2847975"/>
            <a:ext cx="2781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 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238125" y="3076575"/>
          <a:ext cx="2781300" cy="13335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600575"/>
            <a:ext cx="11906250" cy="2019300"/>
          </a:xfrm>
          <a:prstGeom prst="roundRect">
            <a:avLst>
              <a:gd name="adj" fmla="val 37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6863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49244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010150"/>
            <a:ext cx="11639550" cy="15335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811655" y="1714500"/>
            <a:ext cx="183356" cy="2667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21555" y="1714500"/>
            <a:ext cx="183356" cy="2667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31455" y="1714500"/>
            <a:ext cx="183356" cy="2667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841355" y="1714500"/>
            <a:ext cx="183356" cy="2667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868805" y="3524250"/>
            <a:ext cx="183356" cy="266700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276225" y="46958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688698" y="4687503"/>
            <a:ext cx="109510" cy="15928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1831222" y="46958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5019675"/>
            <a:ext cx="24960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Product Type, 'Sweet muffins' leads at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720375" y="5009895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2887871" y="501967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35452" y="5009895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602948" y="5019675"/>
            <a:ext cx="20786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'Savoury muffins'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629657" y="5009895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5797153" y="501967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237607"/>
            <a:ext cx="2680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Flavour, 'Sweet Muffins Flavours' leads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04823" y="5227827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072319" y="5237607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619900" y="5227827"/>
            <a:ext cx="128699" cy="187198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3787395" y="5237607"/>
            <a:ext cx="25948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'Savoury Muffins Flavours'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30340" y="522782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6497836" y="5237607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455539"/>
            <a:ext cx="2583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Primary Flour Base, 'Oat-based' leads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07961" y="5445759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975456" y="5455539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523037" y="5445759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690533" y="5455539"/>
            <a:ext cx="1925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'Wheat-based'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563900" y="5445759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5731396" y="5455539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76225" y="5673471"/>
            <a:ext cx="2729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Dietary Formulation, 'Gluten-free' leads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53634" y="5663691"/>
            <a:ext cx="128699" cy="187198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3121129" y="5673471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668710" y="5663691"/>
            <a:ext cx="128699" cy="187198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3836206" y="5673471"/>
            <a:ext cx="24360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'Gluten-free and vegan'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220351" y="5663691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387847" y="5673471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5891403"/>
            <a:ext cx="3168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Nutritional Positioning, 'Protein-enriched' leads at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392682" y="5881623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560177" y="5891403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07758" y="588162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4275254" y="5891403"/>
            <a:ext cx="2334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'Standard / indulgent' (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58171" y="588162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6725667" y="5891403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76225" y="6109335"/>
            <a:ext cx="40257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Recipe and Ingredient Claims, 'Additional claim mapping' leads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249981" y="6099555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17477" y="610933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965058" y="6099555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132554" y="6109335"/>
            <a:ext cx="21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'Organic-certified' (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00191" y="6099555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7367686" y="610933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0" name="lockshield_12"/>
          <p:cNvSpPr/>
          <p:nvPr/>
        </p:nvSpPr>
        <p:spPr>
          <a:xfrm>
            <a:off x="2381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lockshield_15"/>
          <p:cNvSpPr/>
          <p:nvPr/>
        </p:nvSpPr>
        <p:spPr>
          <a:xfrm>
            <a:off x="32480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lockshield_18"/>
          <p:cNvSpPr/>
          <p:nvPr/>
        </p:nvSpPr>
        <p:spPr>
          <a:xfrm>
            <a:off x="62579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lockshield_21"/>
          <p:cNvSpPr/>
          <p:nvPr/>
        </p:nvSpPr>
        <p:spPr>
          <a:xfrm>
            <a:off x="9267825" y="1266825"/>
            <a:ext cx="26670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lockshield_24"/>
          <p:cNvSpPr/>
          <p:nvPr/>
        </p:nvSpPr>
        <p:spPr>
          <a:xfrm>
            <a:off x="238125" y="3076575"/>
            <a:ext cx="2781300" cy="13335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Key Segments Overview, By Value (2026) (3/3)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U.S.'s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505200"/>
          </a:xfrm>
          <a:prstGeom prst="roundRect">
            <a:avLst>
              <a:gd name="adj" fmla="val 21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30194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2706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Product Structure, 'Filled muffins'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30744" y="1390396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3098240" y="140017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5821" y="1390396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3813316" y="1400175"/>
            <a:ext cx="20707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'Unfilled muffins'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113" y="1390396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5999609" y="140017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18107"/>
            <a:ext cx="26587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Surface Finish, 'Glazed / drizzled'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2995" y="1608328"/>
            <a:ext cx="128699" cy="187198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050491" y="1618107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8072" y="1608328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3765567" y="1618107"/>
            <a:ext cx="23714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'Nut and seed-topped'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5046" y="1608328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252542" y="1618107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36039"/>
            <a:ext cx="3887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Individual Muffin Size, 'Standard - 60 g to below 100 g'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1373" y="18262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278868" y="1836039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26449" y="18262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993945" y="1836039"/>
            <a:ext cx="2619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'Small - 30 g to below 60 g'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61446" y="1826260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728942" y="1836039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53970"/>
            <a:ext cx="2194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Storage Format, 'Frozen'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18572" y="20441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86067" y="2053970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3648" y="20441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301144" y="2053970"/>
            <a:ext cx="15509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'Chilled'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0158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967654" y="2053970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271903"/>
            <a:ext cx="2154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Shelf Life, 'Up to 7 days'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8765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546261" y="2271903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93842" y="22621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261338" y="2271903"/>
            <a:ext cx="1708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'8-30 days'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18333" y="22621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5085829" y="2271903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489835"/>
            <a:ext cx="29653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Packaging Format, 'Rigid plastic packs'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9650" y="2480056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357146" y="2489835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4727" y="2480056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072223" y="2489835"/>
            <a:ext cx="21798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'Paperboard packs'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00160" y="2480056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6367656" y="2489835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07766"/>
            <a:ext cx="26229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Pack Configuration, 'Multipacks'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7251" y="2697988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014747" y="2707766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2328" y="2697988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3729824" y="2707766"/>
            <a:ext cx="22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'Single-muffin packs'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46438" y="2697988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113934" y="2707766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25698"/>
            <a:ext cx="4937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Multipack Wrapping, 'Individually wrapped muffins within an outer pack'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61578" y="2915920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329074" y="2925698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6655" y="2915920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6044151" y="2925698"/>
            <a:ext cx="3481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'Shared pack without individual wrapping'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3863" y="291592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9641359" y="2925698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143630"/>
            <a:ext cx="23937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Price Positioning, 'Premium'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8056" y="3133852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785552" y="3143630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3133" y="3133852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500628" y="3143630"/>
            <a:ext cx="17558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'Mid-range'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04554" y="3133852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5372050" y="3143630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361562"/>
            <a:ext cx="31531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Brand Ownership, 'Retailer private labels'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77402" y="3351784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3544898" y="3361562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2479" y="335178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4259974" y="3361562"/>
            <a:ext cx="23749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'Manufacturer brands'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000" y="3351784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6750496" y="3361562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579494"/>
            <a:ext cx="2036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By Sales Channel, 'Retail' leads at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60348" y="356971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2427843" y="3579494"/>
            <a:ext cx="5995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75424" y="3569716"/>
            <a:ext cx="128699" cy="187198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3142920" y="3579494"/>
            <a:ext cx="2807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ahead of 'Foodservice and institutional' (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98113" y="3569716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065609" y="3579494"/>
            <a:ext cx="6030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76225" y="3797426"/>
            <a:ext cx="66778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666875"/>
            <a:ext cx="103632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009775"/>
            <a:ext cx="103632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695575"/>
            <a:ext cx="5067300" cy="36385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Flavour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Flour Base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Dietary Formulation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Nutritional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Recipe and Ingredient Claims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Structure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Surface Finish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Individual Muffin Size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096000" y="2695575"/>
            <a:ext cx="50673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Storage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Shelf Life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Packaging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Configuration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Multipack Wrapping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Brand Ownership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70520"/>
                <a:gridCol w="1146839"/>
                <a:gridCol w="1146839"/>
                <a:gridCol w="1146839"/>
                <a:gridCol w="11468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70520"/>
                <a:gridCol w="1146839"/>
                <a:gridCol w="1146839"/>
                <a:gridCol w="1146839"/>
                <a:gridCol w="11468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59233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59233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4938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  <a:gridCol w="5845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4001" y="294246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162425"/>
          </a:xfrm>
          <a:prstGeom prst="roundRect">
            <a:avLst>
              <a:gd name="adj" fmla="val 183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Product Type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3695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5396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  <a:gridCol w="5795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9434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7008" y="294246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914775"/>
          </a:xfrm>
          <a:prstGeom prst="roundRect">
            <a:avLst>
              <a:gd name="adj" fmla="val 194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344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7488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  <a:gridCol w="644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 and cocoa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vanilla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Spice-flavoured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Meat-containing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0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Other 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6958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8050" y="2818639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Flavour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Flavour: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Flavour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Flavour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5077"/>
                <a:gridCol w="1033200"/>
                <a:gridCol w="1033200"/>
                <a:gridCol w="1033200"/>
                <a:gridCol w="10332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Flavour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Flavour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5077"/>
                <a:gridCol w="1033200"/>
                <a:gridCol w="1033200"/>
                <a:gridCol w="1033200"/>
                <a:gridCol w="10332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86512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86512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Flavour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Flavour,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Flavour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20268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  <a:gridCol w="5921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9440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Flavour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Flavour,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Flavour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70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  <a:gridCol w="58738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44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Flavour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Flavour,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195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and seed-based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and classic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Flavour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Flavour,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Flavour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8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4318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  <a:gridCol w="6541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Flavour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Spice and dessert-inspired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Vegetable-based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Herb and spice-based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6468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Flour Base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Primary Flour Base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Primary Flour Base: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Flour Base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Flour Base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9768"/>
                <a:gridCol w="856786"/>
                <a:gridCol w="856786"/>
                <a:gridCol w="1082029"/>
                <a:gridCol w="6125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Flour Base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Flour Base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9768"/>
                <a:gridCol w="856786"/>
                <a:gridCol w="856786"/>
                <a:gridCol w="1082029"/>
                <a:gridCol w="6125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8855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8855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Primary Flour Base,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Primary Flour Base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4444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  <a:gridCol w="5689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Primary Flour Base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6534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Primary Flour Base,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Primary Flour Base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6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64040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  <a:gridCol w="5660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41327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Primary Flour Base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Primary Flour Base,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17919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2957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3529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5529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Wheat-based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Refined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Whole wheat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Oat-based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Rice-based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04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8268" y="245192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51522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Primary Flour Base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Primary Flour Base,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Primary Flour Base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17919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  <a:gridCol w="63795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Flour Base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Corn-based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Millet-based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Almond and other nut flour-based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single-flour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Multigrain and blended flour bases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8268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Dietary Formulation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Dietary Formulation: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Dietary Formulation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Dietary Formulation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87165"/>
                <a:gridCol w="1067677"/>
                <a:gridCol w="1067677"/>
                <a:gridCol w="1067677"/>
                <a:gridCol w="10676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Dietary Formulation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Dietary Formulation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87165"/>
                <a:gridCol w="1067677"/>
                <a:gridCol w="1067677"/>
                <a:gridCol w="1067677"/>
                <a:gridCol w="106767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17554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17554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Dietary Formulation,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Dietary Formulation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8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0472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  <a:gridCol w="6098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Dietary Formulation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90585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  <a:gridCol w="60568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9549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4600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Dietary Formulation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Dietary Formulation,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31154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  <a:gridCol w="683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Dietary Formulation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1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39911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  <a:gridCol w="676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Dietary Formulation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Gluten-free and vegan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24884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9266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Nutritional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Nutritional Positioning: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Nutritional Positioning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Nutritional Positioning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34448"/>
                <a:gridCol w="835498"/>
                <a:gridCol w="835498"/>
                <a:gridCol w="1055144"/>
                <a:gridCol w="5972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Nutritional Positioning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Nutritional Positioning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34448"/>
                <a:gridCol w="835498"/>
                <a:gridCol w="835498"/>
                <a:gridCol w="1055144"/>
                <a:gridCol w="5972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91196" y="2237614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91196" y="5123689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Nutritional Positioning,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Nutritional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29934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63999"/>
                <a:gridCol w="5332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38100" marR="28575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Nutritional Positioning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4428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  <a:gridCol w="5595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74276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6525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Nutritional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Nutritional Positioning,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Nutritional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78911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  <a:gridCol w="62055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Nutritional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/ indulgent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Protein-enriched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Fibre-enriched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No-added-sugar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Reduced-fat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nutrition-focused formulations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8768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Recipe and Ingredient Claims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Recipe and Ingredient Claims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Recipe and Ingredient Claims: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Recipe and Ingredient Claims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Recipe and Ingredient Claims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30"/>
                <a:gridCol w="994486"/>
                <a:gridCol w="994486"/>
                <a:gridCol w="994486"/>
                <a:gridCol w="994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Recipe and Ingredient Claims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Recipe and Ingredient Claims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30"/>
                <a:gridCol w="994486"/>
                <a:gridCol w="994486"/>
                <a:gridCol w="994486"/>
                <a:gridCol w="9944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37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37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Recipe and Ingredient Claims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Recipe and Ingredient Claims,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Recipe and Ingredient Claims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557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  <a:gridCol w="5893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588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Recipe and Ingredient Claims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Recipe and Ingredient Claims,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Recipe and Ingredient Claims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7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1700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  <a:gridCol w="58444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5158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Recipe and Ingredient Claims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Recipe and Ingredient Claims,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9690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  <a:gridCol w="65916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206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Organic-certified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Conventional / non-organic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Additional claim mapping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Clean-label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colours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9152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Recipe and Ingredient Claims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Recipe and Ingredient Claims,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Recipe and Ingredient Claims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6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27921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  <a:gridCol w="6506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Recipe and Ingredient Claims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flavours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 artificial preservatives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Non-GMO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Dairy-free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Egg-free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Nut-free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3273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Structure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Product Structure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Product Structure: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Structure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Structure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50200"/>
                <a:gridCol w="1126919"/>
                <a:gridCol w="1126919"/>
                <a:gridCol w="1126919"/>
                <a:gridCol w="11269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Structure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Structure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50200"/>
                <a:gridCol w="1126919"/>
                <a:gridCol w="1126919"/>
                <a:gridCol w="1126919"/>
                <a:gridCol w="11269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9073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9073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Structure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Structure,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Product Structure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88524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  <a:gridCol w="59404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3574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Product Structure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Product Structure,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Product Structure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8770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  <a:gridCol w="5893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369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Structure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Structure,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5115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  <a:gridCol w="6648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686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Product Structure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Product Structure,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Product Structure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9041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  <a:gridCol w="6565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Structure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Plain batter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Batter with inclusions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Filled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Fruit and jam-filled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Chocolate-filled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Cream and custard-filled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Nut butter-filled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Cheese and savoury-filled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8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Surface Finish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Surface Finish: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Surface Finish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Surface Finish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3762"/>
                <a:gridCol w="1041028"/>
                <a:gridCol w="1041028"/>
                <a:gridCol w="1041028"/>
                <a:gridCol w="10410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Surface Finish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Surface Finish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3762"/>
                <a:gridCol w="1041028"/>
                <a:gridCol w="1041028"/>
                <a:gridCol w="1041028"/>
                <a:gridCol w="10410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0853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0853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Surface Finish,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Surface Finish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44255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  <a:gridCol w="6025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Surface Finish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19130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  <a:gridCol w="59812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143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8877" y="4652200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Surface Finish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Surface Finish,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62417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  <a:gridCol w="6749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Surface Finish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8323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  <a:gridCol w="66725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Surface Finish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Crumb / streusel-topped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Sugar-topped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Nut and seed-topped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Glazed / drizzled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toppings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0522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8467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Individual Muffin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Individual Muffin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Individual Muffin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Individual Muffin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32167"/>
                <a:gridCol w="886351"/>
                <a:gridCol w="886351"/>
                <a:gridCol w="1119366"/>
                <a:gridCol w="63364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Individual Muffin Size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Individual Muffin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32167"/>
                <a:gridCol w="886351"/>
                <a:gridCol w="886351"/>
                <a:gridCol w="1119366"/>
                <a:gridCol w="63364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90056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90056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Individual Muffin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43125"/>
          </a:xfrm>
          <a:prstGeom prst="roundRect">
            <a:avLst>
              <a:gd name="adj" fmla="val 35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Individual Muffin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676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7493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20922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49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24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2575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147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Individual Muffin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147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156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  <a:gridCol w="5748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0101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8055" y="202920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7110" y="41140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Individual Muffin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Individual Muffin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Individual Muffin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03190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  <a:gridCol w="6389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Individual Muffin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Mini / bite-sized - below 30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Small - 30 g to below 60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Standard - 60 g to below 100 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Large / jumbo - 100 g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0904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Storage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Storage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Storage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Storage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22690"/>
                <a:gridCol w="1158796"/>
                <a:gridCol w="1158796"/>
                <a:gridCol w="1158796"/>
                <a:gridCol w="115879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Storage Format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Storage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22690"/>
                <a:gridCol w="1158796"/>
                <a:gridCol w="1158796"/>
                <a:gridCol w="1158796"/>
                <a:gridCol w="115879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5317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5317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Storage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Storage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20814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  <a:gridCol w="63331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Storage Format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74586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  <a:gridCol w="6301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69718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96605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Storage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Storage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Storage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5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89750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  <a:gridCol w="7064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Storage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Ambient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Chilled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Frozen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4187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Shelf Life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Shelf Life: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Shelf Life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Shelf Life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03925"/>
                <a:gridCol w="1113488"/>
                <a:gridCol w="1113488"/>
                <a:gridCol w="1113488"/>
                <a:gridCol w="11134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Shelf Life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Shelf Life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03925"/>
                <a:gridCol w="1113488"/>
                <a:gridCol w="1113488"/>
                <a:gridCol w="1113488"/>
                <a:gridCol w="11134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25935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25935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Shelf Life,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Shelf Life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15142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  <a:gridCol w="6218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Shelf Life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7045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  <a:gridCol w="6182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6883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97829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Shelf Life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Shelf Life,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Shelf Life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09262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  <a:gridCol w="6918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Shelf Life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Up to 7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8-30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31-90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More than 90 days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3944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Packaging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Packaging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Packaging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Packaging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Packaging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5617"/>
                <a:gridCol w="1040564"/>
                <a:gridCol w="1040564"/>
                <a:gridCol w="1040564"/>
                <a:gridCol w="104056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Packaging Format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Packaging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3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5617"/>
                <a:gridCol w="1040564"/>
                <a:gridCol w="1040564"/>
                <a:gridCol w="1040564"/>
                <a:gridCol w="104056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1780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71780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Packaging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Packaging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Packaging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0850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  <a:gridCol w="58566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74737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Packaging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Packaging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Packaging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6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1620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  <a:gridCol w="58064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7416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Packaging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Packaging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429000"/>
          </a:xfrm>
          <a:prstGeom prst="roundRect">
            <a:avLst>
              <a:gd name="adj" fmla="val 222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962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92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54342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6005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80060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4647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  <a:gridCol w="6721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Flexible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Flow-wrap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Pouches and bags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Rigid plastic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Trays with sealed film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9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2575752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1631" y="539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Packaging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Packaging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Packaging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965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  <a:gridCol w="64601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Packaging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Clamshell containers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Paperboard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Cartons with inner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Windowed cartons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packaging formats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7794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Configuration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Pack Configuration: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Configuration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Configuration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02726"/>
                <a:gridCol w="1063787"/>
                <a:gridCol w="1063787"/>
                <a:gridCol w="1063787"/>
                <a:gridCol w="10637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Configuration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Configuration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02726"/>
                <a:gridCol w="1063787"/>
                <a:gridCol w="1063787"/>
                <a:gridCol w="1063787"/>
                <a:gridCol w="10637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5334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5334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Pack Configuration,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Pack Configuration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80524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  <a:gridCol w="60627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Pack Configuration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4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52966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  <a:gridCol w="6020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99571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5795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Pack Configuration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Pack Configuration,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Pack Configuration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19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7120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  <a:gridCol w="6720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Configuration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Single-muffin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Multipacks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2-4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5-8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9-12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More than 12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Bulk foodservice packs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2080450"/>
            <a:ext cx="366712" cy="533399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867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Multipack Wrapping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Multipack Wrapping: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Multipack Wrapping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Multipack Wrapping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38749"/>
                <a:gridCol w="670480"/>
                <a:gridCol w="670480"/>
                <a:gridCol w="861687"/>
                <a:gridCol w="51647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Multipack Wrapping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Multipack Wrapping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38749"/>
                <a:gridCol w="670480"/>
                <a:gridCol w="670480"/>
                <a:gridCol w="861687"/>
                <a:gridCol w="51647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923543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2015" y="2360675"/>
            <a:ext cx="330041" cy="48006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2015" y="5246750"/>
            <a:ext cx="330041" cy="48006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Multipack Wrapping,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838325"/>
          </a:xfrm>
          <a:prstGeom prst="roundRect">
            <a:avLst>
              <a:gd name="adj" fmla="val 41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Multipack Wrapping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371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5795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530662"/>
                <a:gridCol w="39082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  <a:tr h="4394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pack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FFFFF"/>
                    </a:solidFill>
                  </a:tcPr>
                </a:tc>
              </a:tr>
              <a:tr h="2466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F5F8FA"/>
                    </a:solidFill>
                  </a:tcPr>
                </a:tc>
              </a:tr>
              <a:tr h="2466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4288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619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952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009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Multipack Wrapping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209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15725"/>
                <a:gridCol w="514876"/>
                <a:gridCol w="514876"/>
                <a:gridCol w="514876"/>
                <a:gridCol w="514876"/>
                <a:gridCol w="514876"/>
                <a:gridCol w="496739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491557"/>
                <a:gridCol w="5847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210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2211" y="187680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0848" y="3566835"/>
            <a:ext cx="359497" cy="522905"/>
          </a:xfrm>
          <a:prstGeom prst="rect">
            <a:avLst/>
          </a:prstGeom>
        </p:spPr>
      </p:pic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Multipack Wrapping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Multipack Wrapping,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Multipack Wrapping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4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11714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  <a:gridCol w="57836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Multipack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Individually wrapped muffins within an outer pack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Shared pack without individual wrapping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1482090"/>
            <a:ext cx="330041" cy="48006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3838" y="2825115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Positioning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Price Positioning: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Positioning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Positioning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3982"/>
                <a:gridCol w="1013473"/>
                <a:gridCol w="1013473"/>
                <a:gridCol w="1013473"/>
                <a:gridCol w="101347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Positioning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Positioning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3982"/>
                <a:gridCol w="1013473"/>
                <a:gridCol w="1013473"/>
                <a:gridCol w="1013473"/>
                <a:gridCol w="101347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25963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25963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Price Positioning,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Price Positioning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75771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  <a:gridCol w="59479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Price Positioning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5550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  <a:gridCol w="59009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19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7084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Price Positioning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Price Positioning,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01628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  <a:gridCol w="66570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Price Positioning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485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  <a:gridCol w="65748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value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speciality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0125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1736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Brand Ownership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Brand Ownership: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Brand Ownership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Brand Ownership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8315"/>
                <a:gridCol w="979890"/>
                <a:gridCol w="979890"/>
                <a:gridCol w="979890"/>
                <a:gridCol w="97989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Brand Ownership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Brand Ownership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8315"/>
                <a:gridCol w="979890"/>
                <a:gridCol w="979890"/>
                <a:gridCol w="979890"/>
                <a:gridCol w="97989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93130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93130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Brand Ownership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Brand Ownership,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Brand Ownership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41124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  <a:gridCol w="58506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7986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Brand Ownership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Brand Ownership,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Brand Ownership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26843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  <a:gridCol w="5800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2731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Brand Ownership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Brand Ownership,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Brand Ownership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196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8341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  <a:gridCol w="6452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Brand Ownership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Manufacturer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National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Regional / local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Retailer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Value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Standard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Premium private labels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/ operator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3478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13.17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Segmental Analysis Sales Channel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segmental analysis by Sales Channel: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03"/>
                <a:gridCol w="994493"/>
                <a:gridCol w="994493"/>
                <a:gridCol w="994493"/>
                <a:gridCol w="9944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9903"/>
                <a:gridCol w="994493"/>
                <a:gridCol w="994493"/>
                <a:gridCol w="994493"/>
                <a:gridCol w="9944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24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63924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Sales Channel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Sales Channel,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391150"/>
          </a:xfrm>
          <a:prstGeom prst="roundRect">
            <a:avLst>
              <a:gd name="adj" fmla="val 1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Volume, By Sales Channel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492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2528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  <a:gridCol w="54498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172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576" y="355682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Packaged Muffins Market Tables Sales Channel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U.S. market by Sales Channel,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391150"/>
          </a:xfrm>
          <a:prstGeom prst="roundRect">
            <a:avLst>
              <a:gd name="adj" fmla="val 1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Value, By Sales Channel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4" cy="492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35240"/>
                <a:gridCol w="537731"/>
                <a:gridCol w="537731"/>
                <a:gridCol w="537731"/>
                <a:gridCol w="537731"/>
                <a:gridCol w="537731"/>
                <a:gridCol w="518789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513377"/>
                <a:gridCol w="6107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6172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6932" y="355682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Sales Channel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Sales Channel,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U.S.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Volume YoY,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U.S. YoY Analysis Sales Channel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U.S. year-on-year volume and value growth by Sales Channel,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143500"/>
          </a:xfrm>
          <a:prstGeom prst="roundRect">
            <a:avLst>
              <a:gd name="adj" fmla="val 14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U.S. Value YoY, By Sales Channel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46767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9887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  <a:gridCol w="61382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Supermarkets and hypermarkets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Convenience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Discount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Warehouse clubs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Traditional grocery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Speciality food and health stores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Bakery outlets selling packaged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Online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Foodservice and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Cafés and coffee chains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Hotels and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Quick-service restaurants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Corporate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Educational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Healthcare institutions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– Airline and travel catering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Vending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9245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9254" y="343299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Global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11919" y="3471051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3381.6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11919" y="256100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4237.4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919" y="1650949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5093.2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2409825" y="1927636"/>
            <a:ext cx="0" cy="54171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2190750" y="1927636"/>
            <a:ext cx="438150" cy="54171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1775236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5915025" y="2907429"/>
            <a:ext cx="0" cy="42028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5695950" y="2907429"/>
            <a:ext cx="438150" cy="42028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162425" y="2755029"/>
            <a:ext cx="3505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162425" y="3566301"/>
            <a:ext cx="35052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</a:t>
            </a:r>
          </a:p>
        </p:txBody>
      </p:sp>
      <p:cxnSp>
        <p:nvCxnSpPr>
          <p:cNvPr id="26" name="Connector 25"/>
          <p:cNvCxnSpPr/>
          <p:nvPr/>
        </p:nvCxnSpPr>
        <p:spPr>
          <a:xfrm>
            <a:off x="619125" y="4517252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19125" y="488327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19125" y="524929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19125" y="561532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19125" y="5981344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19125" y="4517252"/>
            <a:ext cx="0" cy="1464092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590550" y="4517252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590550" y="488327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590550" y="524929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590550" y="561532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590550" y="5981344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FMI Scale tick"/>
          <p:cNvSpPr txBox="1"/>
          <p:nvPr/>
        </p:nvSpPr>
        <p:spPr>
          <a:xfrm>
            <a:off x="138112" y="4450577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+9.3%</a:t>
            </a:r>
          </a:p>
        </p:txBody>
      </p:sp>
      <p:sp>
        <p:nvSpPr>
          <p:cNvPr id="38" name="FMI Scale tick"/>
          <p:cNvSpPr txBox="1"/>
          <p:nvPr/>
        </p:nvSpPr>
        <p:spPr>
          <a:xfrm>
            <a:off x="138112" y="4816600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+4.7%</a:t>
            </a:r>
          </a:p>
        </p:txBody>
      </p:sp>
      <p:sp>
        <p:nvSpPr>
          <p:cNvPr id="39" name="FMI Scale tick"/>
          <p:cNvSpPr txBox="1"/>
          <p:nvPr/>
        </p:nvSpPr>
        <p:spPr>
          <a:xfrm>
            <a:off x="219075" y="5182623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0" name="FMI Scale tick"/>
          <p:cNvSpPr txBox="1"/>
          <p:nvPr/>
        </p:nvSpPr>
        <p:spPr>
          <a:xfrm>
            <a:off x="164306" y="5548646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-4.7%</a:t>
            </a:r>
          </a:p>
        </p:txBody>
      </p:sp>
      <p:sp>
        <p:nvSpPr>
          <p:cNvPr id="41" name="FMI Scale tick"/>
          <p:cNvSpPr txBox="1"/>
          <p:nvPr/>
        </p:nvSpPr>
        <p:spPr>
          <a:xfrm>
            <a:off x="164306" y="5914669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-9.3%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524929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ectangle 42"/>
          <p:cNvSpPr/>
          <p:nvPr/>
        </p:nvSpPr>
        <p:spPr>
          <a:xfrm>
            <a:off x="977900" y="4659176"/>
            <a:ext cx="457200" cy="59012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MI Data Label"/>
          <p:cNvSpPr txBox="1"/>
          <p:nvPr/>
        </p:nvSpPr>
        <p:spPr>
          <a:xfrm>
            <a:off x="619125" y="451630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152650" y="4669646"/>
            <a:ext cx="457200" cy="57965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FMI Data Label"/>
          <p:cNvSpPr txBox="1"/>
          <p:nvPr/>
        </p:nvSpPr>
        <p:spPr>
          <a:xfrm>
            <a:off x="1793875" y="452677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327400" y="4662998"/>
            <a:ext cx="457200" cy="586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MI Data Label"/>
          <p:cNvSpPr txBox="1"/>
          <p:nvPr/>
        </p:nvSpPr>
        <p:spPr>
          <a:xfrm>
            <a:off x="2968625" y="4520123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02150" y="4686569"/>
            <a:ext cx="457200" cy="56272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MI Data Label"/>
          <p:cNvSpPr txBox="1"/>
          <p:nvPr/>
        </p:nvSpPr>
        <p:spPr>
          <a:xfrm>
            <a:off x="4143375" y="4543694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Rectangle 50"/>
          <p:cNvSpPr/>
          <p:nvPr/>
        </p:nvSpPr>
        <p:spPr>
          <a:xfrm>
            <a:off x="5676900" y="4614107"/>
            <a:ext cx="457200" cy="63519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MI Data Label"/>
          <p:cNvSpPr txBox="1"/>
          <p:nvPr/>
        </p:nvSpPr>
        <p:spPr>
          <a:xfrm>
            <a:off x="5318125" y="4471232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3" name="Rectangle 52"/>
          <p:cNvSpPr/>
          <p:nvPr/>
        </p:nvSpPr>
        <p:spPr>
          <a:xfrm>
            <a:off x="6851650" y="4644036"/>
            <a:ext cx="457200" cy="60526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FMI Data Label"/>
          <p:cNvSpPr txBox="1"/>
          <p:nvPr/>
        </p:nvSpPr>
        <p:spPr>
          <a:xfrm>
            <a:off x="6492875" y="4501161"/>
            <a:ext cx="117475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19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793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9686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1433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31812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92875" y="6135380"/>
            <a:ext cx="117475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748312"/>
            <a:ext cx="128699" cy="187198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728105"/>
            <a:ext cx="128699" cy="187198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150" y="4489377"/>
            <a:ext cx="128699" cy="187198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16900" y="4499847"/>
            <a:ext cx="128699" cy="187198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1650" y="4493199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6400" y="4516770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1150" y="4444308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5900" y="447423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048625" y="1736673"/>
            <a:ext cx="36544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global average pricing of key product type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665551"/>
            <a:ext cx="34881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'Sweet muffins' shows the most movement (+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85900" y="2655328"/>
            <a:ext cx="134549" cy="195707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61010" y="2665551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048625" y="2840811"/>
            <a:ext cx="20510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'Savoury muffins' the least (+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48791" y="2830588"/>
            <a:ext cx="134549" cy="195707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10223901" y="2840811"/>
            <a:ext cx="15301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048625" y="3016071"/>
            <a:ext cx="3347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should monitor when planning procurement or pricing.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3243909"/>
            <a:ext cx="37186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region-level price movement to the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3419169"/>
            <a:ext cx="3716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base year, applied consistently across the horizon to strip out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59442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048625" y="376968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997527"/>
            <a:ext cx="23402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 price indices diverge by up to</a:t>
            </a:r>
          </a:p>
        </p:txBody>
      </p:sp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38039" y="3987304"/>
            <a:ext cx="134549" cy="195707"/>
          </a:xfrm>
          <a:prstGeom prst="rect">
            <a:avLst/>
          </a:prstGeom>
        </p:spPr>
      </p:pic>
      <p:sp>
        <p:nvSpPr>
          <p:cNvPr id="92" name="TextBox 91"/>
          <p:cNvSpPr txBox="1"/>
          <p:nvPr/>
        </p:nvSpPr>
        <p:spPr>
          <a:xfrm>
            <a:off x="10513148" y="3997527"/>
            <a:ext cx="11875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048625" y="4172787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2036: higher-priced regions start higher and grow steadily, while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4348047"/>
            <a:ext cx="34547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regions start lower and converge, reflecting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4523307"/>
            <a:ext cx="10908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catch-up growth.</a:t>
            </a: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Pricing Assessment: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by product type, 2021 to 2036, with 2026 price index and growth outlook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644652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621792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Trend by Product Type, 2021 to 2036 (US$/MT)</a:t>
            </a:r>
          </a:p>
        </p:txBody>
      </p:sp>
      <p:graphicFrame>
        <p:nvGraphicFramePr>
          <p:cNvPr id="13" name="FMI Price Chart"/>
          <p:cNvGraphicFramePr>
            <a:graphicFrameLocks noGrp="1"/>
          </p:cNvGraphicFramePr>
          <p:nvPr/>
        </p:nvGraphicFramePr>
        <p:xfrm>
          <a:off x="347472" y="1831467"/>
          <a:ext cx="6309360" cy="3182112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572000" y="1593723"/>
            <a:ext cx="2103120" cy="2286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r"/>
            <a:r>
              <a:rPr sz="850" b="0" i="1">
                <a:solidFill>
                  <a:srgbClr val="59636E"/>
                </a:solidFill>
                <a:latin typeface="Calibri"/>
              </a:rPr>
              <a:t>Forecast period: 2026 to 2036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858000" y="1529715"/>
            <a:ext cx="5056632" cy="160020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967728" y="1575435"/>
            <a:ext cx="484632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/>
            </a:r>
          </a:p>
        </p:txBody>
      </p:sp>
      <p:graphicFrame>
        <p:nvGraphicFramePr>
          <p:cNvPr id="17" name="FMI Open Chart"/>
          <p:cNvGraphicFramePr>
            <a:graphicFrameLocks noGrp="1"/>
          </p:cNvGraphicFramePr>
          <p:nvPr/>
        </p:nvGraphicFramePr>
        <p:xfrm>
          <a:off x="6903720" y="1785747"/>
          <a:ext cx="4965192" cy="132588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graphicFrame>
        <p:nvGraphicFramePr>
          <p:cNvPr id="18" name="Table 17"/>
          <p:cNvGraphicFramePr>
            <a:graphicFrameLocks noGrp="1"/>
          </p:cNvGraphicFramePr>
          <p:nvPr/>
        </p:nvGraphicFramePr>
        <p:xfrm>
          <a:off x="6858000" y="3203067"/>
          <a:ext cx="5056632" cy="1847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0552"/>
                <a:gridCol w="548640"/>
                <a:gridCol w="548640"/>
                <a:gridCol w="548640"/>
                <a:gridCol w="777240"/>
                <a:gridCol w="502920"/>
              </a:tblGrid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2021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Sweet muffins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</a:tr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Savoury muffins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</a:tr>
              <a:tr h="461772">
                <a:tc>
                  <a:txBody>
                    <a:bodyPr wrap="square"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Global Average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9" name="Rectangle 18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Hierarchy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Oval 23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Momentum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Outlook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Average price = market value (US$) / market volume (MT). 2021 to 2025 historical, 2026 to 2036 forecast.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83571" y="4117466"/>
            <a:ext cx="330041" cy="48006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11480" y="1110615"/>
            <a:ext cx="4226272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Sweet muffins command the highest 2026 price point at US$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90213" y="1099058"/>
            <a:ext cx="152098" cy="221234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788162" y="1110615"/>
            <a:ext cx="535061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75685" y="1099058"/>
            <a:ext cx="152098" cy="221234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473635" y="1110615"/>
            <a:ext cx="2244749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premium over Savoury muffins.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995160" y="1602867"/>
            <a:ext cx="2164334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2026 Price Index vs Global Average (=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06620" y="1593461"/>
            <a:ext cx="123784" cy="18005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267721" y="1602867"/>
            <a:ext cx="118189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)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06576" y="5530976"/>
            <a:ext cx="314325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sit at the top of the 2026 price ladder at an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6576" y="5690996"/>
            <a:ext cx="512452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index of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65978" y="5681662"/>
            <a:ext cx="122849" cy="178689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425861" y="5690996"/>
            <a:ext cx="179750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while Savoury muffins trade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70319" y="5681662"/>
            <a:ext cx="122849" cy="178689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3330201" y="5690996"/>
            <a:ext cx="46244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which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6576" y="5851016"/>
            <a:ext cx="230746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keeps the full product type spread within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60994" y="5841682"/>
            <a:ext cx="122849" cy="178689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220877" y="5851016"/>
            <a:ext cx="10979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732401" y="5530976"/>
            <a:ext cx="267860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post the fastest price growth at a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57958" y="5521642"/>
            <a:ext cx="122849" cy="1786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732401" y="5690996"/>
            <a:ext cx="261191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CAGR between 2026 and 2036, compared with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1267" y="5681662"/>
            <a:ext cx="122849" cy="178689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451149" y="5690996"/>
            <a:ext cx="23377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for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732401" y="5851016"/>
            <a:ext cx="98334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Savoury muffins.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658225" y="5530976"/>
            <a:ext cx="223584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The Global average price rises from US$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41019" y="5521642"/>
            <a:ext cx="122849" cy="178689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1000901" y="5530976"/>
            <a:ext cx="73904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2026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658225" y="5690996"/>
            <a:ext cx="43614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US$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1315" y="5681662"/>
            <a:ext cx="122849" cy="178689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201197" y="5690996"/>
            <a:ext cx="259318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2036, and the gap between the highest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8658225" y="5851016"/>
            <a:ext cx="245123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and lowest priced product type moves from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56410" y="5841682"/>
            <a:ext cx="122849" cy="178689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11216293" y="5851016"/>
            <a:ext cx="47807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 2021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658225" y="6011036"/>
            <a:ext cx="191318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96492" y="6001702"/>
            <a:ext cx="122849" cy="17868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956375" y="6011036"/>
            <a:ext cx="51167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 2036.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18190" y="3048804"/>
            <a:ext cx="454926" cy="661711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3270" y="2219134"/>
            <a:ext cx="256698" cy="373379"/>
          </a:xfrm>
          <a:prstGeom prst="rect">
            <a:avLst/>
          </a:prstGeom>
        </p:spPr>
      </p:pic>
      <p:sp>
        <p:nvSpPr>
          <p:cNvPr id="71" name="lockshield_13"/>
          <p:cNvSpPr/>
          <p:nvPr/>
        </p:nvSpPr>
        <p:spPr>
          <a:xfrm>
            <a:off x="347472" y="1831467"/>
            <a:ext cx="6309360" cy="3182112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lockshield_17"/>
          <p:cNvSpPr/>
          <p:nvPr/>
        </p:nvSpPr>
        <p:spPr>
          <a:xfrm>
            <a:off x="6903720" y="1785747"/>
            <a:ext cx="4965192" cy="132588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Price Matrix: Product Type × Flavour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for every product type and flavour combination, 2026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Matrix (US$/MT), Shaded by Index vs Global Average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365760" y="1868043"/>
          <a:ext cx="7360920" cy="2834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4480"/>
                <a:gridCol w="2601468"/>
                <a:gridCol w="2601468"/>
                <a:gridCol w="603504"/>
              </a:tblGrid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Sweet Muffins Flavours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Savoury Muffins Flavours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Row Avg.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Sweet muffins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Savoury muffins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708660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Column Avg.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4" name="Rectangle 13"/>
          <p:cNvSpPr/>
          <p:nvPr/>
        </p:nvSpPr>
        <p:spPr>
          <a:xfrm>
            <a:off x="384048" y="4794123"/>
            <a:ext cx="180975" cy="142875"/>
          </a:xfrm>
          <a:prstGeom prst="rect">
            <a:avLst/>
          </a:prstGeom>
          <a:solidFill>
            <a:srgbClr val="9DC0E0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5" name="FMI Scale legend"/>
          <p:cNvSpPr txBox="1"/>
          <p:nvPr/>
        </p:nvSpPr>
        <p:spPr>
          <a:xfrm>
            <a:off x="5935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below 97.5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50898" y="4794123"/>
            <a:ext cx="180975" cy="142875"/>
          </a:xfrm>
          <a:prstGeom prst="rect">
            <a:avLst/>
          </a:prstGeom>
          <a:solidFill>
            <a:srgbClr val="D9E6F2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" name="FMI Scale legend"/>
          <p:cNvSpPr txBox="1"/>
          <p:nvPr/>
        </p:nvSpPr>
        <p:spPr>
          <a:xfrm>
            <a:off x="206044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97.5 to 99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317748" y="4794123"/>
            <a:ext cx="180975" cy="142875"/>
          </a:xfrm>
          <a:prstGeom prst="rect">
            <a:avLst/>
          </a:prstGeom>
          <a:solidFill>
            <a:srgbClr val="F7F7F7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FMI Scale legend"/>
          <p:cNvSpPr txBox="1"/>
          <p:nvPr/>
        </p:nvSpPr>
        <p:spPr>
          <a:xfrm>
            <a:off x="35272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Parity: 99 to 101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784598" y="4794123"/>
            <a:ext cx="180975" cy="142875"/>
          </a:xfrm>
          <a:prstGeom prst="rect">
            <a:avLst/>
          </a:prstGeom>
          <a:solidFill>
            <a:srgbClr val="FBE3D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FMI Scale legend"/>
          <p:cNvSpPr txBox="1"/>
          <p:nvPr/>
        </p:nvSpPr>
        <p:spPr>
          <a:xfrm>
            <a:off x="499414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101 to 102.5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251448" y="4794123"/>
            <a:ext cx="180975" cy="142875"/>
          </a:xfrm>
          <a:prstGeom prst="rect">
            <a:avLst/>
          </a:prstGeom>
          <a:solidFill>
            <a:srgbClr val="F4B18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FMI Scale legend"/>
          <p:cNvSpPr txBox="1"/>
          <p:nvPr/>
        </p:nvSpPr>
        <p:spPr>
          <a:xfrm>
            <a:off x="6460998" y="4739259"/>
            <a:ext cx="1276350" cy="23812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above 102.5</a:t>
            </a:r>
          </a:p>
        </p:txBody>
      </p:sp>
      <p:sp>
        <p:nvSpPr>
          <p:cNvPr id="24" name="Rectangle 23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Range Across All Flavour Sub-Types,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065008" y="1965579"/>
            <a:ext cx="3749040" cy="2190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>Bar spans lowest to highest price (US$/MT) at the finest data level.</a:t>
            </a:r>
          </a:p>
        </p:txBody>
      </p:sp>
      <p:graphicFrame>
        <p:nvGraphicFramePr>
          <p:cNvPr id="27" name="FMI Price Chart"/>
          <p:cNvGraphicFramePr>
            <a:graphicFrameLocks noGrp="1"/>
          </p:cNvGraphicFramePr>
          <p:nvPr/>
        </p:nvGraphicFramePr>
        <p:xfrm>
          <a:off x="8001000" y="2032635"/>
          <a:ext cx="3867912" cy="2971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8" name="Rectangle 2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Pockets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Value Pockets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6" name="Rectangle 3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Within-Type Spread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6769" y="3372993"/>
            <a:ext cx="366712" cy="533400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411480" y="1110615"/>
            <a:ext cx="6417394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Sweet muffins for Savoury Muffins Flavours is the highest priced combination in 2026 at US$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81335" y="1099058"/>
            <a:ext cx="152098" cy="221234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979284" y="1110615"/>
            <a:ext cx="535706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+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67452" y="1099058"/>
            <a:ext cx="152098" cy="221234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665402" y="1110615"/>
            <a:ext cx="1871984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above the Global average.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6576" y="5530976"/>
            <a:ext cx="302422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positioned on Savoury Muffins Flavours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6576" y="5690996"/>
            <a:ext cx="239836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carry the strongest premium at an index of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51891" y="5681662"/>
            <a:ext cx="122849" cy="178689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311773" y="5690996"/>
            <a:ext cx="46244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which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6576" y="5851016"/>
            <a:ext cx="313022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signals room for value-added claims in this combination.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732401" y="5530976"/>
            <a:ext cx="314324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Savoury muffins for Sweet Muffins Flavours is the lowest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732401" y="5690996"/>
            <a:ext cx="190012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priced combination at an index of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79476" y="5681662"/>
            <a:ext cx="122849" cy="178689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6739358" y="5690996"/>
            <a:ext cx="47572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sitting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2036" y="5681662"/>
            <a:ext cx="122849" cy="178689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7321919" y="5690996"/>
            <a:ext cx="40905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below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732401" y="5851016"/>
            <a:ext cx="148366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the Global average of US$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163017" y="5841682"/>
            <a:ext cx="122849" cy="178689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6322900" y="5851016"/>
            <a:ext cx="34055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658225" y="5530976"/>
            <a:ext cx="306251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Sweet muffins show the widest internal price spread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45369" y="5681662"/>
            <a:ext cx="122849" cy="178689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8805252" y="5690996"/>
            <a:ext cx="108570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ranging from US$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37902" y="5681662"/>
            <a:ext cx="122849" cy="178689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997784" y="5690996"/>
            <a:ext cx="69711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to US$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641845" y="5681662"/>
            <a:ext cx="122849" cy="17868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0801727" y="5690996"/>
            <a:ext cx="67861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across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658225" y="5851016"/>
            <a:ext cx="63668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sub-types.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01752" y="6391275"/>
            <a:ext cx="5770697" cy="14340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Source: FMI analysis. Cell price = combined value (US$) / combined volume (MT); shading shows the index vs the Global average of US$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4239" y="6384020"/>
            <a:ext cx="95470" cy="138866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6138491" y="6391275"/>
            <a:ext cx="281642" cy="14340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/MT.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13437" y="3234020"/>
            <a:ext cx="332271" cy="483303"/>
          </a:xfrm>
          <a:prstGeom prst="rect">
            <a:avLst/>
          </a:prstGeom>
        </p:spPr>
      </p:pic>
      <p:sp>
        <p:nvSpPr>
          <p:cNvPr id="74" name="lockshield_27"/>
          <p:cNvSpPr/>
          <p:nvPr/>
        </p:nvSpPr>
        <p:spPr>
          <a:xfrm>
            <a:off x="8001000" y="2032635"/>
            <a:ext cx="3867912" cy="2971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Pricing Assessment: Region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 average price and price range across product types, 2026 (US$/MT)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wrap="square" lIns="137160"/>
          <a:lstStyle/>
          <a:p>
            <a:pPr algn="l"/>
            <a:r>
              <a:rPr sz="13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Range Across Product Types by Region (US$/MT), Ranked by Average</a:t>
            </a:r>
          </a:p>
        </p:txBody>
      </p:sp>
      <p:graphicFrame>
        <p:nvGraphicFramePr>
          <p:cNvPr id="13" name="FMI Open Chart"/>
          <p:cNvGraphicFramePr>
            <a:graphicFrameLocks noGrp="1"/>
          </p:cNvGraphicFramePr>
          <p:nvPr/>
        </p:nvGraphicFramePr>
        <p:xfrm>
          <a:off x="347472" y="2014347"/>
          <a:ext cx="7406640" cy="301752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384048" y="1804035"/>
            <a:ext cx="7223760" cy="2190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and Discount Markets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8046720" y="1868043"/>
          <a:ext cx="3776472" cy="30906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7320"/>
                <a:gridCol w="786384"/>
                <a:gridCol w="658368"/>
                <a:gridCol w="914400"/>
              </a:tblGrid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Region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Avg. 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Europe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Middle East &amp; Africa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Latin America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South Asia &amp; Pacific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East Asia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</a:tr>
              <a:tr h="441525">
                <a:tc>
                  <a:txBody>
                    <a:bodyPr wrap="square"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North America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</a:tr>
            </a:tbl>
          </a:graphicData>
        </a:graphic>
      </p:graphicFrame>
      <p:sp>
        <p:nvSpPr>
          <p:cNvPr id="18" name="Rectangle 1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Region Spread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Oval 2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Growth Leader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rtlCol="0" anchor="ctr" lIns="0" rIns="0" wrap="none" tIns="0" bIns="0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Mix Exposure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anchor="t" lIns="27432" rIns="27432" tIns="27432" bIns="27432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Range = lowest to highest product type price in each region; ranked by average price. Other geographies grouped as 'Other' are excluded from the ranking.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62494" y="3375398"/>
            <a:ext cx="355774" cy="517489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80" y="1110615"/>
            <a:ext cx="3466876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Europe is the most premium Global region at US$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30817" y="1099058"/>
            <a:ext cx="152098" cy="221234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028767" y="1110615"/>
            <a:ext cx="1075183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 in 2026,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56412" y="1099058"/>
            <a:ext cx="152098" cy="221234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254361" y="1110615"/>
            <a:ext cx="4718992" cy="2171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above the global average, while North America is the lowest priced.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11480" y="1831467"/>
            <a:ext cx="4975274" cy="1485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50" b="0">
                <a:solidFill>
                  <a:srgbClr val="59636E"/>
                </a:solidFill>
                <a:latin typeface="Calibri"/>
              </a:rPr>
              <a:t>Bar spans the lowest to highest product type price in each region, read on the price index axis (Global average =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29294" y="1823910"/>
            <a:ext cx="99449" cy="144653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458723" y="1831467"/>
            <a:ext cx="2037010" cy="1485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50" b="0">
                <a:solidFill>
                  <a:srgbClr val="59636E"/>
                </a:solidFill>
                <a:latin typeface="Calibri"/>
              </a:rPr>
              <a:t>). Teal = above Global average, blue = below.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06576" y="5530976"/>
            <a:ext cx="277832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Average prices across the ranked regions differ by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31850" y="5521642"/>
            <a:ext cx="122849" cy="178689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691732" y="5530976"/>
            <a:ext cx="176993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6576" y="5690996"/>
            <a:ext cx="91953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2026, from US$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060" y="5681662"/>
            <a:ext cx="122849" cy="178689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832943" y="5690996"/>
            <a:ext cx="1654261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North America to US$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721" y="5841682"/>
            <a:ext cx="122849" cy="178689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3604" y="5851016"/>
            <a:ext cx="89036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Europe.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732401" y="5530976"/>
            <a:ext cx="295181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South Asia &amp; Pacific records the fastest average price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4732401" y="5690996"/>
            <a:ext cx="698934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growth at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78284" y="5681662"/>
            <a:ext cx="122849" cy="178689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5538166" y="5690996"/>
            <a:ext cx="2178529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CAGR between 2026 and 2036, against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19545" y="5841682"/>
            <a:ext cx="122849" cy="178689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879428" y="5851016"/>
            <a:ext cx="1250565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for Global as a whole.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658225" y="5530976"/>
            <a:ext cx="273773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North America shows the widest gap between its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658225" y="5690996"/>
            <a:ext cx="2544216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cheapest and most expensive product type at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49391" y="5681662"/>
            <a:ext cx="122849" cy="178689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1309273" y="5690996"/>
            <a:ext cx="262160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, so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658225" y="5851016"/>
            <a:ext cx="2851807" cy="17906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product mix shifts move its average price the most.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2821" y="3129375"/>
            <a:ext cx="482444" cy="701737"/>
          </a:xfrm>
          <a:prstGeom prst="rect">
            <a:avLst/>
          </a:prstGeom>
        </p:spPr>
      </p:pic>
      <p:sp>
        <p:nvSpPr>
          <p:cNvPr id="61" name="lockshield_13"/>
          <p:cNvSpPr/>
          <p:nvPr/>
        </p:nvSpPr>
        <p:spPr>
          <a:xfrm>
            <a:off x="347472" y="2014347"/>
            <a:ext cx="7406640" cy="301752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region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3,221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3,595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3,970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4,344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4,718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5,093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20340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North America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045494" y="2100912"/>
            <a:ext cx="2695742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331452" y="222721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38125" y="292731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Latin America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54194" y="2824823"/>
            <a:ext cx="2896943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40753" y="295112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51224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32" name="Rectangle 31"/>
          <p:cNvSpPr/>
          <p:nvPr/>
        </p:nvSpPr>
        <p:spPr>
          <a:xfrm>
            <a:off x="3926499" y="3548733"/>
            <a:ext cx="3000558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5364865" y="367503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38125" y="437513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East Asia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123213" y="4272643"/>
            <a:ext cx="2632043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4377321" y="439894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38125" y="509904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South Asia &amp; Pacific</a:t>
            </a:r>
          </a:p>
        </p:txBody>
      </p:sp>
      <p:sp>
        <p:nvSpPr>
          <p:cNvPr id="38" name="Rectangle 37"/>
          <p:cNvSpPr/>
          <p:nvPr/>
        </p:nvSpPr>
        <p:spPr>
          <a:xfrm>
            <a:off x="3199539" y="4996553"/>
            <a:ext cx="2864817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4570035" y="512285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38125" y="5822955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Middle East &amp; Africa</a:t>
            </a:r>
          </a:p>
        </p:txBody>
      </p:sp>
      <p:sp>
        <p:nvSpPr>
          <p:cNvPr id="41" name="Rectangle 40"/>
          <p:cNvSpPr/>
          <p:nvPr/>
        </p:nvSpPr>
        <p:spPr>
          <a:xfrm>
            <a:off x="3380679" y="5720463"/>
            <a:ext cx="2825567" cy="376433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4731550" y="584676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644164" y="1911934"/>
            <a:ext cx="1941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'North America' to ~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35079" y="1901710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0710188" y="1911934"/>
            <a:ext cx="707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2087194"/>
            <a:ext cx="10848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'Europe' at 2026.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2315032"/>
            <a:ext cx="38352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commands the premium a signal of stronger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048625" y="2490292"/>
            <a:ext cx="35756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'North America'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048625" y="2665551"/>
            <a:ext cx="30630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remains the most accessible, value-led geography.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5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Packaged Muffins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1247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9342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343275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90850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628900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66950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914525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705225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705225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705225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705225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705225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705225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96439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911172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911172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96439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543175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71888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48037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838022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5017427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614355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71888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3006616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85158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505753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72934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733800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733800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733800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733800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33800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48000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79956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041347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041347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79956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48000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816044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54653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54653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816044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343775" y="1354081"/>
            <a:ext cx="470535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477125" y="1439806"/>
            <a:ext cx="4438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477125" y="1677931"/>
            <a:ext cx="4438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477125" y="1763656"/>
            <a:ext cx="443865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Packaged Muffins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Packaged Muffins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343775" y="4943046"/>
            <a:ext cx="470535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477125" y="5028771"/>
            <a:ext cx="4438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477125" y="5266896"/>
            <a:ext cx="4438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77125" y="5352621"/>
            <a:ext cx="443865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336396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44277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62308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8613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130968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2736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20171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8341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327292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5613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144658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67161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54338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308296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44802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144816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0310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27477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02838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98348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21701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47712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604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33353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7712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7654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44404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47712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0356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907105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47712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5049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11798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47712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2525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19274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5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2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70904"/>
                <a:gridCol w="1128887"/>
                <a:gridCol w="1128887"/>
                <a:gridCol w="1128887"/>
                <a:gridCol w="11288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299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38759"/>
                <a:gridCol w="947635"/>
                <a:gridCol w="947635"/>
                <a:gridCol w="947635"/>
                <a:gridCol w="94763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753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4387" y="2566777"/>
            <a:ext cx="366712" cy="533399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7639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Global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region and sub-segment against the weighted average price of each region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0" cy="24098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01366"/>
                <a:gridCol w="2895278"/>
                <a:gridCol w="2895278"/>
                <a:gridCol w="28952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East Asia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South Asia &amp; Pacific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6061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Middle East &amp; Africa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990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3338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4196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6577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743450"/>
            <a:ext cx="11639550" cy="17240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09992" y="263289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752975"/>
            <a:ext cx="4195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'Europe' is the highest-priced region (~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0930" y="47427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596039" y="4752975"/>
            <a:ext cx="3290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 and 'North America' the most competitive (~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35920" y="47427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011029" y="4752975"/>
            <a:ext cx="644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980813"/>
            <a:ext cx="5929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54989" y="49705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30098" y="4980813"/>
            <a:ext cx="1455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08650"/>
            <a:ext cx="2140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66246" y="51984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41355" y="5208650"/>
            <a:ext cx="36270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436488"/>
            <a:ext cx="5691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5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Price Forecast &amp; Dynamics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198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1674"/>
                <a:gridCol w="1534254"/>
                <a:gridCol w="1534254"/>
                <a:gridCol w="1534254"/>
                <a:gridCol w="1534254"/>
                <a:gridCol w="1534254"/>
                <a:gridCol w="153425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2927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2927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50146" y="2183449"/>
            <a:ext cx="366712" cy="53340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34125" y="4220692"/>
            <a:ext cx="4080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'Sweet muffins' shows the strongest forecast price appreciation (+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63873" y="421046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0538982" y="4220692"/>
            <a:ext cx="11715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over the horizon.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34125" y="444853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34125" y="462379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34125" y="485162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502688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5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50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47324"/>
                <a:gridCol w="559656"/>
                <a:gridCol w="1176561"/>
                <a:gridCol w="1101405"/>
                <a:gridCol w="26922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Grupo Bimbo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McKee Foods Corporation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Hostess Brands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Rich Products Corporation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ARYZTA / Aspire Bakeries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Europastry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8622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5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43254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Packaged Muffins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667125"/>
          </a:xfrm>
          <a:prstGeom prst="roundRect">
            <a:avLst>
              <a:gd name="adj" fmla="val 20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Packaged Muffins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2" cy="32004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08402"/>
                <a:gridCol w="2669700"/>
                <a:gridCol w="2669700"/>
                <a:gridCol w="2669700"/>
                <a:gridCol w="26697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190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4481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81550"/>
            <a:ext cx="11906250" cy="1847850"/>
          </a:xfrm>
          <a:prstGeom prst="roundRect">
            <a:avLst>
              <a:gd name="adj" fmla="val 412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672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1054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91125"/>
            <a:ext cx="11639550" cy="13620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512" y="269481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Packaged Muffins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83353"/>
                <a:gridCol w="1113221"/>
                <a:gridCol w="1116270"/>
                <a:gridCol w="1184142"/>
                <a:gridCol w="1681873"/>
                <a:gridCol w="1342511"/>
                <a:gridCol w="1472555"/>
                <a:gridCol w="1416039"/>
                <a:gridCol w="15772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U.S.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Canada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North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Brazil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Mexico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Rest of LATAM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Latin America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U.K.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121" y="2451926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5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Dynamics by Region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region of the global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1025515"/>
            <a:ext cx="85725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Region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262813"/>
            <a:ext cx="11906250" cy="255552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262813"/>
            <a:ext cx="14287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Region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262813"/>
            <a:ext cx="37147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262813"/>
            <a:ext cx="27622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262813"/>
            <a:ext cx="361950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518365"/>
            <a:ext cx="11906250" cy="51110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518365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545745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545745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545745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029468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029468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056849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056849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056849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540572"/>
            <a:ext cx="11906250" cy="51110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540572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567952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567952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567952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051675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051675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East Asia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079056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079056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079056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3562779"/>
            <a:ext cx="11906250" cy="51110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3562779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Latin America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3590159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3590159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3590159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073882"/>
            <a:ext cx="11906250" cy="51110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073882"/>
            <a:ext cx="1428750" cy="51110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Middle East &amp; Africa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101263"/>
            <a:ext cx="36766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101263"/>
            <a:ext cx="27241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101263"/>
            <a:ext cx="358140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42875" y="4584986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TextBox 47"/>
          <p:cNvSpPr txBox="1"/>
          <p:nvPr/>
        </p:nvSpPr>
        <p:spPr>
          <a:xfrm>
            <a:off x="200025" y="4603240"/>
            <a:ext cx="3810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42875" y="4858791"/>
            <a:ext cx="11906250" cy="994827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76225" y="4895299"/>
            <a:ext cx="38100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276225" y="5132597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276225" y="5187358"/>
            <a:ext cx="1152525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52600" y="1606276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596497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606285" y="1606276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596497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78252" y="1606276"/>
            <a:ext cx="8543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Sweet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752600" y="1773915"/>
            <a:ext cx="2386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 demand, Accelerating vs history.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5562600" y="1606276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96497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965262" y="1606276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5562600" y="1773915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64137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425562" y="177391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420100" y="1690095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1680317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9821398" y="169009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1680317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090362" y="1690095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752600" y="2117380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107601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606285" y="2117380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2107601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05401" y="2117380"/>
            <a:ext cx="5351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Sweet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752600" y="2285020"/>
            <a:ext cx="2386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 demand, Accelerating vs history.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562600" y="220120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191421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91183" y="220120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420100" y="2201200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219142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821398" y="220120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2191421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10090362" y="2201200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752600" y="2628483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618704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606285" y="2628483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2618704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4405401" y="2628483"/>
            <a:ext cx="5351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Sweet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752600" y="2796123"/>
            <a:ext cx="2386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 demand, Accelerating vs history.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562600" y="2712303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02524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791183" y="2712303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420100" y="2712303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2702524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821398" y="2712303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2702524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10090362" y="2712303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752600" y="313958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129808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002465" y="3139587"/>
            <a:ext cx="18510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Sweet muffins demand,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752600" y="3307227"/>
            <a:ext cx="13897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Accelerating vs history.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5562600" y="313958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12980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6965262" y="313958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5562600" y="330722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3297448"/>
            <a:ext cx="128699" cy="187198"/>
          </a:xfrm>
          <a:prstGeom prst="rect">
            <a:avLst/>
          </a:prstGeom>
        </p:spPr>
      </p:pic>
      <p:sp>
        <p:nvSpPr>
          <p:cNvPr id="108" name="TextBox 107"/>
          <p:cNvSpPr txBox="1"/>
          <p:nvPr/>
        </p:nvSpPr>
        <p:spPr>
          <a:xfrm>
            <a:off x="6425562" y="330722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8420100" y="3223407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9821398" y="322340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10090362" y="3223407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752600" y="365069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3640911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3129614" y="3650690"/>
            <a:ext cx="22424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Sweet muffins demand, Accelerating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752600" y="3818330"/>
            <a:ext cx="6535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vs history.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5562600" y="373451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724731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6791183" y="373451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420100" y="3734510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372473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9821398" y="3734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372473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090362" y="3734510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752600" y="4161794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4152015"/>
            <a:ext cx="128699" cy="187198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3002465" y="4161794"/>
            <a:ext cx="18510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Sweet muffins demand,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752600" y="4329434"/>
            <a:ext cx="13897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Accelerating vs history.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562600" y="4161794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4152015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965262" y="4161794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5562600" y="4329434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4319655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425562" y="4329434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8420100" y="4245614"/>
            <a:ext cx="1285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Sweet muffins 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3902" y="4235835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821398" y="4245614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22866" y="4235835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0090362" y="4245614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04800" y="5232520"/>
            <a:ext cx="4373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North America, Europe, South Asia &amp; Pacific anchor scale with a combined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6463" y="522274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4793959" y="5232520"/>
            <a:ext cx="46229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Global value in 2036, while 'South Asia &amp; Pacific' offers the steepest upside at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65009" y="522274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9532505" y="5232520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1332" y="5390381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458828" y="5400160"/>
            <a:ext cx="110088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 3 of 6 regions grow at or above that pace, so entry logic has to differ by region scale defence in the leaders, mix and premiumisation in the mid-tier, and availability-led expansion in the fastest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04800" y="5567800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5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Global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global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604460"/>
            <a:ext cx="2324100" cy="2309093"/>
          </a:xfrm>
          <a:custGeom>
            <a:avLst/>
            <a:gdLst/>
            <a:ahLst/>
            <a:cxnLst/>
            <a:rect l="l" t="t" r="r" b="b"/>
            <a:pathLst>
              <a:path w="244" h="253">
                <a:moveTo>
                  <a:pt x="244" y="10"/>
                </a:moveTo>
                <a:lnTo>
                  <a:pt x="176" y="0"/>
                </a:lnTo>
                <a:lnTo>
                  <a:pt x="120" y="42"/>
                </a:lnTo>
                <a:lnTo>
                  <a:pt x="97" y="107"/>
                </a:lnTo>
                <a:lnTo>
                  <a:pt x="0" y="197"/>
                </a:lnTo>
                <a:lnTo>
                  <a:pt x="149" y="217"/>
                </a:lnTo>
                <a:lnTo>
                  <a:pt x="217" y="197"/>
                </a:lnTo>
                <a:lnTo>
                  <a:pt x="244" y="253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2 product type lines and 3 sales channel routes, giving producers focused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5618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Input Cost Pressure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49441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316936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7640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global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540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'North America'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8726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656222" y="2401990"/>
            <a:ext cx="1821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6 regions.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5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Global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global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95333"/>
            <a:ext cx="1504950" cy="3103129"/>
          </a:xfrm>
          <a:custGeom>
            <a:avLst/>
            <a:gdLst/>
            <a:ahLst/>
            <a:cxnLst/>
            <a:rect l="l" t="t" r="r" b="b"/>
            <a:pathLst>
              <a:path w="158" h="340">
                <a:moveTo>
                  <a:pt x="0" y="17"/>
                </a:moveTo>
                <a:lnTo>
                  <a:pt x="69" y="0"/>
                </a:lnTo>
                <a:lnTo>
                  <a:pt x="49" y="103"/>
                </a:lnTo>
                <a:lnTo>
                  <a:pt x="97" y="120"/>
                </a:lnTo>
                <a:lnTo>
                  <a:pt x="158" y="178"/>
                </a:lnTo>
                <a:lnTo>
                  <a:pt x="100" y="222"/>
                </a:lnTo>
                <a:lnTo>
                  <a:pt x="95" y="340"/>
                </a:lnTo>
                <a:lnTo>
                  <a:pt x="0" y="273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431050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2887392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34373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40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Adoption Depth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8470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65966" y="1496754"/>
            <a:ext cx="16060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009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87592" y="1496754"/>
            <a:ext cx="13542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Premiumisation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9880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6657376" y="1496754"/>
            <a:ext cx="314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09550" y="1664394"/>
            <a:ext cx="30412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on a 0-10 scale scored from the global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19453"/>
            <a:ext cx="14426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'Sweet muffins'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242" y="220967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1767738" y="2219453"/>
            <a:ext cx="39588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'Sweet muffins' compounds fastest at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4667" y="2209674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842163" y="221945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09550" y="2584528"/>
            <a:ext cx="2476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'South Asia &amp; Pacific'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4349" y="2574749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801845" y="2584528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469" y="2574749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448965" y="2584528"/>
            <a:ext cx="3522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3 of 6 regions at or above pace.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09550" y="2957050"/>
            <a:ext cx="3533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3 sales channel routes, led by 'Retail'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1376" y="2947271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3858872" y="2957050"/>
            <a:ext cx="32156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'Foodservice and institutional' growing fastest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209550" y="3124690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580" y="311491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515076" y="312469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global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Savoury muffins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Region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Concentration Risk Limits Pricing and Sourcing Flexibility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837332"/>
            <a:ext cx="18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'Savoury muffins'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85558" y="182755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2153054" y="1837332"/>
            <a:ext cx="46551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5.0%, a -52 BPS gap, and 'Savoury muffins'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56283" y="182755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6923779" y="1837332"/>
            <a:ext cx="23962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04972"/>
            <a:ext cx="92983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2036. Because these lines still carry meaningful volume, the drag is absorbed by the whole category: blended growth sits below what the leading lines achieve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172613"/>
            <a:ext cx="80939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on their own. Rationalising or repositioning the lagging end of a 2-line portfolio is therefore a precondition for 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7315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'North America'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0142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037637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55597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623093" y="3498419"/>
            <a:ext cx="6616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3 of 6 regions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6180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regions out of returns earned in the fast ones. With 'North America'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56642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924138" y="3666059"/>
            <a:ext cx="5640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703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shortfall in a single leading region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33375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concentrated: 'North America' accounts for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6146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43642" y="5250774"/>
            <a:ext cx="29575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the leading product type line for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49206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6716702" y="5250774"/>
            <a:ext cx="24450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its segment. Average realisation moves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540863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4528" y="5418414"/>
            <a:ext cx="91247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6 regions. The practical constraint is the same in either case commercial terms set for the market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586054"/>
            <a:ext cx="61918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5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global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U.S.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Netherlands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Foodservice and institutional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6620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'U.S.'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0563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68059" y="1746064"/>
            <a:ext cx="8433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 execution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37692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7797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075293" y="1913704"/>
            <a:ext cx="54025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 converts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175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3797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81293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680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'Netherlands'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18845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986341" y="3498419"/>
            <a:ext cx="73152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425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That profile is where share is cheapest to buy: competitive intensity is lower than in the 30.2%-share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6400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73150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23012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'Foodservice and institutional'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9826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607322" y="5250774"/>
            <a:ext cx="30838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3 sales channel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9199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806695" y="5250774"/>
            <a:ext cx="33277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'Retail'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82518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90500" y="5418414"/>
            <a:ext cx="7293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demand today. Pairing the incumbent route for volume with the fastest route for growth and leading with 'Sweet muffins' at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32493" y="540863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7599989" y="5418414"/>
            <a:ext cx="18936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 highest-yield combination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90500" y="5586054"/>
            <a:ext cx="12884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dataset supports.</a:t>
            </a: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Global Packaged Muffins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global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049588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2025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41578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367162"/>
            <a:ext cx="11906250" cy="1049588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367162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367162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691164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416749"/>
            <a:ext cx="11906250" cy="1049588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416749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2035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416749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740753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466337"/>
            <a:ext cx="11906250" cy="1049588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466337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466337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790339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15924"/>
            <a:ext cx="11906250" cy="1049588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15924"/>
            <a:ext cx="1428750" cy="104958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15924"/>
            <a:ext cx="0" cy="1049588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39928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681434"/>
            <a:ext cx="337896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Strongest historical expansion on record: Global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69126" y="1672046"/>
            <a:ext cx="123551" cy="179710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229922" y="1681434"/>
            <a:ext cx="9015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8569" y="1672046"/>
            <a:ext cx="123551" cy="17971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239365" y="1681434"/>
            <a:ext cx="517717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'Sweet muffins'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63617" y="1672046"/>
            <a:ext cx="123551" cy="17971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743075" y="1842368"/>
            <a:ext cx="683916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product type value by 2036 set the pace, and the 3 sales channel routes tracked here all carried volume through the year.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743075" y="2731020"/>
            <a:ext cx="33404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global market is estimated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0621" y="2721632"/>
            <a:ext cx="123551" cy="179710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5191417" y="2731020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4179" y="2721632"/>
            <a:ext cx="123551" cy="17971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124975" y="2731020"/>
            <a:ext cx="23107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'North America'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2846" y="2721632"/>
            <a:ext cx="123551" cy="179710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43642" y="2731020"/>
            <a:ext cx="189666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6 regions, and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43075" y="2891954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21 segment breakdowns covering 2 product type lines.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780609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771221"/>
            <a:ext cx="123551" cy="179710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2940326" y="3780609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771221"/>
            <a:ext cx="123551" cy="17971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5993405" y="3780609"/>
            <a:ext cx="317675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'Sweet muffins'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7241" y="3771221"/>
            <a:ext cx="123551" cy="179710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278037" y="3780609"/>
            <a:ext cx="235111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'South Asia &amp; Pacific' among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743075" y="3941543"/>
            <a:ext cx="61710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regions at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07257" y="3932155"/>
            <a:ext cx="123551" cy="179710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2468053" y="3941543"/>
            <a:ext cx="31780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3 of 6 regions running at or above the market rate.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43075" y="4830195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820807"/>
            <a:ext cx="123551" cy="179710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4041250" y="4830195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820807"/>
            <a:ext cx="123551" cy="179710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90266" y="4830195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820807"/>
            <a:ext cx="123551" cy="179710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379477" y="4830195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820807"/>
            <a:ext cx="123551" cy="17971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9227644" y="4830195"/>
            <a:ext cx="189823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'Sweet muffins' while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743075" y="4991129"/>
            <a:ext cx="14893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'Savoury muffins' gives up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9509" y="4981741"/>
            <a:ext cx="123551" cy="179710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340305" y="4991129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743075" y="5879784"/>
            <a:ext cx="254414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global market reaches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4303" y="5870396"/>
            <a:ext cx="123551" cy="179710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395098" y="5879784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7879" y="5870396"/>
            <a:ext cx="123551" cy="17971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138675" y="5879784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23507" y="5870396"/>
            <a:ext cx="123551" cy="179710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6684303" y="5879784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0610" y="5870396"/>
            <a:ext cx="123551" cy="17971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91406" y="5879784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7204" y="5870396"/>
            <a:ext cx="123551" cy="179710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0378000" y="5879784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743075" y="6040718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31330"/>
            <a:ext cx="123551" cy="179710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16005" y="6040718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Global Packaged Muffins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2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663174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34768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2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165151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3854838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34768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347688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0063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global dataset 2 product type lines, 3 sales channel routes and 6 regions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25861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293357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 'North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10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America' 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293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462789" y="3016374"/>
            <a:ext cx="8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1842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6 regions, concentrating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11736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upstream 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48734"/>
            <a:ext cx="18300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Demand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16374"/>
            <a:ext cx="18219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routes through 3 sales channel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84014"/>
            <a:ext cx="15163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led by 'Retail'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1837" y="317423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89332" y="3184014"/>
            <a:ext cx="4751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57475" y="3351654"/>
            <a:ext cx="11234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 buyers scale.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708336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875976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3866197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3268868" y="3875976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657475" y="4043616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033837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3405566" y="404361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2 product type lines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038725" y="3525799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93439"/>
            <a:ext cx="10953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'Sweet muffins' at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2077" y="368366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249573" y="3693439"/>
            <a:ext cx="482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5038725" y="3861079"/>
            <a:ext cx="11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'Savoury muffins'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85215" y="385130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352710" y="386107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38725" y="4210313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3 of 6 regions grow at or above the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436817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5192753" y="4377953"/>
            <a:ext cx="16431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 share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5038725" y="4545593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contested.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419975" y="2944566"/>
            <a:ext cx="18333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'Savoury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7419975" y="3112206"/>
            <a:ext cx="8535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muffins' loses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1580" y="3102427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8389076" y="3112206"/>
            <a:ext cx="9337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share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7419975" y="3279846"/>
            <a:ext cx="10933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'Sweet muffins' (+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1417" y="3270067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8628913" y="3279846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47486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7419975" y="3894694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3885306"/>
            <a:ext cx="123551" cy="179710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9078236" y="3894694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3885306"/>
            <a:ext cx="123551" cy="17971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7419975" y="4055628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7419975" y="4392850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383071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8789895" y="4392850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60490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7419975" y="4728130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9801225" y="2848734"/>
            <a:ext cx="19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 The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9801225" y="3016374"/>
            <a:ext cx="1003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grows at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2626" y="3006595"/>
            <a:ext cx="128699" cy="187198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10920122" y="301637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87757" y="317423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9955253" y="3184014"/>
            <a:ext cx="16298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by 2036, attracting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9801225" y="3351654"/>
            <a:ext cx="4134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entry.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9801225" y="3708336"/>
            <a:ext cx="19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6 regions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801225" y="3875976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86619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1409890" y="3875976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4043616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9801225" y="4400299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'North America'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9801225" y="4567939"/>
            <a:ext cx="1269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'Sweet muffins' (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18383" y="4558160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1185879" y="4567939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35579"/>
            <a:ext cx="1843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segment) remains the principal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03219"/>
            <a:ext cx="4999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barrier.</a:t>
            </a: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Packaged Muffins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Grupo Bimbo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McKee Foods Corporation, Grupo Bimbo, Rich Products Corporation.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447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0952" y="129514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2 companies lead the 5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3.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1449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'Sweet muffins' is the largest line; 'Sweet muffins' compounds fastest at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6889" y="4324096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784384" y="433387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Grupo Bimbo, McKee Foods Corporation, Hostess Brands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Rich Products Corporation, ARYZTA / Aspire Bakeries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Europastry, Bridor, Lantmännen Unibake, Flowers Foods, Premier Foods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Sweet muffins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0957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Savoury muffins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0769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Retail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0581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039350" y="2114550"/>
            <a:ext cx="19431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Vending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Oval 37"/>
          <p:cNvSpPr/>
          <p:nvPr/>
        </p:nvSpPr>
        <p:spPr>
          <a:xfrm>
            <a:off x="3009900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Freeform 38"/>
          <p:cNvSpPr/>
          <p:nvPr/>
        </p:nvSpPr>
        <p:spPr>
          <a:xfrm>
            <a:off x="3086100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Oval 39"/>
          <p:cNvSpPr/>
          <p:nvPr/>
        </p:nvSpPr>
        <p:spPr>
          <a:xfrm>
            <a:off x="4991100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6972300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8953500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10934700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Oval 47"/>
          <p:cNvSpPr/>
          <p:nvPr/>
        </p:nvSpPr>
        <p:spPr>
          <a:xfrm>
            <a:off x="30099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30861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49911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50673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69723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70485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89535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10934700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Freeform 55"/>
          <p:cNvSpPr/>
          <p:nvPr/>
        </p:nvSpPr>
        <p:spPr>
          <a:xfrm>
            <a:off x="11010900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7" name="Connector 56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Rectangle 57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1" name="Oval 60"/>
          <p:cNvSpPr/>
          <p:nvPr/>
        </p:nvSpPr>
        <p:spPr>
          <a:xfrm>
            <a:off x="3009900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Oval 61"/>
          <p:cNvSpPr/>
          <p:nvPr/>
        </p:nvSpPr>
        <p:spPr>
          <a:xfrm>
            <a:off x="4991100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6972300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8953500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reeform 64"/>
          <p:cNvSpPr/>
          <p:nvPr/>
        </p:nvSpPr>
        <p:spPr>
          <a:xfrm>
            <a:off x="9029700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934700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7" name="Connector 6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Rectangle 67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1" name="Oval 70"/>
          <p:cNvSpPr/>
          <p:nvPr/>
        </p:nvSpPr>
        <p:spPr>
          <a:xfrm>
            <a:off x="30099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Oval 71"/>
          <p:cNvSpPr/>
          <p:nvPr/>
        </p:nvSpPr>
        <p:spPr>
          <a:xfrm>
            <a:off x="49911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Freeform 72"/>
          <p:cNvSpPr/>
          <p:nvPr/>
        </p:nvSpPr>
        <p:spPr>
          <a:xfrm>
            <a:off x="50673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69723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70485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89535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9029700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10934700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9" name="Connector 78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Oval 82"/>
          <p:cNvSpPr/>
          <p:nvPr/>
        </p:nvSpPr>
        <p:spPr>
          <a:xfrm>
            <a:off x="30099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Freeform 83"/>
          <p:cNvSpPr/>
          <p:nvPr/>
        </p:nvSpPr>
        <p:spPr>
          <a:xfrm>
            <a:off x="30861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49911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50673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69723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0485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9535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10934700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11010900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2" name="Connector 91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Rectangle 92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6" name="Oval 95"/>
          <p:cNvSpPr/>
          <p:nvPr/>
        </p:nvSpPr>
        <p:spPr>
          <a:xfrm>
            <a:off x="30099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reeform 96"/>
          <p:cNvSpPr/>
          <p:nvPr/>
        </p:nvSpPr>
        <p:spPr>
          <a:xfrm>
            <a:off x="30861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Oval 97"/>
          <p:cNvSpPr/>
          <p:nvPr/>
        </p:nvSpPr>
        <p:spPr>
          <a:xfrm>
            <a:off x="49911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reeform 98"/>
          <p:cNvSpPr/>
          <p:nvPr/>
        </p:nvSpPr>
        <p:spPr>
          <a:xfrm>
            <a:off x="50673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Oval 99"/>
          <p:cNvSpPr/>
          <p:nvPr/>
        </p:nvSpPr>
        <p:spPr>
          <a:xfrm>
            <a:off x="69723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89535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90297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10934700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11010900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5" name="Connector 104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6" name="Rectangle 105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9" name="Oval 108"/>
          <p:cNvSpPr/>
          <p:nvPr/>
        </p:nvSpPr>
        <p:spPr>
          <a:xfrm>
            <a:off x="30099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0861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49911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69723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reeform 112"/>
          <p:cNvSpPr/>
          <p:nvPr/>
        </p:nvSpPr>
        <p:spPr>
          <a:xfrm>
            <a:off x="70485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89535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9029700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10934700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1" name="Oval 120"/>
          <p:cNvSpPr/>
          <p:nvPr/>
        </p:nvSpPr>
        <p:spPr>
          <a:xfrm>
            <a:off x="30099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Oval 121"/>
          <p:cNvSpPr/>
          <p:nvPr/>
        </p:nvSpPr>
        <p:spPr>
          <a:xfrm>
            <a:off x="49911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reeform 122"/>
          <p:cNvSpPr/>
          <p:nvPr/>
        </p:nvSpPr>
        <p:spPr>
          <a:xfrm>
            <a:off x="506730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Oval 123"/>
          <p:cNvSpPr/>
          <p:nvPr/>
        </p:nvSpPr>
        <p:spPr>
          <a:xfrm>
            <a:off x="69723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704850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89535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Oval 126"/>
          <p:cNvSpPr/>
          <p:nvPr/>
        </p:nvSpPr>
        <p:spPr>
          <a:xfrm>
            <a:off x="10934700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Freeform 127"/>
          <p:cNvSpPr/>
          <p:nvPr/>
        </p:nvSpPr>
        <p:spPr>
          <a:xfrm>
            <a:off x="11010900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9" name="Connector 128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0" name="Rectangle 129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3" name="Oval 132"/>
          <p:cNvSpPr/>
          <p:nvPr/>
        </p:nvSpPr>
        <p:spPr>
          <a:xfrm>
            <a:off x="30099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30861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49911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50673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69723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Oval 137"/>
          <p:cNvSpPr/>
          <p:nvPr/>
        </p:nvSpPr>
        <p:spPr>
          <a:xfrm>
            <a:off x="89535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Freeform 138"/>
          <p:cNvSpPr/>
          <p:nvPr/>
        </p:nvSpPr>
        <p:spPr>
          <a:xfrm>
            <a:off x="90297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Oval 139"/>
          <p:cNvSpPr/>
          <p:nvPr/>
        </p:nvSpPr>
        <p:spPr>
          <a:xfrm>
            <a:off x="10934700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11010900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2" name="Connector 141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Rectangle 142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6" name="Oval 145"/>
          <p:cNvSpPr/>
          <p:nvPr/>
        </p:nvSpPr>
        <p:spPr>
          <a:xfrm>
            <a:off x="30099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30861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49911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50673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69723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Freeform 150"/>
          <p:cNvSpPr/>
          <p:nvPr/>
        </p:nvSpPr>
        <p:spPr>
          <a:xfrm>
            <a:off x="70485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Oval 151"/>
          <p:cNvSpPr/>
          <p:nvPr/>
        </p:nvSpPr>
        <p:spPr>
          <a:xfrm>
            <a:off x="89535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Freeform 152"/>
          <p:cNvSpPr/>
          <p:nvPr/>
        </p:nvSpPr>
        <p:spPr>
          <a:xfrm>
            <a:off x="9029700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Oval 153"/>
          <p:cNvSpPr/>
          <p:nvPr/>
        </p:nvSpPr>
        <p:spPr>
          <a:xfrm>
            <a:off x="10934700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5" name="Connector 154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6" name="Rectangle 155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58" name="Rectangle 157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'Sweet muffins' is the most contested column (8 players active); 'Vending' is the most open (6).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167" name="TextBox 166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314325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320040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20040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60960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615315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Sweet muffins,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615315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904875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9105900" y="1047750"/>
            <a:ext cx="2857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Savoury muffins,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105900" y="1238250"/>
            <a:ext cx="28575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Rectangle 21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Sweet muffins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Hostess Brands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Grupo Bimbo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McKee Foods Corporation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ARYZTA / Aspire Bakeries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Europastry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Freeform 40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Savoury muffins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49" name="Connector 48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Grupo Bimbo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McKee Foods Corporation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Rich Products Corporation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ARYZTA / Aspire Bakeries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Europastry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Freeform 60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67" name="Connector 66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8" name="TextBox 67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682288" y="2847975"/>
            <a:ext cx="417326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37713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Vending</a:t>
            </a:r>
          </a:p>
        </p:txBody>
      </p:sp>
      <p:sp>
        <p:nvSpPr>
          <p:cNvPr id="75" name="Rectangle 74"/>
          <p:cNvSpPr/>
          <p:nvPr/>
        </p:nvSpPr>
        <p:spPr>
          <a:xfrm>
            <a:off x="10682288" y="3171825"/>
            <a:ext cx="52948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1077333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0" name="Rectangle 79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Sweet muffins Compounds Fastest Across the Product Type Mix  |  South Asia &amp; Pacific Emerges as the Growth Engine Among Regions  |  Premiumisation Lifts Average Realisation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Savoury muffins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050" y="1258951"/>
            <a:ext cx="128699" cy="187198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64800" y="1258951"/>
            <a:ext cx="128699" cy="187198"/>
          </a:xfrm>
          <a:prstGeom prst="rect">
            <a:avLst/>
          </a:prstGeom>
        </p:spPr>
      </p:pic>
      <p:pic>
        <p:nvPicPr>
          <p:cNvPr id="91" name="Picture 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17550" y="1258951"/>
            <a:ext cx="128699" cy="187198"/>
          </a:xfrm>
          <a:prstGeom prst="rect">
            <a:avLst/>
          </a:prstGeom>
        </p:spPr>
      </p:pic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0300" y="1258951"/>
            <a:ext cx="128699" cy="187198"/>
          </a:xfrm>
          <a:prstGeom prst="rect">
            <a:avLst/>
          </a:prstGeom>
        </p:spPr>
      </p:pic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1488" y="2811526"/>
            <a:ext cx="128699" cy="187198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47111" y="3135376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314325" y="4676775"/>
            <a:ext cx="22925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'Sweet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14325" y="4844415"/>
            <a:ext cx="8371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muffins' adds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59" y="4834636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1267055" y="484441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328987" y="4676775"/>
            <a:ext cx="23957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'Savoury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328987" y="4844415"/>
            <a:ext cx="8371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muffins' adds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4221" y="4834636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4281717" y="484441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11766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43736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511232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11766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4111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511607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11766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4486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511982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Freeform 34"/>
          <p:cNvSpPr/>
          <p:nvPr/>
        </p:nvSpPr>
        <p:spPr>
          <a:xfrm>
            <a:off x="6181725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7" name="Oval 46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618172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60" name="Oval 59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Freeform 60"/>
          <p:cNvSpPr/>
          <p:nvPr/>
        </p:nvSpPr>
        <p:spPr>
          <a:xfrm>
            <a:off x="6181725" y="30099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Oval 61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reeform 64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68" name="Connector 6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Rectangle 6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4" name="Oval 73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6181725" y="33528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Freeform 78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82" name="Connector 81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Rectangle 82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8" name="Oval 87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reeform 94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Rectangle 98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4" name="Oval 103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Oval 107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reeform 108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Oval 109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20" name="Oval 119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reeform 120"/>
          <p:cNvSpPr/>
          <p:nvPr/>
        </p:nvSpPr>
        <p:spPr>
          <a:xfrm>
            <a:off x="618172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Oval 121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reeform 122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Oval 123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Rectangle 130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6" name="Oval 135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618172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Oval 137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Freeform 138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Oval 139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46" name="Connector 145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7" name="Rectangle 146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52" name="Oval 151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Freeform 152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Oval 153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Oval 155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Freeform 156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Oval 157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Freeform 158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62" name="Connector 161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3" name="Rectangle 162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8" name="Oval 167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Freeform 170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Oval 171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Oval 178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81" name="Oval 180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4" name="Oval 183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Freeform 184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7" name="Oval 186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6" name="TextBox 195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306701"/>
            <a:ext cx="128699" cy="187198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306701"/>
            <a:ext cx="128699" cy="187198"/>
          </a:xfrm>
          <a:prstGeom prst="rect">
            <a:avLst/>
          </a:prstGeom>
        </p:spPr>
      </p:pic>
      <p:pic>
        <p:nvPicPr>
          <p:cNvPr id="199" name="Picture 1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306701"/>
            <a:ext cx="128699" cy="187198"/>
          </a:xfrm>
          <a:prstGeom prst="rect">
            <a:avLst/>
          </a:prstGeom>
        </p:spPr>
      </p:pic>
      <p:pic>
        <p:nvPicPr>
          <p:cNvPr id="200" name="Picture 1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649601"/>
            <a:ext cx="128699" cy="187198"/>
          </a:xfrm>
          <a:prstGeom prst="rect">
            <a:avLst/>
          </a:prstGeom>
        </p:spPr>
      </p:pic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649601"/>
            <a:ext cx="128699" cy="187198"/>
          </a:xfrm>
          <a:prstGeom prst="rect">
            <a:avLst/>
          </a:prstGeom>
        </p:spPr>
      </p:pic>
      <p:pic>
        <p:nvPicPr>
          <p:cNvPr id="202" name="Picture 2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649601"/>
            <a:ext cx="128699" cy="187198"/>
          </a:xfrm>
          <a:prstGeom prst="rect">
            <a:avLst/>
          </a:prstGeom>
        </p:spPr>
      </p:pic>
      <p:pic>
        <p:nvPicPr>
          <p:cNvPr id="203" name="Picture 2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992501"/>
            <a:ext cx="128699" cy="187198"/>
          </a:xfrm>
          <a:prstGeom prst="rect">
            <a:avLst/>
          </a:prstGeom>
        </p:spPr>
      </p:pic>
      <p:pic>
        <p:nvPicPr>
          <p:cNvPr id="204" name="Picture 2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992501"/>
            <a:ext cx="128699" cy="187198"/>
          </a:xfrm>
          <a:prstGeom prst="rect">
            <a:avLst/>
          </a:prstGeom>
        </p:spPr>
      </p:pic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992501"/>
            <a:ext cx="128699" cy="187198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3354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335401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335401"/>
            <a:ext cx="128699" cy="187198"/>
          </a:xfrm>
          <a:prstGeom prst="rect">
            <a:avLst/>
          </a:prstGeom>
        </p:spPr>
      </p:pic>
      <p:pic>
        <p:nvPicPr>
          <p:cNvPr id="209" name="Picture 2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678301"/>
            <a:ext cx="128699" cy="187198"/>
          </a:xfrm>
          <a:prstGeom prst="rect">
            <a:avLst/>
          </a:prstGeom>
        </p:spPr>
      </p:pic>
      <p:pic>
        <p:nvPicPr>
          <p:cNvPr id="210" name="Picture 2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678301"/>
            <a:ext cx="128699" cy="187198"/>
          </a:xfrm>
          <a:prstGeom prst="rect">
            <a:avLst/>
          </a:prstGeom>
        </p:spPr>
      </p:pic>
      <p:pic>
        <p:nvPicPr>
          <p:cNvPr id="211" name="Picture 2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678301"/>
            <a:ext cx="128699" cy="187198"/>
          </a:xfrm>
          <a:prstGeom prst="rect">
            <a:avLst/>
          </a:prstGeom>
        </p:spPr>
      </p:pic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021201"/>
            <a:ext cx="128699" cy="187198"/>
          </a:xfrm>
          <a:prstGeom prst="rect">
            <a:avLst/>
          </a:prstGeom>
        </p:spPr>
      </p:pic>
      <p:pic>
        <p:nvPicPr>
          <p:cNvPr id="213" name="Picture 2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021201"/>
            <a:ext cx="128699" cy="187198"/>
          </a:xfrm>
          <a:prstGeom prst="rect">
            <a:avLst/>
          </a:prstGeom>
        </p:spPr>
      </p:pic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021201"/>
            <a:ext cx="128699" cy="187198"/>
          </a:xfrm>
          <a:prstGeom prst="rect">
            <a:avLst/>
          </a:prstGeom>
        </p:spPr>
      </p:pic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364101"/>
            <a:ext cx="128699" cy="187198"/>
          </a:xfrm>
          <a:prstGeom prst="rect">
            <a:avLst/>
          </a:prstGeom>
        </p:spPr>
      </p:pic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364101"/>
            <a:ext cx="128699" cy="187198"/>
          </a:xfrm>
          <a:prstGeom prst="rect">
            <a:avLst/>
          </a:prstGeom>
        </p:spPr>
      </p:pic>
      <p:pic>
        <p:nvPicPr>
          <p:cNvPr id="217" name="Picture 2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364101"/>
            <a:ext cx="128699" cy="187198"/>
          </a:xfrm>
          <a:prstGeom prst="rect">
            <a:avLst/>
          </a:prstGeom>
        </p:spPr>
      </p:pic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707001"/>
            <a:ext cx="128699" cy="187198"/>
          </a:xfrm>
          <a:prstGeom prst="rect">
            <a:avLst/>
          </a:prstGeom>
        </p:spPr>
      </p:pic>
      <p:pic>
        <p:nvPicPr>
          <p:cNvPr id="219" name="Picture 2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707001"/>
            <a:ext cx="128699" cy="187198"/>
          </a:xfrm>
          <a:prstGeom prst="rect">
            <a:avLst/>
          </a:prstGeom>
        </p:spPr>
      </p:pic>
      <p:pic>
        <p:nvPicPr>
          <p:cNvPr id="220" name="Picture 2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707001"/>
            <a:ext cx="128699" cy="187198"/>
          </a:xfrm>
          <a:prstGeom prst="rect">
            <a:avLst/>
          </a:prstGeom>
        </p:spPr>
      </p:pic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049901"/>
            <a:ext cx="128699" cy="187198"/>
          </a:xfrm>
          <a:prstGeom prst="rect">
            <a:avLst/>
          </a:prstGeom>
        </p:spPr>
      </p:pic>
      <p:pic>
        <p:nvPicPr>
          <p:cNvPr id="222" name="Picture 2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049901"/>
            <a:ext cx="128699" cy="187198"/>
          </a:xfrm>
          <a:prstGeom prst="rect">
            <a:avLst/>
          </a:prstGeom>
        </p:spPr>
      </p:pic>
      <p:pic>
        <p:nvPicPr>
          <p:cNvPr id="223" name="Picture 2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049901"/>
            <a:ext cx="128699" cy="187198"/>
          </a:xfrm>
          <a:prstGeom prst="rect">
            <a:avLst/>
          </a:prstGeom>
        </p:spPr>
      </p:pic>
      <p:pic>
        <p:nvPicPr>
          <p:cNvPr id="224" name="Picture 2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392801"/>
            <a:ext cx="128699" cy="187198"/>
          </a:xfrm>
          <a:prstGeom prst="rect">
            <a:avLst/>
          </a:prstGeom>
        </p:spPr>
      </p:pic>
      <p:pic>
        <p:nvPicPr>
          <p:cNvPr id="225" name="Picture 2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392801"/>
            <a:ext cx="128699" cy="187198"/>
          </a:xfrm>
          <a:prstGeom prst="rect">
            <a:avLst/>
          </a:prstGeom>
        </p:spPr>
      </p:pic>
      <p:pic>
        <p:nvPicPr>
          <p:cNvPr id="226" name="Picture 2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Vending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institutional, Vending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Vending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institutional, Vending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Vending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Foodservice and institutional, Vending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Retail, Foodservice and institutional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3067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3067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6496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6496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992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9925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3354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335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6783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6783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0212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0212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3641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3641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7070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7070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0499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392801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306701"/>
            <a:ext cx="128699" cy="187198"/>
          </a:xfrm>
          <a:prstGeom prst="rect">
            <a:avLst/>
          </a:prstGeom>
        </p:spPr>
      </p:pic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306701"/>
            <a:ext cx="128699" cy="187198"/>
          </a:xfrm>
          <a:prstGeom prst="rect">
            <a:avLst/>
          </a:prstGeom>
        </p:spPr>
      </p:pic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306701"/>
            <a:ext cx="128699" cy="187198"/>
          </a:xfrm>
          <a:prstGeom prst="rect">
            <a:avLst/>
          </a:prstGeom>
        </p:spPr>
      </p:pic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649601"/>
            <a:ext cx="128699" cy="187198"/>
          </a:xfrm>
          <a:prstGeom prst="rect">
            <a:avLst/>
          </a:prstGeom>
        </p:spPr>
      </p:pic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649601"/>
            <a:ext cx="128699" cy="187198"/>
          </a:xfrm>
          <a:prstGeom prst="rect">
            <a:avLst/>
          </a:prstGeom>
        </p:spPr>
      </p:pic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9925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9925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9925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3354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3354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6783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36783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6783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0212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0212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3641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43641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3641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7070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7070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0499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50499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3928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Freeform 30"/>
          <p:cNvSpPr/>
          <p:nvPr/>
        </p:nvSpPr>
        <p:spPr>
          <a:xfrm>
            <a:off x="2924175" y="1885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10420350" y="18954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114871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Rectangle 38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41" name="Oval 40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92417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Freeform 45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0420350" y="2200275"/>
            <a:ext cx="9715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114300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0" name="Connector 49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53" name="Oval 52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Freeform 53"/>
          <p:cNvSpPr/>
          <p:nvPr/>
        </p:nvSpPr>
        <p:spPr>
          <a:xfrm>
            <a:off x="2924175" y="2495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Oval 56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10420350" y="2505075"/>
            <a:ext cx="9144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37285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61" name="Connector 60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Rectangle 61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64" name="Oval 63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Freeform 64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458152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62388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Oval 69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Oval 70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0420350" y="28098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3347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4" name="Connector 73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5" name="Rectangle 74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77" name="Oval 76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2924175" y="3105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Oval 80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78962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0420350" y="3114675"/>
            <a:ext cx="8572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31570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6" name="Connector 85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89" name="Oval 88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0" name="Connector 99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Rectangle 100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03" name="Oval 102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Oval 109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Rectangle 113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16" name="Oval 115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reeform 116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Oval 117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reeform 118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reeform 120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Oval 121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reeform 122"/>
          <p:cNvSpPr/>
          <p:nvPr/>
        </p:nvSpPr>
        <p:spPr>
          <a:xfrm>
            <a:off x="789622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Oval 123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0420350" y="40290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1112520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130" name="Oval 129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29241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reeform 134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Oval 135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0420350" y="4333875"/>
            <a:ext cx="6096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1106805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40" name="Connector 139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1" name="Rectangle 140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143" name="Oval 142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29241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Freeform 145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Oval 146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Freeform 147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Oval 148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0420350" y="4638675"/>
            <a:ext cx="5524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0109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Oval 154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7" name="Oval 156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60" name="Oval 159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Freeform 160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3" name="Oval 162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6" name="Rectangle 165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TextBox 166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McKee Foods Corporation, Grupo Bimbo, Rich Products Corporation, Hostess Brands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segment breadth.</a:t>
            </a:r>
          </a:p>
        </p:txBody>
      </p:sp>
      <p:sp>
        <p:nvSpPr>
          <p:cNvPr id="170" name="Rectangle 169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Europastry, ARYZTA / Aspire Bakeries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Premier Foods, Flowers Foods, Lantmännen Unibake, Bridor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18685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75200" y="21733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18050" y="24781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27829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60900" y="30877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002151"/>
            <a:ext cx="128699" cy="187198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13250" y="4306951"/>
            <a:ext cx="128699" cy="187198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56100" y="4611751"/>
            <a:ext cx="128699" cy="187198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7" name="TextBox 196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5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North America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Sweet muffins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South Asia &amp; Pacific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Savoury muffins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Latin America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Sweet muffins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North America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Savoury muffins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South Asia &amp; Pacific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Sweet muffins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2780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7733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2686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7639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2592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754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2498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7451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240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7357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Grupo Bimbo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McKee Foods Corporation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Hostess Brands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ARYZTA / Aspire Bakeries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Europastry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Bridor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Lantmännen Unibake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Flowers Foods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Premier Foods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N. America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9249833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800167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S. Asia &amp; Pac.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10350500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E. Asia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10900833" y="1219200"/>
            <a:ext cx="550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LATAM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11451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MEA</a:t>
            </a:r>
          </a:p>
        </p:txBody>
      </p:sp>
      <p:sp>
        <p:nvSpPr>
          <p:cNvPr id="224" name="Rectangle 223"/>
          <p:cNvSpPr/>
          <p:nvPr/>
        </p:nvSpPr>
        <p:spPr>
          <a:xfrm>
            <a:off x="8709025" y="16097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5" name="TextBox 224"/>
          <p:cNvSpPr txBox="1"/>
          <p:nvPr/>
        </p:nvSpPr>
        <p:spPr>
          <a:xfrm>
            <a:off x="8699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9259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9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28" name="Rectangle 227"/>
          <p:cNvSpPr/>
          <p:nvPr/>
        </p:nvSpPr>
        <p:spPr>
          <a:xfrm>
            <a:off x="9809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9800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0" name="Rectangle 229"/>
          <p:cNvSpPr/>
          <p:nvPr/>
        </p:nvSpPr>
        <p:spPr>
          <a:xfrm>
            <a:off x="10360025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1" name="Rectangle 230"/>
          <p:cNvSpPr/>
          <p:nvPr/>
        </p:nvSpPr>
        <p:spPr>
          <a:xfrm>
            <a:off x="10910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Rectangle 231"/>
          <p:cNvSpPr/>
          <p:nvPr/>
        </p:nvSpPr>
        <p:spPr>
          <a:xfrm>
            <a:off x="11460692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3" name="Rectangle 232"/>
          <p:cNvSpPr/>
          <p:nvPr/>
        </p:nvSpPr>
        <p:spPr>
          <a:xfrm>
            <a:off x="8709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Rectangle 233"/>
          <p:cNvSpPr/>
          <p:nvPr/>
        </p:nvSpPr>
        <p:spPr>
          <a:xfrm>
            <a:off x="9259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5" name="TextBox 234"/>
          <p:cNvSpPr txBox="1"/>
          <p:nvPr/>
        </p:nvSpPr>
        <p:spPr>
          <a:xfrm>
            <a:off x="9249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9809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7" name="TextBox 236"/>
          <p:cNvSpPr txBox="1"/>
          <p:nvPr/>
        </p:nvSpPr>
        <p:spPr>
          <a:xfrm>
            <a:off x="9800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8" name="Rectangle 237"/>
          <p:cNvSpPr/>
          <p:nvPr/>
        </p:nvSpPr>
        <p:spPr>
          <a:xfrm>
            <a:off x="10360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9" name="TextBox 238"/>
          <p:cNvSpPr txBox="1"/>
          <p:nvPr/>
        </p:nvSpPr>
        <p:spPr>
          <a:xfrm>
            <a:off x="10350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0" name="Rectangle 239"/>
          <p:cNvSpPr/>
          <p:nvPr/>
        </p:nvSpPr>
        <p:spPr>
          <a:xfrm>
            <a:off x="10910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1" name="Rectangle 240"/>
          <p:cNvSpPr/>
          <p:nvPr/>
        </p:nvSpPr>
        <p:spPr>
          <a:xfrm>
            <a:off x="11460692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Rectangle 241"/>
          <p:cNvSpPr/>
          <p:nvPr/>
        </p:nvSpPr>
        <p:spPr>
          <a:xfrm>
            <a:off x="8709025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3" name="Rectangle 242"/>
          <p:cNvSpPr/>
          <p:nvPr/>
        </p:nvSpPr>
        <p:spPr>
          <a:xfrm>
            <a:off x="9259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Rectangle 243"/>
          <p:cNvSpPr/>
          <p:nvPr/>
        </p:nvSpPr>
        <p:spPr>
          <a:xfrm>
            <a:off x="9809692" y="21050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5" name="TextBox 244"/>
          <p:cNvSpPr txBox="1"/>
          <p:nvPr/>
        </p:nvSpPr>
        <p:spPr>
          <a:xfrm>
            <a:off x="9800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46" name="Rectangle 245"/>
          <p:cNvSpPr/>
          <p:nvPr/>
        </p:nvSpPr>
        <p:spPr>
          <a:xfrm>
            <a:off x="10360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7" name="TextBox 246"/>
          <p:cNvSpPr txBox="1"/>
          <p:nvPr/>
        </p:nvSpPr>
        <p:spPr>
          <a:xfrm>
            <a:off x="10350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0910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10900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11460692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8709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259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Rectangle 252"/>
          <p:cNvSpPr/>
          <p:nvPr/>
        </p:nvSpPr>
        <p:spPr>
          <a:xfrm>
            <a:off x="9809692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Rectangle 253"/>
          <p:cNvSpPr/>
          <p:nvPr/>
        </p:nvSpPr>
        <p:spPr>
          <a:xfrm>
            <a:off x="10360025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10350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56" name="Rectangle 255"/>
          <p:cNvSpPr/>
          <p:nvPr/>
        </p:nvSpPr>
        <p:spPr>
          <a:xfrm>
            <a:off x="10910358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TextBox 256"/>
          <p:cNvSpPr txBox="1"/>
          <p:nvPr/>
        </p:nvSpPr>
        <p:spPr>
          <a:xfrm>
            <a:off x="10900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460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9" name="TextBox 258"/>
          <p:cNvSpPr txBox="1"/>
          <p:nvPr/>
        </p:nvSpPr>
        <p:spPr>
          <a:xfrm>
            <a:off x="11451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709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699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2" name="Rectangle 261"/>
          <p:cNvSpPr/>
          <p:nvPr/>
        </p:nvSpPr>
        <p:spPr>
          <a:xfrm>
            <a:off x="9259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Rectangle 262"/>
          <p:cNvSpPr/>
          <p:nvPr/>
        </p:nvSpPr>
        <p:spPr>
          <a:xfrm>
            <a:off x="9809692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Rectangle 263"/>
          <p:cNvSpPr/>
          <p:nvPr/>
        </p:nvSpPr>
        <p:spPr>
          <a:xfrm>
            <a:off x="10360025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Rectangle 264"/>
          <p:cNvSpPr/>
          <p:nvPr/>
        </p:nvSpPr>
        <p:spPr>
          <a:xfrm>
            <a:off x="10910358" y="26003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10900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11460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11451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8709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8699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9259358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9249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9809692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Rectangle 273"/>
          <p:cNvSpPr/>
          <p:nvPr/>
        </p:nvSpPr>
        <p:spPr>
          <a:xfrm>
            <a:off x="10360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5" name="Rectangle 274"/>
          <p:cNvSpPr/>
          <p:nvPr/>
        </p:nvSpPr>
        <p:spPr>
          <a:xfrm>
            <a:off x="10910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Rectangle 275"/>
          <p:cNvSpPr/>
          <p:nvPr/>
        </p:nvSpPr>
        <p:spPr>
          <a:xfrm>
            <a:off x="11460692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7" name="TextBox 276"/>
          <p:cNvSpPr txBox="1"/>
          <p:nvPr/>
        </p:nvSpPr>
        <p:spPr>
          <a:xfrm>
            <a:off x="11451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78" name="Rectangle 277"/>
          <p:cNvSpPr/>
          <p:nvPr/>
        </p:nvSpPr>
        <p:spPr>
          <a:xfrm>
            <a:off x="8709025" y="30956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9" name="TextBox 278"/>
          <p:cNvSpPr txBox="1"/>
          <p:nvPr/>
        </p:nvSpPr>
        <p:spPr>
          <a:xfrm>
            <a:off x="8699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80" name="Rectangle 279"/>
          <p:cNvSpPr/>
          <p:nvPr/>
        </p:nvSpPr>
        <p:spPr>
          <a:xfrm>
            <a:off x="9259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TextBox 280"/>
          <p:cNvSpPr txBox="1"/>
          <p:nvPr/>
        </p:nvSpPr>
        <p:spPr>
          <a:xfrm>
            <a:off x="9249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2" name="Rectangle 281"/>
          <p:cNvSpPr/>
          <p:nvPr/>
        </p:nvSpPr>
        <p:spPr>
          <a:xfrm>
            <a:off x="9809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3" name="TextBox 282"/>
          <p:cNvSpPr txBox="1"/>
          <p:nvPr/>
        </p:nvSpPr>
        <p:spPr>
          <a:xfrm>
            <a:off x="9800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10360025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Rectangle 284"/>
          <p:cNvSpPr/>
          <p:nvPr/>
        </p:nvSpPr>
        <p:spPr>
          <a:xfrm>
            <a:off x="10910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Rectangle 285"/>
          <p:cNvSpPr/>
          <p:nvPr/>
        </p:nvSpPr>
        <p:spPr>
          <a:xfrm>
            <a:off x="11460692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Rectangle 286"/>
          <p:cNvSpPr/>
          <p:nvPr/>
        </p:nvSpPr>
        <p:spPr>
          <a:xfrm>
            <a:off x="8709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Rectangle 287"/>
          <p:cNvSpPr/>
          <p:nvPr/>
        </p:nvSpPr>
        <p:spPr>
          <a:xfrm>
            <a:off x="9259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9" name="TextBox 288"/>
          <p:cNvSpPr txBox="1"/>
          <p:nvPr/>
        </p:nvSpPr>
        <p:spPr>
          <a:xfrm>
            <a:off x="9249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90" name="Rectangle 289"/>
          <p:cNvSpPr/>
          <p:nvPr/>
        </p:nvSpPr>
        <p:spPr>
          <a:xfrm>
            <a:off x="9809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1" name="TextBox 290"/>
          <p:cNvSpPr txBox="1"/>
          <p:nvPr/>
        </p:nvSpPr>
        <p:spPr>
          <a:xfrm>
            <a:off x="9800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2" name="Rectangle 291"/>
          <p:cNvSpPr/>
          <p:nvPr/>
        </p:nvSpPr>
        <p:spPr>
          <a:xfrm>
            <a:off x="10360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3" name="TextBox 292"/>
          <p:cNvSpPr txBox="1"/>
          <p:nvPr/>
        </p:nvSpPr>
        <p:spPr>
          <a:xfrm>
            <a:off x="10350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4" name="Rectangle 293"/>
          <p:cNvSpPr/>
          <p:nvPr/>
        </p:nvSpPr>
        <p:spPr>
          <a:xfrm>
            <a:off x="10910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5" name="Rectangle 294"/>
          <p:cNvSpPr/>
          <p:nvPr/>
        </p:nvSpPr>
        <p:spPr>
          <a:xfrm>
            <a:off x="11460692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Rectangle 295"/>
          <p:cNvSpPr/>
          <p:nvPr/>
        </p:nvSpPr>
        <p:spPr>
          <a:xfrm>
            <a:off x="8709025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7" name="Rectangle 296"/>
          <p:cNvSpPr/>
          <p:nvPr/>
        </p:nvSpPr>
        <p:spPr>
          <a:xfrm>
            <a:off x="9259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Rectangle 297"/>
          <p:cNvSpPr/>
          <p:nvPr/>
        </p:nvSpPr>
        <p:spPr>
          <a:xfrm>
            <a:off x="9809692" y="35909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9" name="TextBox 298"/>
          <p:cNvSpPr txBox="1"/>
          <p:nvPr/>
        </p:nvSpPr>
        <p:spPr>
          <a:xfrm>
            <a:off x="9800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00" name="Rectangle 299"/>
          <p:cNvSpPr/>
          <p:nvPr/>
        </p:nvSpPr>
        <p:spPr>
          <a:xfrm>
            <a:off x="10360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1" name="TextBox 300"/>
          <p:cNvSpPr txBox="1"/>
          <p:nvPr/>
        </p:nvSpPr>
        <p:spPr>
          <a:xfrm>
            <a:off x="10350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2" name="Rectangle 301"/>
          <p:cNvSpPr/>
          <p:nvPr/>
        </p:nvSpPr>
        <p:spPr>
          <a:xfrm>
            <a:off x="10910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3" name="TextBox 302"/>
          <p:cNvSpPr txBox="1"/>
          <p:nvPr/>
        </p:nvSpPr>
        <p:spPr>
          <a:xfrm>
            <a:off x="10900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4" name="Rectangle 303"/>
          <p:cNvSpPr/>
          <p:nvPr/>
        </p:nvSpPr>
        <p:spPr>
          <a:xfrm>
            <a:off x="11460692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5" name="Rectangle 304"/>
          <p:cNvSpPr/>
          <p:nvPr/>
        </p:nvSpPr>
        <p:spPr>
          <a:xfrm>
            <a:off x="8709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Rectangle 305"/>
          <p:cNvSpPr/>
          <p:nvPr/>
        </p:nvSpPr>
        <p:spPr>
          <a:xfrm>
            <a:off x="9259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7" name="Rectangle 306"/>
          <p:cNvSpPr/>
          <p:nvPr/>
        </p:nvSpPr>
        <p:spPr>
          <a:xfrm>
            <a:off x="9809692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Rectangle 307"/>
          <p:cNvSpPr/>
          <p:nvPr/>
        </p:nvSpPr>
        <p:spPr>
          <a:xfrm>
            <a:off x="10360025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TextBox 308"/>
          <p:cNvSpPr txBox="1"/>
          <p:nvPr/>
        </p:nvSpPr>
        <p:spPr>
          <a:xfrm>
            <a:off x="10350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10" name="Rectangle 309"/>
          <p:cNvSpPr/>
          <p:nvPr/>
        </p:nvSpPr>
        <p:spPr>
          <a:xfrm>
            <a:off x="10910358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0900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12" name="Rectangle 311"/>
          <p:cNvSpPr/>
          <p:nvPr/>
        </p:nvSpPr>
        <p:spPr>
          <a:xfrm>
            <a:off x="11460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3" name="TextBox 312"/>
          <p:cNvSpPr txBox="1"/>
          <p:nvPr/>
        </p:nvSpPr>
        <p:spPr>
          <a:xfrm>
            <a:off x="11451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14" name="Rectangle 313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TextBox 314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316" name="Rectangle 315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7" name="TextBox 316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318" name="Rectangle 317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320" name="TextBox 319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321" name="Connector 320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2" name="TextBox 321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325" name="TextBox 324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326" name="Rectangle 325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328" name="TextBox 327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332" name="Rectangle 331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3" name="TextBox 332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334" name="TextBox 333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337" name="TextBox 336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338" name="Rectangle 337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9" name="TextBox 338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340" name="TextBox 339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Packaged Muffins Market, Global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Grupo Bimbo · McKee Foods Corporation · Hostess Brands · Rich Products Corporation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ARYZTA / Aspire Bakeries · Europastry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Bridor · Lantmännen Unibake · Flowers Foods · Premier Foods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5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Packaged Muffins Market, Global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2 / 5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4 / 5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 / 5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3.0 / 5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Switching costs (4 / 5) and buyer power (3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54" name="TextBox 153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Grupo Bimbo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828800" y="3416749"/>
            <a:ext cx="209550" cy="237298"/>
          </a:xfrm>
          <a:custGeom>
            <a:avLst/>
            <a:gdLst/>
            <a:ahLst/>
            <a:cxnLst/>
            <a:rect l="l" t="t" r="r" b="b"/>
            <a:pathLst>
              <a:path w="22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1" y="2"/>
                </a:lnTo>
                <a:lnTo>
                  <a:pt x="14" y="4"/>
                </a:lnTo>
                <a:lnTo>
                  <a:pt x="17" y="6"/>
                </a:lnTo>
                <a:lnTo>
                  <a:pt x="20" y="8"/>
                </a:lnTo>
                <a:lnTo>
                  <a:pt x="22" y="1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McKee Foods Corporation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9146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Hostess Brands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981450" y="3416749"/>
            <a:ext cx="142875" cy="237298"/>
          </a:xfrm>
          <a:custGeom>
            <a:avLst/>
            <a:gdLst/>
            <a:ahLst/>
            <a:cxnLst/>
            <a:rect l="l" t="t" r="r" b="b"/>
            <a:pathLst>
              <a:path w="15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Rich Products Corporation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ARYZTA / Aspire Bakeries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104775" cy="237298"/>
          </a:xfrm>
          <a:custGeom>
            <a:avLst/>
            <a:gdLst/>
            <a:ahLst/>
            <a:cxnLst/>
            <a:rect l="l" t="t" r="r" b="b"/>
            <a:pathLst>
              <a:path w="1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Europastry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Bridor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85725" cy="237298"/>
          </a:xfrm>
          <a:custGeom>
            <a:avLst/>
            <a:gdLst/>
            <a:ahLst/>
            <a:cxnLst/>
            <a:rect l="l" t="t" r="r" b="b"/>
            <a:pathLst>
              <a:path w="9" h="26">
                <a:moveTo>
                  <a:pt x="0" y="26"/>
                </a:moveTo>
                <a:lnTo>
                  <a:pt x="0" y="0"/>
                </a:lnTo>
                <a:lnTo>
                  <a:pt x="5" y="0"/>
                </a:lnTo>
                <a:lnTo>
                  <a:pt x="9" y="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North America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Lantmännen Unibake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47625" cy="237298"/>
          </a:xfrm>
          <a:custGeom>
            <a:avLst/>
            <a:gdLst/>
            <a:ahLst/>
            <a:cxnLst/>
            <a:rect l="l" t="t" r="r" b="b"/>
            <a:pathLst>
              <a:path w="5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Flowers Foods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38100" cy="237298"/>
          </a:xfrm>
          <a:custGeom>
            <a:avLst/>
            <a:gdLst/>
            <a:ahLst/>
            <a:cxnLst/>
            <a:rect l="l" t="t" r="r" b="b"/>
            <a:pathLst>
              <a:path w="4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South Asia &amp; Pacific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Premier Foods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28575" cy="237298"/>
          </a:xfrm>
          <a:custGeom>
            <a:avLst/>
            <a:gdLst/>
            <a:ahLst/>
            <a:cxnLst/>
            <a:rect l="l" t="t" r="r" b="b"/>
            <a:pathLst>
              <a:path w="3" h="26">
                <a:moveTo>
                  <a:pt x="0" y="26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East Asia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Latin America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Middle East &amp; Africa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890588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2483644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2636044" y="5716715"/>
            <a:ext cx="997744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3690938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3843338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39" name="TextBox 338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0" name="TextBox 339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0" name="Oval 349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1" name="TextBox 350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2" name="TextBox 351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3" name="Oval 352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4" name="TextBox 353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5" name="TextBox 354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6" name="Oval 355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7" name="TextBox 356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59" name="Oval 358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0" name="TextBox 359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1" name="TextBox 360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2" name="Oval 361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3" name="TextBox 362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4" name="TextBox 363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5" name="Oval 364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6" name="TextBox 365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7" name="TextBox 366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68" name="Oval 367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9" name="TextBox 368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0" name="TextBox 369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1" name="TextBox 370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4" name="Picture 3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5" name="Picture 3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5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Packaged Muffins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'Sweet muffins') to lift blended ASP and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21896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3038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'Grupo Bimbo'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030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87139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Value Share (Global)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global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Global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Global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5731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Packaged Muffins Market is moderately consolidated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612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globally: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44723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319833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761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'Grupo Bimbo'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5244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820353" y="2351539"/>
            <a:ext cx="18552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'McKee Foods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10834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Corporation' 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66910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142019" y="2526799"/>
            <a:ext cx="26317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14414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pricing and 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325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global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7003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globally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Share by Product Type (Top 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Sweet muffins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Savoury muffins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19" name="Rectangle 18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76225" y="5022340"/>
            <a:ext cx="2537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Sweet muffins: 'Grupo Bimbo' leads at ~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63320" y="5012116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938429" y="5022340"/>
            <a:ext cx="24740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'Rich Products Corporation' (~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61627" y="501211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5536736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71406" y="501211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046515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01971" y="5012116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777080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5250177"/>
            <a:ext cx="2760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Savoury muffins: 'Hostess Brands' leads at ~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5818" y="523995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3160927" y="5250177"/>
            <a:ext cx="2460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'McKee Foods Corporation' (~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0362" y="5239954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45471" y="5250177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80140" y="5239954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255250" y="5250177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10706" y="523995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985815" y="525017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76225" y="5478015"/>
            <a:ext cx="89085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705853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44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Company Share by Region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North America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South Asia &amp; Pacific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2560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North America: 'Grupo Bimbo'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86140" y="501211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961249" y="5022340"/>
            <a:ext cx="2460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'McKee Foods Corporation'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370684" y="5012116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545793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80463" y="501211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055572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1028" y="501211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786137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50177"/>
            <a:ext cx="21146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Europe: 'Grupo Bimbo'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340003" y="5239954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515112" y="5250177"/>
            <a:ext cx="24740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'Rich Products Corporation'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938310" y="523995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13420" y="5250177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48089" y="523995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6623198" y="5250177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78654" y="523995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353763" y="5250177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78015"/>
            <a:ext cx="29752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South Asia &amp; Pacific: 'Hostess Brands'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200614" y="546779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375723" y="5478015"/>
            <a:ext cx="2460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'McKee Foods Corporation'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785158" y="5467792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960267" y="547801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94937" y="546779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470046" y="5478015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502" y="5467792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200611" y="5478015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705853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933691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Packaged Muffins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Packaged Muffins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Grupo Bimbo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McKee Foods Corporation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Hostess Brands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Rich Products Corporation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ARYZTA / Aspire Bakeries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5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Packaged Muffins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Grupo Bimbo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Grupo Bimbo: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6246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Grupo Bimbo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50037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25146" y="5204877"/>
            <a:ext cx="35571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714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'North America' is the largest SOM region; 'Rest of Global'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66747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541856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Grupo Bimbo: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Grupo Bimbo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56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Global'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Grupo Bimbo: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Grupo Bimbo: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'North America'.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Global',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'Sweet muffins'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5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Grupo Bimbo's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Grupo Bimbo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Grupo Bimbo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Grupo Bimbo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50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9260"/>
                <a:gridCol w="805438"/>
                <a:gridCol w="805438"/>
                <a:gridCol w="805438"/>
                <a:gridCol w="805438"/>
                <a:gridCol w="80543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Grupo Bimbo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68454"/>
                <a:gridCol w="1380423"/>
                <a:gridCol w="138042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8564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248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Grupo Bimbo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Grupo Bimbo's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Grupo Bimbo: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global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5519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'Retail' Grupo Bimbo's strongest end-market while scaling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16559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0773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Global'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02735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477844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173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'Sweet muffins' and adjacent high-value lines to lift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0346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2196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'North America'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McKee Foods Corporation: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3805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McKee Foods Corporation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5888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780998" y="5204877"/>
            <a:ext cx="3707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'Vending'.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7098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Global' is the largest SOM region; 'Rest of Global'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23959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499068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McKee Foods Corporation: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McKee Foods Corporation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56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Global'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McKee Foods Corporation: strengths, weaknesses, opportunities and threats shaping its competitive…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McKee Foods Corporation: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Global'.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Global',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'Sweet muffins'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5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McKee Foods Corporation's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McKee Foods Corporation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McKee Foods Corporation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McKee Foods Corporation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50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9260"/>
                <a:gridCol w="805438"/>
                <a:gridCol w="805438"/>
                <a:gridCol w="805438"/>
                <a:gridCol w="805438"/>
                <a:gridCol w="80543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McKee Foods Corporation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68454"/>
                <a:gridCol w="1380423"/>
                <a:gridCol w="138042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8564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248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McKee Foods Corporation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McKee Foods Corporation's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McKee Foods Corporation: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global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6197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'Vending' McKee Foods Corporation's strongest end-market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444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0773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Global'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02735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477844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173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'Sweet muffins' and adjacent high-value lines to lift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0346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1768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Global'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Hostess Brands: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7393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Hostess Brands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64709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139818" y="5204877"/>
            <a:ext cx="37071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'Vending'.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7098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Global' is the largest SOM region; 'Rest of Global'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23959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499068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Hostess Brands: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Hostess Brands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56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Global'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Hostess Brands: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Hostess Brands: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Global'.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Global',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'Sweet muffins'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5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Hostess Brands's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Hostess Brands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Hostess Brands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Hostess Brands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50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59260"/>
                <a:gridCol w="805438"/>
                <a:gridCol w="805438"/>
                <a:gridCol w="805438"/>
                <a:gridCol w="805438"/>
                <a:gridCol w="80543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Hostess Brands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68454"/>
                <a:gridCol w="1380423"/>
                <a:gridCol w="138042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Sweet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26298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Savoury muffins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38564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7248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Hostess Brands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Hostess Brands's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Hostess Brands: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global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81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'Vending' Hostess Brands's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0773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Global'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02735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477844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1739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'Sweet muffins' and adjacent high-value lines to lift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0346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1768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Global'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