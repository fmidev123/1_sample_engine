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Value and YoY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2EC4F1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4055</c:v>
                </c:pt>
                <c:pt idx="1">
                  <c:v>4289</c:v>
                </c:pt>
                <c:pt idx="2">
                  <c:v>4545</c:v>
                </c:pt>
                <c:pt idx="3">
                  <c:v>4827</c:v>
                </c:pt>
                <c:pt idx="4">
                  <c:v>5132</c:v>
                </c:pt>
                <c:pt idx="5">
                  <c:v>5484</c:v>
                </c:pt>
                <c:pt idx="6">
                  <c:v>5866</c:v>
                </c:pt>
                <c:pt idx="7">
                  <c:v>6282</c:v>
                </c:pt>
                <c:pt idx="8">
                  <c:v>6734</c:v>
                </c:pt>
                <c:pt idx="9">
                  <c:v>7230</c:v>
                </c:pt>
                <c:pt idx="10">
                  <c:v>7777</c:v>
                </c:pt>
                <c:pt idx="11">
                  <c:v>8374</c:v>
                </c:pt>
                <c:pt idx="12">
                  <c:v>9019</c:v>
                </c:pt>
                <c:pt idx="13">
                  <c:v>9713</c:v>
                </c:pt>
                <c:pt idx="14">
                  <c:v>10453</c:v>
                </c:pt>
                <c:pt idx="15">
                  <c:v>11240</c:v>
                </c:pt>
              </c:numCache>
            </c:numRef>
          </c:val>
        </c:ser>
        <c:gapWidth val="4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YoY growth (%)</c:v>
                </c:pt>
              </c:strCache>
            </c:strRef>
          </c:tx>
          <c:spPr>
            <a:ln w="31750">
              <a:solidFill>
                <a:srgbClr val="FFB703"/>
              </a:solidFill>
            </a:ln>
          </c:spPr>
          <c:marker>
            <c:symbol val="circle"/>
            <c:size val="6"/>
            <c:spPr>
              <a:solidFill>
                <a:srgbClr val="FFB703"/>
              </a:solidFill>
            </c:spPr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1">
                  <c:v>5.8</c:v>
                </c:pt>
                <c:pt idx="2">
                  <c:v>6.0</c:v>
                </c:pt>
                <c:pt idx="3">
                  <c:v>6.2</c:v>
                </c:pt>
                <c:pt idx="4">
                  <c:v>6.3</c:v>
                </c:pt>
                <c:pt idx="5">
                  <c:v>6.8</c:v>
                </c:pt>
                <c:pt idx="6">
                  <c:v>7.0</c:v>
                </c:pt>
                <c:pt idx="7">
                  <c:v>7.1</c:v>
                </c:pt>
                <c:pt idx="8">
                  <c:v>7.2</c:v>
                </c:pt>
                <c:pt idx="9">
                  <c:v>7.4</c:v>
                </c:pt>
                <c:pt idx="10">
                  <c:v>7.6</c:v>
                </c:pt>
                <c:pt idx="11">
                  <c:v>7.7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7.5</c:v>
                </c:pt>
              </c:numCache>
            </c:numRef>
          </c:val>
        </c:ser>
        <c:marker val="1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435F"/>
            </a:solidFill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4435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068027336"/>
        <c:crosses val="autoZero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in val="0"/>
        </c:scaling>
        <c:delete val="0"/>
        <c:axPos val="r"/>
        <c:numFmt formatCode="0&quot;%&quot;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  <a:endParaRPr lang="en-US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F2F6FA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F2F6F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2036 regional share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2036</c:v>
                </c:pt>
              </c:strCache>
            </c:strRef>
          </c:tx>
          <c:dPt>
            <c:idx val="0"/>
            <c:spPr>
              <a:solidFill>
                <a:srgbClr val="2EC4F1"/>
              </a:solidFill>
              <a:ln>
                <a:solidFill>
                  <a:srgbClr val="07182B"/>
                </a:solidFill>
              </a:ln>
            </c:spPr>
          </c:dPt>
          <c:dPt>
            <c:idx val="1"/>
            <c:spPr>
              <a:solidFill>
                <a:srgbClr val="1FD1B0"/>
              </a:solidFill>
              <a:ln>
                <a:solidFill>
                  <a:srgbClr val="07182B"/>
                </a:solidFill>
              </a:ln>
            </c:spPr>
          </c:dPt>
          <c:dPt>
            <c:idx val="2"/>
            <c:spPr>
              <a:solidFill>
                <a:srgbClr val="FFB703"/>
              </a:solidFill>
              <a:ln>
                <a:solidFill>
                  <a:srgbClr val="07182B"/>
                </a:solidFill>
              </a:ln>
            </c:spPr>
          </c:dPt>
          <c:dPt>
            <c:idx val="3"/>
            <c:spPr>
              <a:solidFill>
                <a:srgbClr val="FF6B57"/>
              </a:solidFill>
              <a:ln>
                <a:solidFill>
                  <a:srgbClr val="07182B"/>
                </a:solidFill>
              </a:ln>
            </c:spPr>
          </c:dPt>
          <c:dPt>
            <c:idx val="4"/>
            <c:spPr>
              <a:solidFill>
                <a:srgbClr val="A78BFA"/>
              </a:solidFill>
              <a:ln>
                <a:solidFill>
                  <a:srgbClr val="07182B"/>
                </a:solidFill>
              </a:ln>
            </c:spPr>
          </c:dPt>
          <c:dPt>
            <c:idx val="5"/>
            <c:spPr>
              <a:solidFill>
                <a:srgbClr val="9BDE5C"/>
              </a:solidFill>
              <a:ln>
                <a:solidFill>
                  <a:srgbClr val="07182B"/>
                </a:solidFill>
              </a:ln>
            </c:spPr>
          </c:dPt>
          <c:dPt>
            <c:idx val="6"/>
            <c:spPr>
              <a:solidFill>
                <a:srgbClr val="F472B6"/>
              </a:solidFill>
              <a:ln>
                <a:solidFill>
                  <a:srgbClr val="07182B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North America</c:v>
                </c:pt>
                <c:pt idx="1">
                  <c:v>Latin America</c:v>
                </c:pt>
                <c:pt idx="2">
                  <c:v>Western Europe</c:v>
                </c:pt>
                <c:pt idx="3">
                  <c:v>Eastern Europe</c:v>
                </c:pt>
                <c:pt idx="4">
                  <c:v>East Asia</c:v>
                </c:pt>
                <c:pt idx="5">
                  <c:v>South Asia Pacific</c:v>
                </c:pt>
                <c:pt idx="6">
                  <c:v>Middle East &amp; Afr…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2655</c:v>
                </c:pt>
                <c:pt idx="1">
                  <c:v>710</c:v>
                </c:pt>
                <c:pt idx="2">
                  <c:v>2673</c:v>
                </c:pt>
                <c:pt idx="3">
                  <c:v>499</c:v>
                </c:pt>
                <c:pt idx="4">
                  <c:v>2967</c:v>
                </c:pt>
                <c:pt idx="5">
                  <c:v>1248</c:v>
                </c:pt>
                <c:pt idx="6">
                  <c:v>488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07182B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F2F6F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F2F6FA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Growth by application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1FD1B0"/>
            </a:solidFill>
          </c:spPr>
          <c:cat>
            <c:strRef>
              <c:f>Sheet1!$A$2:$A$8</c:f>
              <c:strCache>
                <c:ptCount val="7"/>
                <c:pt idx="0">
                  <c:v>Intimate &amp; Bodywear</c:v>
                </c:pt>
                <c:pt idx="1">
                  <c:v>Automotive &amp; Transp…</c:v>
                </c:pt>
                <c:pt idx="2">
                  <c:v>Protective &amp; Occupa…</c:v>
                </c:pt>
                <c:pt idx="3">
                  <c:v>Sports &amp; Activewear</c:v>
                </c:pt>
                <c:pt idx="4">
                  <c:v>Footwear</c:v>
                </c:pt>
                <c:pt idx="5">
                  <c:v>Medical &amp; Healthcare</c:v>
                </c:pt>
                <c:pt idx="6">
                  <c:v>Industrial &amp; Techni…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6.3</c:v>
                </c:pt>
                <c:pt idx="1">
                  <c:v>7.0</c:v>
                </c:pt>
                <c:pt idx="2">
                  <c:v>7.6</c:v>
                </c:pt>
                <c:pt idx="3">
                  <c:v>7.6</c:v>
                </c:pt>
                <c:pt idx="4">
                  <c:v>7.7</c:v>
                </c:pt>
                <c:pt idx="5">
                  <c:v>7.9</c:v>
                </c:pt>
                <c:pt idx="6">
                  <c:v>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F2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4435F"/>
            </a:solidFill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6F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Volume (Mn Sq. Yards)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 (Mn Sq. Yards)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1291</c:v>
                </c:pt>
                <c:pt idx="1">
                  <c:v>1360</c:v>
                </c:pt>
                <c:pt idx="2">
                  <c:v>1435</c:v>
                </c:pt>
                <c:pt idx="3">
                  <c:v>1516</c:v>
                </c:pt>
                <c:pt idx="4">
                  <c:v>1604</c:v>
                </c:pt>
                <c:pt idx="5">
                  <c:v>1698</c:v>
                </c:pt>
                <c:pt idx="6">
                  <c:v>1798</c:v>
                </c:pt>
                <c:pt idx="7">
                  <c:v>1904</c:v>
                </c:pt>
                <c:pt idx="8">
                  <c:v>2016</c:v>
                </c:pt>
                <c:pt idx="9">
                  <c:v>2136</c:v>
                </c:pt>
                <c:pt idx="10">
                  <c:v>2267</c:v>
                </c:pt>
                <c:pt idx="11">
                  <c:v>2405</c:v>
                </c:pt>
                <c:pt idx="12">
                  <c:v>2551</c:v>
                </c:pt>
                <c:pt idx="13">
                  <c:v>2702</c:v>
                </c:pt>
                <c:pt idx="14">
                  <c:v>2858</c:v>
                </c:pt>
                <c:pt idx="15">
                  <c:v>3017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435F"/>
            </a:solidFill>
          </a:ln>
        </c:spPr>
        <c:txPr>
          <a:bodyPr/>
          <a:lstStyle/>
          <a:p>
            <a:pPr>
              <a:defRPr sz="100">
                <a:solidFill>
                  <a:srgbClr val="8FA8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24435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6F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Value (US$ Mn)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2EC4F1"/>
            </a:solidFill>
          </c:spP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4055</c:v>
                </c:pt>
                <c:pt idx="1">
                  <c:v>4289</c:v>
                </c:pt>
                <c:pt idx="2">
                  <c:v>4545</c:v>
                </c:pt>
                <c:pt idx="3">
                  <c:v>4827</c:v>
                </c:pt>
                <c:pt idx="4">
                  <c:v>5132</c:v>
                </c:pt>
                <c:pt idx="5">
                  <c:v>5484</c:v>
                </c:pt>
                <c:pt idx="6">
                  <c:v>5866</c:v>
                </c:pt>
                <c:pt idx="7">
                  <c:v>6282</c:v>
                </c:pt>
                <c:pt idx="8">
                  <c:v>6734</c:v>
                </c:pt>
                <c:pt idx="9">
                  <c:v>7230</c:v>
                </c:pt>
                <c:pt idx="10">
                  <c:v>7777</c:v>
                </c:pt>
                <c:pt idx="11">
                  <c:v>8374</c:v>
                </c:pt>
                <c:pt idx="12">
                  <c:v>9019</c:v>
                </c:pt>
                <c:pt idx="13">
                  <c:v>9713</c:v>
                </c:pt>
                <c:pt idx="14">
                  <c:v>10453</c:v>
                </c:pt>
                <c:pt idx="15">
                  <c:v>11240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435F"/>
            </a:solidFill>
          </a:ln>
        </c:spPr>
        <c:txPr>
          <a:bodyPr/>
          <a:lstStyle/>
          <a:p>
            <a:pPr>
              <a:defRPr sz="100">
                <a:solidFill>
                  <a:srgbClr val="8FA8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24435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6F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F2F6FA"/>
                </a:solidFill>
              </a:rPr>
              <a:t>Implied price (US$ / sq. yard)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Implied price (US$ / sq. yard)</c:v>
                </c:pt>
              </c:strCache>
            </c:strRef>
          </c:tx>
          <c:spPr>
            <a:ln w="38100">
              <a:solidFill>
                <a:srgbClr val="FFB703"/>
              </a:solidFill>
            </a:ln>
          </c:spPr>
          <c:marker>
            <c:spPr>
              <a:solidFill>
                <a:srgbClr val="FFB703"/>
              </a:solidFill>
            </c:spPr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3.14</c:v>
                </c:pt>
                <c:pt idx="1">
                  <c:v>3.15</c:v>
                </c:pt>
                <c:pt idx="2">
                  <c:v>3.17</c:v>
                </c:pt>
                <c:pt idx="3">
                  <c:v>3.18</c:v>
                </c:pt>
                <c:pt idx="4">
                  <c:v>3.2</c:v>
                </c:pt>
                <c:pt idx="5">
                  <c:v>3.23</c:v>
                </c:pt>
                <c:pt idx="6">
                  <c:v>3.26</c:v>
                </c:pt>
                <c:pt idx="7">
                  <c:v>3.3</c:v>
                </c:pt>
                <c:pt idx="8">
                  <c:v>3.34</c:v>
                </c:pt>
                <c:pt idx="9">
                  <c:v>3.38</c:v>
                </c:pt>
                <c:pt idx="10">
                  <c:v>3.43</c:v>
                </c:pt>
                <c:pt idx="11">
                  <c:v>3.48</c:v>
                </c:pt>
                <c:pt idx="12">
                  <c:v>3.54</c:v>
                </c:pt>
                <c:pt idx="13">
                  <c:v>3.59</c:v>
                </c:pt>
                <c:pt idx="14">
                  <c:v>3.66</c:v>
                </c:pt>
                <c:pt idx="15">
                  <c:v>3.73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435F"/>
            </a:solidFill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2.826"/>
        </c:scaling>
        <c:delete val="0"/>
        <c:axPos val="l"/>
        <c:majorGridlines>
          <c:spPr>
            <a:ln>
              <a:solidFill>
                <a:srgbClr val="24435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FA8C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F2F6F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188720" cy="73152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4000" b="1" i="0">
                <a:solidFill>
                  <a:srgbClr val="F2F6FA"/>
                </a:solidFill>
                <a:latin typeface="Calibri"/>
              </a:rPr>
              <a:t>Beyond bar charts: combination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1051560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00" b="0" i="0">
                <a:solidFill>
                  <a:srgbClr val="8FA8C0"/>
                </a:solidFill>
                <a:latin typeface="Calibri"/>
              </a:rPr>
              <a:t>Eleven composite concepts built on the Global Performance Knitted Fabrics dataset</a:t>
            </a:r>
          </a:p>
          <a:p>
            <a:pPr algn="l"/>
            <a:r>
              <a:rPr sz="1600" b="0" i="0">
                <a:solidFill>
                  <a:srgbClr val="8FA8C0"/>
                </a:solidFill>
                <a:latin typeface="Calibri"/>
              </a:rPr>
              <a:t>Dashboard · flow · radial · matrix with in-cell charts · packing · bump ·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411480" cy="41148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5120640"/>
            <a:ext cx="411480" cy="411480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5120640"/>
            <a:ext cx="411480" cy="41148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5120640"/>
            <a:ext cx="411480" cy="41148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5120640"/>
            <a:ext cx="411480" cy="4114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5120640"/>
            <a:ext cx="411480" cy="411480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0" y="5120640"/>
            <a:ext cx="411480" cy="4114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5120640"/>
            <a:ext cx="411480" cy="4114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Executive dashboard: size, momentum, mix and growth drivers in one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Global performance knitted fabrics - US$ 5,484 Mn in 2026 heading to US$ 11,240 Mn by 2036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KPI cards + column/line combo + doughnut + ranked bar  |  REPLACES: four separate summary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715768" cy="8686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86868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24414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2026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2441448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400" b="1" i="0">
                <a:solidFill>
                  <a:srgbClr val="2EC4F1"/>
                </a:solidFill>
                <a:latin typeface="Calibri"/>
              </a:rPr>
              <a:t>US$ 5,484 Mn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417320"/>
            <a:ext cx="2715768" cy="8686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417320"/>
            <a:ext cx="64008" cy="868680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463040"/>
            <a:ext cx="24414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2036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719072"/>
            <a:ext cx="2441448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400" b="1" i="0">
                <a:solidFill>
                  <a:srgbClr val="1FD1B0"/>
                </a:solidFill>
                <a:latin typeface="Calibri"/>
              </a:rPr>
              <a:t>US$ 11,240 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417320"/>
            <a:ext cx="2715768" cy="8686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417320"/>
            <a:ext cx="64008" cy="86868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463040"/>
            <a:ext cx="24414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CAGR 26-36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719072"/>
            <a:ext cx="2441448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400" b="1" i="0">
                <a:solidFill>
                  <a:srgbClr val="FFB703"/>
                </a:solidFill>
                <a:latin typeface="Calibri"/>
              </a:rPr>
              <a:t>7.4%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1417320"/>
            <a:ext cx="2715768" cy="8686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984" y="1417320"/>
            <a:ext cx="64008" cy="8686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463040"/>
            <a:ext cx="24414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VOLUME 2036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1719072"/>
            <a:ext cx="2441448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3,017 Mn Sq. Yd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365760" y="2423160"/>
          <a:ext cx="60350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46520" y="2423160"/>
          <a:ext cx="269748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189720" y="2423160"/>
          <a:ext cx="265176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Where each fibre ends up: material-to-application flow, 2036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US$ 11,240 Mn of 2036 demand traced from six materials into seven end-use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stacked bar + flow ribbons  |  REPLACES: the End-Use × Material table and side-by-side bars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54480"/>
            <a:ext cx="182880" cy="1757003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50101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Polyester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US$ 4,747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402923"/>
            <a:ext cx="182880" cy="856023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48055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Polyamide or Nylon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US$ 2,313 Mn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350387"/>
            <a:ext cx="182880" cy="601202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68108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Elastane or Spandex Ble…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US$ 1,624 Mn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043029"/>
            <a:ext cx="182880" cy="582207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151253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High-Performance &amp; Spec…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US$ 1,573 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716677"/>
            <a:ext cx="182880" cy="1840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5807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Cellulosic Fibers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US$ 497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992138"/>
            <a:ext cx="182880" cy="180061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99289"/>
            <a:ext cx="22402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Polypropylene</a:t>
            </a:r>
          </a:p>
          <a:p>
            <a:pPr algn="r"/>
            <a:r>
              <a:rPr sz="1050" b="1" i="0">
                <a:solidFill>
                  <a:srgbClr val="F2F6FA"/>
                </a:solidFill>
                <a:latin typeface="Calibri"/>
              </a:rPr>
              <a:t>US$ 486 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508760"/>
            <a:ext cx="182880" cy="96385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807806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Sports &amp; Activewear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US$ 2,604 Mn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564053"/>
            <a:ext cx="182880" cy="63548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698916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Medical &amp; Healthcare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US$ 1,717 Mn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3290979"/>
            <a:ext cx="182880" cy="616380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416289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Protective &amp; Occupational Wear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US$ 1,665 Mn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3998800"/>
            <a:ext cx="182880" cy="57222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4102030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Intimate &amp; Bodywear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US$ 1,546 Mn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4662461"/>
            <a:ext cx="182880" cy="501359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4730261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Industrial &amp; Technical Applic…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US$ 1,354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5255261"/>
            <a:ext cx="182880" cy="46032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5302542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Footwear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US$ 1,244 Mn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5807023"/>
            <a:ext cx="182880" cy="41089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5829591"/>
            <a:ext cx="246888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Automotive &amp; Transportation</a:t>
            </a:r>
          </a:p>
          <a:p>
            <a:pPr algn="l"/>
            <a:r>
              <a:rPr sz="1050" b="1" i="0">
                <a:solidFill>
                  <a:srgbClr val="F2F6FA"/>
                </a:solidFill>
                <a:latin typeface="Calibri"/>
              </a:rPr>
              <a:t>US$ 1,110 Mn</a:t>
            </a:r>
          </a:p>
        </p:txBody>
      </p:sp>
      <p:sp>
        <p:nvSpPr>
          <p:cNvPr id="33" name="Freeform 32"/>
          <p:cNvSpPr/>
          <p:nvPr/>
        </p:nvSpPr>
        <p:spPr>
          <a:xfrm>
            <a:off x="2926080" y="1508760"/>
            <a:ext cx="5989320" cy="503561"/>
          </a:xfrm>
          <a:custGeom>
            <a:avLst/>
            <a:gdLst/>
            <a:ahLst/>
            <a:cxnLst/>
            <a:rect l="l" t="t" r="r" b="b"/>
            <a:pathLst>
              <a:path w="5989320" h="503561">
                <a:moveTo>
                  <a:pt x="0" y="45720"/>
                </a:moveTo>
                <a:lnTo>
                  <a:pt x="249555" y="45488"/>
                </a:lnTo>
                <a:lnTo>
                  <a:pt x="499110" y="44820"/>
                </a:lnTo>
                <a:lnTo>
                  <a:pt x="748665" y="43755"/>
                </a:lnTo>
                <a:lnTo>
                  <a:pt x="998220" y="42333"/>
                </a:lnTo>
                <a:lnTo>
                  <a:pt x="1247775" y="40593"/>
                </a:lnTo>
                <a:lnTo>
                  <a:pt x="1497330" y="38576"/>
                </a:lnTo>
                <a:lnTo>
                  <a:pt x="1746885" y="36320"/>
                </a:lnTo>
                <a:lnTo>
                  <a:pt x="1996440" y="33866"/>
                </a:lnTo>
                <a:lnTo>
                  <a:pt x="2245995" y="31253"/>
                </a:lnTo>
                <a:lnTo>
                  <a:pt x="2495550" y="28522"/>
                </a:lnTo>
                <a:lnTo>
                  <a:pt x="2745105" y="25710"/>
                </a:lnTo>
                <a:lnTo>
                  <a:pt x="2994660" y="22860"/>
                </a:lnTo>
                <a:lnTo>
                  <a:pt x="3244215" y="20009"/>
                </a:lnTo>
                <a:lnTo>
                  <a:pt x="3493770" y="17197"/>
                </a:lnTo>
                <a:lnTo>
                  <a:pt x="3743325" y="14466"/>
                </a:lnTo>
                <a:lnTo>
                  <a:pt x="3992880" y="11853"/>
                </a:lnTo>
                <a:lnTo>
                  <a:pt x="4242435" y="9399"/>
                </a:lnTo>
                <a:lnTo>
                  <a:pt x="4491990" y="7143"/>
                </a:lnTo>
                <a:lnTo>
                  <a:pt x="4741545" y="5126"/>
                </a:lnTo>
                <a:lnTo>
                  <a:pt x="4991100" y="3386"/>
                </a:lnTo>
                <a:lnTo>
                  <a:pt x="5240655" y="1964"/>
                </a:lnTo>
                <a:lnTo>
                  <a:pt x="5490210" y="899"/>
                </a:lnTo>
                <a:lnTo>
                  <a:pt x="5739765" y="231"/>
                </a:lnTo>
                <a:lnTo>
                  <a:pt x="5989320" y="0"/>
                </a:lnTo>
                <a:lnTo>
                  <a:pt x="5989320" y="457841"/>
                </a:lnTo>
                <a:lnTo>
                  <a:pt x="5739765" y="458073"/>
                </a:lnTo>
                <a:lnTo>
                  <a:pt x="5490210" y="458741"/>
                </a:lnTo>
                <a:lnTo>
                  <a:pt x="5240655" y="459806"/>
                </a:lnTo>
                <a:lnTo>
                  <a:pt x="4991100" y="461228"/>
                </a:lnTo>
                <a:lnTo>
                  <a:pt x="4741545" y="462968"/>
                </a:lnTo>
                <a:lnTo>
                  <a:pt x="4491990" y="464985"/>
                </a:lnTo>
                <a:lnTo>
                  <a:pt x="4242435" y="467241"/>
                </a:lnTo>
                <a:lnTo>
                  <a:pt x="3992880" y="469695"/>
                </a:lnTo>
                <a:lnTo>
                  <a:pt x="3743325" y="472308"/>
                </a:lnTo>
                <a:lnTo>
                  <a:pt x="3493770" y="475039"/>
                </a:lnTo>
                <a:lnTo>
                  <a:pt x="3244215" y="477851"/>
                </a:lnTo>
                <a:lnTo>
                  <a:pt x="2994660" y="480701"/>
                </a:lnTo>
                <a:lnTo>
                  <a:pt x="2745105" y="483552"/>
                </a:lnTo>
                <a:lnTo>
                  <a:pt x="2495550" y="486364"/>
                </a:lnTo>
                <a:lnTo>
                  <a:pt x="2245995" y="489095"/>
                </a:lnTo>
                <a:lnTo>
                  <a:pt x="1996440" y="491708"/>
                </a:lnTo>
                <a:lnTo>
                  <a:pt x="1746885" y="494162"/>
                </a:lnTo>
                <a:lnTo>
                  <a:pt x="1497330" y="496418"/>
                </a:lnTo>
                <a:lnTo>
                  <a:pt x="1247775" y="498435"/>
                </a:lnTo>
                <a:lnTo>
                  <a:pt x="998220" y="500175"/>
                </a:lnTo>
                <a:lnTo>
                  <a:pt x="748665" y="501597"/>
                </a:lnTo>
                <a:lnTo>
                  <a:pt x="499110" y="502662"/>
                </a:lnTo>
                <a:lnTo>
                  <a:pt x="249555" y="503330"/>
                </a:lnTo>
                <a:lnTo>
                  <a:pt x="0" y="503561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926080" y="2012321"/>
            <a:ext cx="5989320" cy="757450"/>
          </a:xfrm>
          <a:custGeom>
            <a:avLst/>
            <a:gdLst/>
            <a:ahLst/>
            <a:cxnLst/>
            <a:rect l="l" t="t" r="r" b="b"/>
            <a:pathLst>
              <a:path w="5989320" h="757450">
                <a:moveTo>
                  <a:pt x="0" y="0"/>
                </a:moveTo>
                <a:lnTo>
                  <a:pt x="249555" y="2794"/>
                </a:lnTo>
                <a:lnTo>
                  <a:pt x="499110" y="10856"/>
                </a:lnTo>
                <a:lnTo>
                  <a:pt x="748665" y="23708"/>
                </a:lnTo>
                <a:lnTo>
                  <a:pt x="998220" y="40869"/>
                </a:lnTo>
                <a:lnTo>
                  <a:pt x="1247775" y="61863"/>
                </a:lnTo>
                <a:lnTo>
                  <a:pt x="1497330" y="86208"/>
                </a:lnTo>
                <a:lnTo>
                  <a:pt x="1746885" y="113428"/>
                </a:lnTo>
                <a:lnTo>
                  <a:pt x="1996440" y="143042"/>
                </a:lnTo>
                <a:lnTo>
                  <a:pt x="2245995" y="174572"/>
                </a:lnTo>
                <a:lnTo>
                  <a:pt x="2495550" y="207538"/>
                </a:lnTo>
                <a:lnTo>
                  <a:pt x="2745105" y="241463"/>
                </a:lnTo>
                <a:lnTo>
                  <a:pt x="2994660" y="275866"/>
                </a:lnTo>
                <a:lnTo>
                  <a:pt x="3244215" y="310269"/>
                </a:lnTo>
                <a:lnTo>
                  <a:pt x="3493770" y="344194"/>
                </a:lnTo>
                <a:lnTo>
                  <a:pt x="3743325" y="377160"/>
                </a:lnTo>
                <a:lnTo>
                  <a:pt x="3992880" y="408690"/>
                </a:lnTo>
                <a:lnTo>
                  <a:pt x="4242435" y="438304"/>
                </a:lnTo>
                <a:lnTo>
                  <a:pt x="4491990" y="465524"/>
                </a:lnTo>
                <a:lnTo>
                  <a:pt x="4741545" y="489869"/>
                </a:lnTo>
                <a:lnTo>
                  <a:pt x="4991100" y="510863"/>
                </a:lnTo>
                <a:lnTo>
                  <a:pt x="5240655" y="528024"/>
                </a:lnTo>
                <a:lnTo>
                  <a:pt x="5490210" y="540876"/>
                </a:lnTo>
                <a:lnTo>
                  <a:pt x="5739765" y="548938"/>
                </a:lnTo>
                <a:lnTo>
                  <a:pt x="5989320" y="551732"/>
                </a:lnTo>
                <a:lnTo>
                  <a:pt x="5989320" y="757450"/>
                </a:lnTo>
                <a:lnTo>
                  <a:pt x="5739765" y="754656"/>
                </a:lnTo>
                <a:lnTo>
                  <a:pt x="5490210" y="746594"/>
                </a:lnTo>
                <a:lnTo>
                  <a:pt x="5240655" y="733743"/>
                </a:lnTo>
                <a:lnTo>
                  <a:pt x="4991100" y="716581"/>
                </a:lnTo>
                <a:lnTo>
                  <a:pt x="4741545" y="695588"/>
                </a:lnTo>
                <a:lnTo>
                  <a:pt x="4491990" y="671242"/>
                </a:lnTo>
                <a:lnTo>
                  <a:pt x="4242435" y="644022"/>
                </a:lnTo>
                <a:lnTo>
                  <a:pt x="3992880" y="614408"/>
                </a:lnTo>
                <a:lnTo>
                  <a:pt x="3743325" y="582879"/>
                </a:lnTo>
                <a:lnTo>
                  <a:pt x="3493770" y="549912"/>
                </a:lnTo>
                <a:lnTo>
                  <a:pt x="3244215" y="515988"/>
                </a:lnTo>
                <a:lnTo>
                  <a:pt x="2994660" y="481584"/>
                </a:lnTo>
                <a:lnTo>
                  <a:pt x="2745105" y="447181"/>
                </a:lnTo>
                <a:lnTo>
                  <a:pt x="2495550" y="413256"/>
                </a:lnTo>
                <a:lnTo>
                  <a:pt x="2245995" y="380290"/>
                </a:lnTo>
                <a:lnTo>
                  <a:pt x="1996440" y="348760"/>
                </a:lnTo>
                <a:lnTo>
                  <a:pt x="1746885" y="319146"/>
                </a:lnTo>
                <a:lnTo>
                  <a:pt x="1497330" y="291927"/>
                </a:lnTo>
                <a:lnTo>
                  <a:pt x="1247775" y="267581"/>
                </a:lnTo>
                <a:lnTo>
                  <a:pt x="998220" y="246588"/>
                </a:lnTo>
                <a:lnTo>
                  <a:pt x="748665" y="229426"/>
                </a:lnTo>
                <a:lnTo>
                  <a:pt x="499110" y="216575"/>
                </a:lnTo>
                <a:lnTo>
                  <a:pt x="249555" y="208512"/>
                </a:lnTo>
                <a:lnTo>
                  <a:pt x="0" y="205719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26080" y="2218040"/>
            <a:ext cx="5989320" cy="1275413"/>
          </a:xfrm>
          <a:custGeom>
            <a:avLst/>
            <a:gdLst/>
            <a:ahLst/>
            <a:cxnLst/>
            <a:rect l="l" t="t" r="r" b="b"/>
            <a:pathLst>
              <a:path w="5989320" h="1275413">
                <a:moveTo>
                  <a:pt x="0" y="0"/>
                </a:moveTo>
                <a:lnTo>
                  <a:pt x="249555" y="5433"/>
                </a:lnTo>
                <a:lnTo>
                  <a:pt x="499110" y="21111"/>
                </a:lnTo>
                <a:lnTo>
                  <a:pt x="748665" y="46103"/>
                </a:lnTo>
                <a:lnTo>
                  <a:pt x="998220" y="79477"/>
                </a:lnTo>
                <a:lnTo>
                  <a:pt x="1247775" y="120302"/>
                </a:lnTo>
                <a:lnTo>
                  <a:pt x="1497330" y="167647"/>
                </a:lnTo>
                <a:lnTo>
                  <a:pt x="1746885" y="220579"/>
                </a:lnTo>
                <a:lnTo>
                  <a:pt x="1996440" y="278169"/>
                </a:lnTo>
                <a:lnTo>
                  <a:pt x="2245995" y="339484"/>
                </a:lnTo>
                <a:lnTo>
                  <a:pt x="2495550" y="403594"/>
                </a:lnTo>
                <a:lnTo>
                  <a:pt x="2745105" y="469566"/>
                </a:lnTo>
                <a:lnTo>
                  <a:pt x="2994660" y="536469"/>
                </a:lnTo>
                <a:lnTo>
                  <a:pt x="3244215" y="603373"/>
                </a:lnTo>
                <a:lnTo>
                  <a:pt x="3493770" y="669345"/>
                </a:lnTo>
                <a:lnTo>
                  <a:pt x="3743325" y="733454"/>
                </a:lnTo>
                <a:lnTo>
                  <a:pt x="3992880" y="794770"/>
                </a:lnTo>
                <a:lnTo>
                  <a:pt x="4242435" y="852360"/>
                </a:lnTo>
                <a:lnTo>
                  <a:pt x="4491990" y="905292"/>
                </a:lnTo>
                <a:lnTo>
                  <a:pt x="4741545" y="952637"/>
                </a:lnTo>
                <a:lnTo>
                  <a:pt x="4991100" y="993462"/>
                </a:lnTo>
                <a:lnTo>
                  <a:pt x="5240655" y="1026836"/>
                </a:lnTo>
                <a:lnTo>
                  <a:pt x="5490210" y="1051828"/>
                </a:lnTo>
                <a:lnTo>
                  <a:pt x="5739765" y="1067506"/>
                </a:lnTo>
                <a:lnTo>
                  <a:pt x="5989320" y="1072939"/>
                </a:lnTo>
                <a:lnTo>
                  <a:pt x="5989320" y="1275413"/>
                </a:lnTo>
                <a:lnTo>
                  <a:pt x="5739765" y="1269980"/>
                </a:lnTo>
                <a:lnTo>
                  <a:pt x="5490210" y="1254302"/>
                </a:lnTo>
                <a:lnTo>
                  <a:pt x="5240655" y="1229310"/>
                </a:lnTo>
                <a:lnTo>
                  <a:pt x="4991100" y="1195936"/>
                </a:lnTo>
                <a:lnTo>
                  <a:pt x="4741545" y="1155111"/>
                </a:lnTo>
                <a:lnTo>
                  <a:pt x="4491990" y="1107766"/>
                </a:lnTo>
                <a:lnTo>
                  <a:pt x="4242435" y="1054833"/>
                </a:lnTo>
                <a:lnTo>
                  <a:pt x="3992880" y="997244"/>
                </a:lnTo>
                <a:lnTo>
                  <a:pt x="3743325" y="935928"/>
                </a:lnTo>
                <a:lnTo>
                  <a:pt x="3493770" y="871819"/>
                </a:lnTo>
                <a:lnTo>
                  <a:pt x="3244215" y="805847"/>
                </a:lnTo>
                <a:lnTo>
                  <a:pt x="2994660" y="738943"/>
                </a:lnTo>
                <a:lnTo>
                  <a:pt x="2745105" y="672040"/>
                </a:lnTo>
                <a:lnTo>
                  <a:pt x="2495550" y="606068"/>
                </a:lnTo>
                <a:lnTo>
                  <a:pt x="2245995" y="541958"/>
                </a:lnTo>
                <a:lnTo>
                  <a:pt x="1996440" y="480643"/>
                </a:lnTo>
                <a:lnTo>
                  <a:pt x="1746885" y="423053"/>
                </a:lnTo>
                <a:lnTo>
                  <a:pt x="1497330" y="370120"/>
                </a:lnTo>
                <a:lnTo>
                  <a:pt x="1247775" y="322776"/>
                </a:lnTo>
                <a:lnTo>
                  <a:pt x="998220" y="281951"/>
                </a:lnTo>
                <a:lnTo>
                  <a:pt x="748665" y="248576"/>
                </a:lnTo>
                <a:lnTo>
                  <a:pt x="499110" y="223585"/>
                </a:lnTo>
                <a:lnTo>
                  <a:pt x="249555" y="207907"/>
                </a:lnTo>
                <a:lnTo>
                  <a:pt x="0" y="202474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926080" y="2420514"/>
            <a:ext cx="5989320" cy="1777348"/>
          </a:xfrm>
          <a:custGeom>
            <a:avLst/>
            <a:gdLst/>
            <a:ahLst/>
            <a:cxnLst/>
            <a:rect l="l" t="t" r="r" b="b"/>
            <a:pathLst>
              <a:path w="5989320" h="1777348">
                <a:moveTo>
                  <a:pt x="0" y="0"/>
                </a:moveTo>
                <a:lnTo>
                  <a:pt x="249555" y="7992"/>
                </a:lnTo>
                <a:lnTo>
                  <a:pt x="499110" y="31054"/>
                </a:lnTo>
                <a:lnTo>
                  <a:pt x="748665" y="67817"/>
                </a:lnTo>
                <a:lnTo>
                  <a:pt x="998220" y="116910"/>
                </a:lnTo>
                <a:lnTo>
                  <a:pt x="1247775" y="176963"/>
                </a:lnTo>
                <a:lnTo>
                  <a:pt x="1497330" y="246607"/>
                </a:lnTo>
                <a:lnTo>
                  <a:pt x="1746885" y="324471"/>
                </a:lnTo>
                <a:lnTo>
                  <a:pt x="1996440" y="409185"/>
                </a:lnTo>
                <a:lnTo>
                  <a:pt x="2245995" y="499379"/>
                </a:lnTo>
                <a:lnTo>
                  <a:pt x="2495550" y="593684"/>
                </a:lnTo>
                <a:lnTo>
                  <a:pt x="2745105" y="690728"/>
                </a:lnTo>
                <a:lnTo>
                  <a:pt x="2994660" y="789143"/>
                </a:lnTo>
                <a:lnTo>
                  <a:pt x="3244215" y="887557"/>
                </a:lnTo>
                <a:lnTo>
                  <a:pt x="3493770" y="984602"/>
                </a:lnTo>
                <a:lnTo>
                  <a:pt x="3743325" y="1078906"/>
                </a:lnTo>
                <a:lnTo>
                  <a:pt x="3992880" y="1169100"/>
                </a:lnTo>
                <a:lnTo>
                  <a:pt x="4242435" y="1253815"/>
                </a:lnTo>
                <a:lnTo>
                  <a:pt x="4491990" y="1331679"/>
                </a:lnTo>
                <a:lnTo>
                  <a:pt x="4741545" y="1401322"/>
                </a:lnTo>
                <a:lnTo>
                  <a:pt x="4991100" y="1461376"/>
                </a:lnTo>
                <a:lnTo>
                  <a:pt x="5240655" y="1510469"/>
                </a:lnTo>
                <a:lnTo>
                  <a:pt x="5490210" y="1547231"/>
                </a:lnTo>
                <a:lnTo>
                  <a:pt x="5739765" y="1570294"/>
                </a:lnTo>
                <a:lnTo>
                  <a:pt x="5989320" y="1578286"/>
                </a:lnTo>
                <a:lnTo>
                  <a:pt x="5989320" y="1777348"/>
                </a:lnTo>
                <a:lnTo>
                  <a:pt x="5739765" y="1769356"/>
                </a:lnTo>
                <a:lnTo>
                  <a:pt x="5490210" y="1746294"/>
                </a:lnTo>
                <a:lnTo>
                  <a:pt x="5240655" y="1709531"/>
                </a:lnTo>
                <a:lnTo>
                  <a:pt x="4991100" y="1660438"/>
                </a:lnTo>
                <a:lnTo>
                  <a:pt x="4741545" y="1600385"/>
                </a:lnTo>
                <a:lnTo>
                  <a:pt x="4491990" y="1530741"/>
                </a:lnTo>
                <a:lnTo>
                  <a:pt x="4242435" y="1452877"/>
                </a:lnTo>
                <a:lnTo>
                  <a:pt x="3992880" y="1368163"/>
                </a:lnTo>
                <a:lnTo>
                  <a:pt x="3743325" y="1277969"/>
                </a:lnTo>
                <a:lnTo>
                  <a:pt x="3493770" y="1183664"/>
                </a:lnTo>
                <a:lnTo>
                  <a:pt x="3244215" y="1086620"/>
                </a:lnTo>
                <a:lnTo>
                  <a:pt x="2994660" y="988205"/>
                </a:lnTo>
                <a:lnTo>
                  <a:pt x="2745105" y="889791"/>
                </a:lnTo>
                <a:lnTo>
                  <a:pt x="2495550" y="792746"/>
                </a:lnTo>
                <a:lnTo>
                  <a:pt x="2245995" y="698442"/>
                </a:lnTo>
                <a:lnTo>
                  <a:pt x="1996440" y="608247"/>
                </a:lnTo>
                <a:lnTo>
                  <a:pt x="1746885" y="523533"/>
                </a:lnTo>
                <a:lnTo>
                  <a:pt x="1497330" y="445669"/>
                </a:lnTo>
                <a:lnTo>
                  <a:pt x="1247775" y="376026"/>
                </a:lnTo>
                <a:lnTo>
                  <a:pt x="998220" y="315972"/>
                </a:lnTo>
                <a:lnTo>
                  <a:pt x="748665" y="266879"/>
                </a:lnTo>
                <a:lnTo>
                  <a:pt x="499110" y="230116"/>
                </a:lnTo>
                <a:lnTo>
                  <a:pt x="249555" y="207054"/>
                </a:lnTo>
                <a:lnTo>
                  <a:pt x="0" y="199062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926080" y="2619576"/>
            <a:ext cx="5989320" cy="2244762"/>
          </a:xfrm>
          <a:custGeom>
            <a:avLst/>
            <a:gdLst/>
            <a:ahLst/>
            <a:cxnLst/>
            <a:rect l="l" t="t" r="r" b="b"/>
            <a:pathLst>
              <a:path w="5989320" h="2244762">
                <a:moveTo>
                  <a:pt x="0" y="0"/>
                </a:moveTo>
                <a:lnTo>
                  <a:pt x="249555" y="10345"/>
                </a:lnTo>
                <a:lnTo>
                  <a:pt x="499110" y="40196"/>
                </a:lnTo>
                <a:lnTo>
                  <a:pt x="748665" y="87780"/>
                </a:lnTo>
                <a:lnTo>
                  <a:pt x="998220" y="151325"/>
                </a:lnTo>
                <a:lnTo>
                  <a:pt x="1247775" y="229056"/>
                </a:lnTo>
                <a:lnTo>
                  <a:pt x="1497330" y="319201"/>
                </a:lnTo>
                <a:lnTo>
                  <a:pt x="1746885" y="419986"/>
                </a:lnTo>
                <a:lnTo>
                  <a:pt x="1996440" y="529637"/>
                </a:lnTo>
                <a:lnTo>
                  <a:pt x="2245995" y="646382"/>
                </a:lnTo>
                <a:lnTo>
                  <a:pt x="2495550" y="768446"/>
                </a:lnTo>
                <a:lnTo>
                  <a:pt x="2745105" y="894058"/>
                </a:lnTo>
                <a:lnTo>
                  <a:pt x="2994660" y="1021443"/>
                </a:lnTo>
                <a:lnTo>
                  <a:pt x="3244215" y="1148827"/>
                </a:lnTo>
                <a:lnTo>
                  <a:pt x="3493770" y="1274439"/>
                </a:lnTo>
                <a:lnTo>
                  <a:pt x="3743325" y="1396503"/>
                </a:lnTo>
                <a:lnTo>
                  <a:pt x="3992880" y="1513248"/>
                </a:lnTo>
                <a:lnTo>
                  <a:pt x="4242435" y="1622899"/>
                </a:lnTo>
                <a:lnTo>
                  <a:pt x="4491990" y="1723684"/>
                </a:lnTo>
                <a:lnTo>
                  <a:pt x="4741545" y="1813829"/>
                </a:lnTo>
                <a:lnTo>
                  <a:pt x="4991100" y="1891560"/>
                </a:lnTo>
                <a:lnTo>
                  <a:pt x="5240655" y="1955105"/>
                </a:lnTo>
                <a:lnTo>
                  <a:pt x="5490210" y="2002689"/>
                </a:lnTo>
                <a:lnTo>
                  <a:pt x="5739765" y="2032540"/>
                </a:lnTo>
                <a:lnTo>
                  <a:pt x="5989320" y="2042885"/>
                </a:lnTo>
                <a:lnTo>
                  <a:pt x="5989320" y="2244762"/>
                </a:lnTo>
                <a:lnTo>
                  <a:pt x="5739765" y="2234417"/>
                </a:lnTo>
                <a:lnTo>
                  <a:pt x="5490210" y="2204566"/>
                </a:lnTo>
                <a:lnTo>
                  <a:pt x="5240655" y="2156982"/>
                </a:lnTo>
                <a:lnTo>
                  <a:pt x="4991100" y="2093437"/>
                </a:lnTo>
                <a:lnTo>
                  <a:pt x="4741545" y="2015706"/>
                </a:lnTo>
                <a:lnTo>
                  <a:pt x="4491990" y="1925561"/>
                </a:lnTo>
                <a:lnTo>
                  <a:pt x="4242435" y="1824776"/>
                </a:lnTo>
                <a:lnTo>
                  <a:pt x="3992880" y="1715125"/>
                </a:lnTo>
                <a:lnTo>
                  <a:pt x="3743325" y="1598380"/>
                </a:lnTo>
                <a:lnTo>
                  <a:pt x="3493770" y="1476315"/>
                </a:lnTo>
                <a:lnTo>
                  <a:pt x="3244215" y="1350704"/>
                </a:lnTo>
                <a:lnTo>
                  <a:pt x="2994660" y="1223319"/>
                </a:lnTo>
                <a:lnTo>
                  <a:pt x="2745105" y="1095935"/>
                </a:lnTo>
                <a:lnTo>
                  <a:pt x="2495550" y="970323"/>
                </a:lnTo>
                <a:lnTo>
                  <a:pt x="2245995" y="848258"/>
                </a:lnTo>
                <a:lnTo>
                  <a:pt x="1996440" y="731514"/>
                </a:lnTo>
                <a:lnTo>
                  <a:pt x="1746885" y="621862"/>
                </a:lnTo>
                <a:lnTo>
                  <a:pt x="1497330" y="521078"/>
                </a:lnTo>
                <a:lnTo>
                  <a:pt x="1247775" y="430933"/>
                </a:lnTo>
                <a:lnTo>
                  <a:pt x="998220" y="353202"/>
                </a:lnTo>
                <a:lnTo>
                  <a:pt x="748665" y="289657"/>
                </a:lnTo>
                <a:lnTo>
                  <a:pt x="499110" y="242073"/>
                </a:lnTo>
                <a:lnTo>
                  <a:pt x="249555" y="212221"/>
                </a:lnTo>
                <a:lnTo>
                  <a:pt x="0" y="201877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26080" y="2821453"/>
            <a:ext cx="5989320" cy="2660263"/>
          </a:xfrm>
          <a:custGeom>
            <a:avLst/>
            <a:gdLst/>
            <a:ahLst/>
            <a:cxnLst/>
            <a:rect l="l" t="t" r="r" b="b"/>
            <a:pathLst>
              <a:path w="5989320" h="2660263">
                <a:moveTo>
                  <a:pt x="0" y="0"/>
                </a:moveTo>
                <a:lnTo>
                  <a:pt x="249555" y="12324"/>
                </a:lnTo>
                <a:lnTo>
                  <a:pt x="499110" y="47887"/>
                </a:lnTo>
                <a:lnTo>
                  <a:pt x="748665" y="104578"/>
                </a:lnTo>
                <a:lnTo>
                  <a:pt x="998220" y="180282"/>
                </a:lnTo>
                <a:lnTo>
                  <a:pt x="1247775" y="272888"/>
                </a:lnTo>
                <a:lnTo>
                  <a:pt x="1497330" y="380282"/>
                </a:lnTo>
                <a:lnTo>
                  <a:pt x="1746885" y="500353"/>
                </a:lnTo>
                <a:lnTo>
                  <a:pt x="1996440" y="630987"/>
                </a:lnTo>
                <a:lnTo>
                  <a:pt x="2245995" y="770072"/>
                </a:lnTo>
                <a:lnTo>
                  <a:pt x="2495550" y="915495"/>
                </a:lnTo>
                <a:lnTo>
                  <a:pt x="2745105" y="1065143"/>
                </a:lnTo>
                <a:lnTo>
                  <a:pt x="2994660" y="1216904"/>
                </a:lnTo>
                <a:lnTo>
                  <a:pt x="3244215" y="1368665"/>
                </a:lnTo>
                <a:lnTo>
                  <a:pt x="3493770" y="1518313"/>
                </a:lnTo>
                <a:lnTo>
                  <a:pt x="3743325" y="1663736"/>
                </a:lnTo>
                <a:lnTo>
                  <a:pt x="3992880" y="1802820"/>
                </a:lnTo>
                <a:lnTo>
                  <a:pt x="4242435" y="1933455"/>
                </a:lnTo>
                <a:lnTo>
                  <a:pt x="4491990" y="2053525"/>
                </a:lnTo>
                <a:lnTo>
                  <a:pt x="4741545" y="2160920"/>
                </a:lnTo>
                <a:lnTo>
                  <a:pt x="4991100" y="2253526"/>
                </a:lnTo>
                <a:lnTo>
                  <a:pt x="5240655" y="2329230"/>
                </a:lnTo>
                <a:lnTo>
                  <a:pt x="5490210" y="2385920"/>
                </a:lnTo>
                <a:lnTo>
                  <a:pt x="5739765" y="2421484"/>
                </a:lnTo>
                <a:lnTo>
                  <a:pt x="5989320" y="2433808"/>
                </a:lnTo>
                <a:lnTo>
                  <a:pt x="5989320" y="2660263"/>
                </a:lnTo>
                <a:lnTo>
                  <a:pt x="5739765" y="2647939"/>
                </a:lnTo>
                <a:lnTo>
                  <a:pt x="5490210" y="2612376"/>
                </a:lnTo>
                <a:lnTo>
                  <a:pt x="5240655" y="2555686"/>
                </a:lnTo>
                <a:lnTo>
                  <a:pt x="4991100" y="2479981"/>
                </a:lnTo>
                <a:lnTo>
                  <a:pt x="4741545" y="2387376"/>
                </a:lnTo>
                <a:lnTo>
                  <a:pt x="4491990" y="2279981"/>
                </a:lnTo>
                <a:lnTo>
                  <a:pt x="4242435" y="2159910"/>
                </a:lnTo>
                <a:lnTo>
                  <a:pt x="3992880" y="2029276"/>
                </a:lnTo>
                <a:lnTo>
                  <a:pt x="3743325" y="1890191"/>
                </a:lnTo>
                <a:lnTo>
                  <a:pt x="3493770" y="1744769"/>
                </a:lnTo>
                <a:lnTo>
                  <a:pt x="3244215" y="1595120"/>
                </a:lnTo>
                <a:lnTo>
                  <a:pt x="2994660" y="1443360"/>
                </a:lnTo>
                <a:lnTo>
                  <a:pt x="2745105" y="1291599"/>
                </a:lnTo>
                <a:lnTo>
                  <a:pt x="2495550" y="1141951"/>
                </a:lnTo>
                <a:lnTo>
                  <a:pt x="2245995" y="996528"/>
                </a:lnTo>
                <a:lnTo>
                  <a:pt x="1996440" y="857443"/>
                </a:lnTo>
                <a:lnTo>
                  <a:pt x="1746885" y="726809"/>
                </a:lnTo>
                <a:lnTo>
                  <a:pt x="1497330" y="606738"/>
                </a:lnTo>
                <a:lnTo>
                  <a:pt x="1247775" y="499344"/>
                </a:lnTo>
                <a:lnTo>
                  <a:pt x="998220" y="406738"/>
                </a:lnTo>
                <a:lnTo>
                  <a:pt x="748665" y="331033"/>
                </a:lnTo>
                <a:lnTo>
                  <a:pt x="499110" y="274343"/>
                </a:lnTo>
                <a:lnTo>
                  <a:pt x="249555" y="238780"/>
                </a:lnTo>
                <a:lnTo>
                  <a:pt x="0" y="226456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6080" y="3047909"/>
            <a:ext cx="5989320" cy="3022689"/>
          </a:xfrm>
          <a:custGeom>
            <a:avLst/>
            <a:gdLst/>
            <a:ahLst/>
            <a:cxnLst/>
            <a:rect l="l" t="t" r="r" b="b"/>
            <a:pathLst>
              <a:path w="5989320" h="3022689">
                <a:moveTo>
                  <a:pt x="0" y="0"/>
                </a:moveTo>
                <a:lnTo>
                  <a:pt x="249555" y="13971"/>
                </a:lnTo>
                <a:lnTo>
                  <a:pt x="499110" y="54288"/>
                </a:lnTo>
                <a:lnTo>
                  <a:pt x="748665" y="118555"/>
                </a:lnTo>
                <a:lnTo>
                  <a:pt x="998220" y="204379"/>
                </a:lnTo>
                <a:lnTo>
                  <a:pt x="1247775" y="309362"/>
                </a:lnTo>
                <a:lnTo>
                  <a:pt x="1497330" y="431111"/>
                </a:lnTo>
                <a:lnTo>
                  <a:pt x="1746885" y="567231"/>
                </a:lnTo>
                <a:lnTo>
                  <a:pt x="1996440" y="715326"/>
                </a:lnTo>
                <a:lnTo>
                  <a:pt x="2245995" y="873001"/>
                </a:lnTo>
                <a:lnTo>
                  <a:pt x="2495550" y="1037861"/>
                </a:lnTo>
                <a:lnTo>
                  <a:pt x="2745105" y="1207512"/>
                </a:lnTo>
                <a:lnTo>
                  <a:pt x="2994660" y="1379557"/>
                </a:lnTo>
                <a:lnTo>
                  <a:pt x="3244215" y="1551603"/>
                </a:lnTo>
                <a:lnTo>
                  <a:pt x="3493770" y="1721253"/>
                </a:lnTo>
                <a:lnTo>
                  <a:pt x="3743325" y="1886113"/>
                </a:lnTo>
                <a:lnTo>
                  <a:pt x="3992880" y="2043788"/>
                </a:lnTo>
                <a:lnTo>
                  <a:pt x="4242435" y="2191883"/>
                </a:lnTo>
                <a:lnTo>
                  <a:pt x="4491990" y="2328003"/>
                </a:lnTo>
                <a:lnTo>
                  <a:pt x="4741545" y="2449752"/>
                </a:lnTo>
                <a:lnTo>
                  <a:pt x="4991100" y="2554736"/>
                </a:lnTo>
                <a:lnTo>
                  <a:pt x="5240655" y="2640559"/>
                </a:lnTo>
                <a:lnTo>
                  <a:pt x="5490210" y="2704826"/>
                </a:lnTo>
                <a:lnTo>
                  <a:pt x="5739765" y="2745143"/>
                </a:lnTo>
                <a:lnTo>
                  <a:pt x="5989320" y="2759114"/>
                </a:lnTo>
                <a:lnTo>
                  <a:pt x="5989320" y="3022689"/>
                </a:lnTo>
                <a:lnTo>
                  <a:pt x="5739765" y="3008718"/>
                </a:lnTo>
                <a:lnTo>
                  <a:pt x="5490210" y="2968401"/>
                </a:lnTo>
                <a:lnTo>
                  <a:pt x="5240655" y="2904133"/>
                </a:lnTo>
                <a:lnTo>
                  <a:pt x="4991100" y="2818310"/>
                </a:lnTo>
                <a:lnTo>
                  <a:pt x="4741545" y="2713326"/>
                </a:lnTo>
                <a:lnTo>
                  <a:pt x="4491990" y="2591577"/>
                </a:lnTo>
                <a:lnTo>
                  <a:pt x="4242435" y="2455458"/>
                </a:lnTo>
                <a:lnTo>
                  <a:pt x="3992880" y="2307363"/>
                </a:lnTo>
                <a:lnTo>
                  <a:pt x="3743325" y="2149688"/>
                </a:lnTo>
                <a:lnTo>
                  <a:pt x="3493770" y="1984827"/>
                </a:lnTo>
                <a:lnTo>
                  <a:pt x="3244215" y="1815177"/>
                </a:lnTo>
                <a:lnTo>
                  <a:pt x="2994660" y="1643131"/>
                </a:lnTo>
                <a:lnTo>
                  <a:pt x="2745105" y="1471086"/>
                </a:lnTo>
                <a:lnTo>
                  <a:pt x="2495550" y="1301436"/>
                </a:lnTo>
                <a:lnTo>
                  <a:pt x="2245995" y="1136575"/>
                </a:lnTo>
                <a:lnTo>
                  <a:pt x="1996440" y="978900"/>
                </a:lnTo>
                <a:lnTo>
                  <a:pt x="1746885" y="830805"/>
                </a:lnTo>
                <a:lnTo>
                  <a:pt x="1497330" y="694686"/>
                </a:lnTo>
                <a:lnTo>
                  <a:pt x="1247775" y="572937"/>
                </a:lnTo>
                <a:lnTo>
                  <a:pt x="998220" y="467953"/>
                </a:lnTo>
                <a:lnTo>
                  <a:pt x="748665" y="382130"/>
                </a:lnTo>
                <a:lnTo>
                  <a:pt x="499110" y="317862"/>
                </a:lnTo>
                <a:lnTo>
                  <a:pt x="249555" y="277545"/>
                </a:lnTo>
                <a:lnTo>
                  <a:pt x="0" y="263574"/>
                </a:lnTo>
                <a:close/>
              </a:path>
            </a:pathLst>
          </a:custGeom>
          <a:solidFill>
            <a:srgbClr val="2EC4F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26080" y="1966601"/>
            <a:ext cx="5989320" cy="1617115"/>
          </a:xfrm>
          <a:custGeom>
            <a:avLst/>
            <a:gdLst/>
            <a:ahLst/>
            <a:cxnLst/>
            <a:rect l="l" t="t" r="r" b="b"/>
            <a:pathLst>
              <a:path w="5989320" h="1617115">
                <a:moveTo>
                  <a:pt x="0" y="1436322"/>
                </a:moveTo>
                <a:lnTo>
                  <a:pt x="249555" y="1429049"/>
                </a:lnTo>
                <a:lnTo>
                  <a:pt x="499110" y="1408061"/>
                </a:lnTo>
                <a:lnTo>
                  <a:pt x="748665" y="1374605"/>
                </a:lnTo>
                <a:lnTo>
                  <a:pt x="998220" y="1329928"/>
                </a:lnTo>
                <a:lnTo>
                  <a:pt x="1247775" y="1275276"/>
                </a:lnTo>
                <a:lnTo>
                  <a:pt x="1497330" y="1211897"/>
                </a:lnTo>
                <a:lnTo>
                  <a:pt x="1746885" y="1141037"/>
                </a:lnTo>
                <a:lnTo>
                  <a:pt x="1996440" y="1063942"/>
                </a:lnTo>
                <a:lnTo>
                  <a:pt x="2245995" y="981861"/>
                </a:lnTo>
                <a:lnTo>
                  <a:pt x="2495550" y="896039"/>
                </a:lnTo>
                <a:lnTo>
                  <a:pt x="2745105" y="807724"/>
                </a:lnTo>
                <a:lnTo>
                  <a:pt x="2994660" y="718161"/>
                </a:lnTo>
                <a:lnTo>
                  <a:pt x="3244215" y="628599"/>
                </a:lnTo>
                <a:lnTo>
                  <a:pt x="3493770" y="540283"/>
                </a:lnTo>
                <a:lnTo>
                  <a:pt x="3743325" y="454462"/>
                </a:lnTo>
                <a:lnTo>
                  <a:pt x="3992880" y="372380"/>
                </a:lnTo>
                <a:lnTo>
                  <a:pt x="4242435" y="295286"/>
                </a:lnTo>
                <a:lnTo>
                  <a:pt x="4491990" y="224426"/>
                </a:lnTo>
                <a:lnTo>
                  <a:pt x="4741545" y="161046"/>
                </a:lnTo>
                <a:lnTo>
                  <a:pt x="4991100" y="106395"/>
                </a:lnTo>
                <a:lnTo>
                  <a:pt x="5240655" y="61717"/>
                </a:lnTo>
                <a:lnTo>
                  <a:pt x="5490210" y="28261"/>
                </a:lnTo>
                <a:lnTo>
                  <a:pt x="5739765" y="7273"/>
                </a:lnTo>
                <a:lnTo>
                  <a:pt x="5989320" y="0"/>
                </a:lnTo>
                <a:lnTo>
                  <a:pt x="5989320" y="180793"/>
                </a:lnTo>
                <a:lnTo>
                  <a:pt x="5739765" y="188066"/>
                </a:lnTo>
                <a:lnTo>
                  <a:pt x="5490210" y="209054"/>
                </a:lnTo>
                <a:lnTo>
                  <a:pt x="5240655" y="242510"/>
                </a:lnTo>
                <a:lnTo>
                  <a:pt x="4991100" y="287188"/>
                </a:lnTo>
                <a:lnTo>
                  <a:pt x="4741545" y="341839"/>
                </a:lnTo>
                <a:lnTo>
                  <a:pt x="4491990" y="405219"/>
                </a:lnTo>
                <a:lnTo>
                  <a:pt x="4242435" y="476079"/>
                </a:lnTo>
                <a:lnTo>
                  <a:pt x="3992880" y="553173"/>
                </a:lnTo>
                <a:lnTo>
                  <a:pt x="3743325" y="635254"/>
                </a:lnTo>
                <a:lnTo>
                  <a:pt x="3493770" y="721076"/>
                </a:lnTo>
                <a:lnTo>
                  <a:pt x="3244215" y="809392"/>
                </a:lnTo>
                <a:lnTo>
                  <a:pt x="2994660" y="898954"/>
                </a:lnTo>
                <a:lnTo>
                  <a:pt x="2745105" y="988516"/>
                </a:lnTo>
                <a:lnTo>
                  <a:pt x="2495550" y="1076832"/>
                </a:lnTo>
                <a:lnTo>
                  <a:pt x="2245995" y="1162654"/>
                </a:lnTo>
                <a:lnTo>
                  <a:pt x="1996440" y="1244735"/>
                </a:lnTo>
                <a:lnTo>
                  <a:pt x="1746885" y="1321830"/>
                </a:lnTo>
                <a:lnTo>
                  <a:pt x="1497330" y="1392690"/>
                </a:lnTo>
                <a:lnTo>
                  <a:pt x="1247775" y="1456069"/>
                </a:lnTo>
                <a:lnTo>
                  <a:pt x="998220" y="1510721"/>
                </a:lnTo>
                <a:lnTo>
                  <a:pt x="748665" y="1555398"/>
                </a:lnTo>
                <a:lnTo>
                  <a:pt x="499110" y="1588854"/>
                </a:lnTo>
                <a:lnTo>
                  <a:pt x="249555" y="1609842"/>
                </a:lnTo>
                <a:lnTo>
                  <a:pt x="0" y="1617115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926080" y="2769771"/>
            <a:ext cx="5989320" cy="954778"/>
          </a:xfrm>
          <a:custGeom>
            <a:avLst/>
            <a:gdLst/>
            <a:ahLst/>
            <a:cxnLst/>
            <a:rect l="l" t="t" r="r" b="b"/>
            <a:pathLst>
              <a:path w="5989320" h="954778">
                <a:moveTo>
                  <a:pt x="0" y="813945"/>
                </a:moveTo>
                <a:lnTo>
                  <a:pt x="249555" y="809823"/>
                </a:lnTo>
                <a:lnTo>
                  <a:pt x="499110" y="797930"/>
                </a:lnTo>
                <a:lnTo>
                  <a:pt x="748665" y="778971"/>
                </a:lnTo>
                <a:lnTo>
                  <a:pt x="998220" y="753653"/>
                </a:lnTo>
                <a:lnTo>
                  <a:pt x="1247775" y="722682"/>
                </a:lnTo>
                <a:lnTo>
                  <a:pt x="1497330" y="686766"/>
                </a:lnTo>
                <a:lnTo>
                  <a:pt x="1746885" y="646610"/>
                </a:lnTo>
                <a:lnTo>
                  <a:pt x="1996440" y="602922"/>
                </a:lnTo>
                <a:lnTo>
                  <a:pt x="2245995" y="556408"/>
                </a:lnTo>
                <a:lnTo>
                  <a:pt x="2495550" y="507773"/>
                </a:lnTo>
                <a:lnTo>
                  <a:pt x="2745105" y="457726"/>
                </a:lnTo>
                <a:lnTo>
                  <a:pt x="2994660" y="406972"/>
                </a:lnTo>
                <a:lnTo>
                  <a:pt x="3244215" y="356219"/>
                </a:lnTo>
                <a:lnTo>
                  <a:pt x="3493770" y="306171"/>
                </a:lnTo>
                <a:lnTo>
                  <a:pt x="3743325" y="257537"/>
                </a:lnTo>
                <a:lnTo>
                  <a:pt x="3992880" y="211023"/>
                </a:lnTo>
                <a:lnTo>
                  <a:pt x="4242435" y="167334"/>
                </a:lnTo>
                <a:lnTo>
                  <a:pt x="4491990" y="127179"/>
                </a:lnTo>
                <a:lnTo>
                  <a:pt x="4741545" y="91262"/>
                </a:lnTo>
                <a:lnTo>
                  <a:pt x="4991100" y="60292"/>
                </a:lnTo>
                <a:lnTo>
                  <a:pt x="5240655" y="34974"/>
                </a:lnTo>
                <a:lnTo>
                  <a:pt x="5490210" y="16015"/>
                </a:lnTo>
                <a:lnTo>
                  <a:pt x="5739765" y="4121"/>
                </a:lnTo>
                <a:lnTo>
                  <a:pt x="5989320" y="0"/>
                </a:lnTo>
                <a:lnTo>
                  <a:pt x="5989320" y="140832"/>
                </a:lnTo>
                <a:lnTo>
                  <a:pt x="5739765" y="144954"/>
                </a:lnTo>
                <a:lnTo>
                  <a:pt x="5490210" y="156848"/>
                </a:lnTo>
                <a:lnTo>
                  <a:pt x="5240655" y="175807"/>
                </a:lnTo>
                <a:lnTo>
                  <a:pt x="4991100" y="201125"/>
                </a:lnTo>
                <a:lnTo>
                  <a:pt x="4741545" y="232095"/>
                </a:lnTo>
                <a:lnTo>
                  <a:pt x="4491990" y="268011"/>
                </a:lnTo>
                <a:lnTo>
                  <a:pt x="4242435" y="308167"/>
                </a:lnTo>
                <a:lnTo>
                  <a:pt x="3992880" y="351855"/>
                </a:lnTo>
                <a:lnTo>
                  <a:pt x="3743325" y="398370"/>
                </a:lnTo>
                <a:lnTo>
                  <a:pt x="3493770" y="447004"/>
                </a:lnTo>
                <a:lnTo>
                  <a:pt x="3244215" y="497051"/>
                </a:lnTo>
                <a:lnTo>
                  <a:pt x="2994660" y="547805"/>
                </a:lnTo>
                <a:lnTo>
                  <a:pt x="2745105" y="598559"/>
                </a:lnTo>
                <a:lnTo>
                  <a:pt x="2495550" y="648606"/>
                </a:lnTo>
                <a:lnTo>
                  <a:pt x="2245995" y="697240"/>
                </a:lnTo>
                <a:lnTo>
                  <a:pt x="1996440" y="743755"/>
                </a:lnTo>
                <a:lnTo>
                  <a:pt x="1746885" y="787443"/>
                </a:lnTo>
                <a:lnTo>
                  <a:pt x="1497330" y="827599"/>
                </a:lnTo>
                <a:lnTo>
                  <a:pt x="1247775" y="863515"/>
                </a:lnTo>
                <a:lnTo>
                  <a:pt x="998220" y="894485"/>
                </a:lnTo>
                <a:lnTo>
                  <a:pt x="748665" y="919803"/>
                </a:lnTo>
                <a:lnTo>
                  <a:pt x="499110" y="938762"/>
                </a:lnTo>
                <a:lnTo>
                  <a:pt x="249555" y="950656"/>
                </a:lnTo>
                <a:lnTo>
                  <a:pt x="0" y="954778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926080" y="3493453"/>
            <a:ext cx="5989320" cy="350636"/>
          </a:xfrm>
          <a:custGeom>
            <a:avLst/>
            <a:gdLst/>
            <a:ahLst/>
            <a:cxnLst/>
            <a:rect l="l" t="t" r="r" b="b"/>
            <a:pathLst>
              <a:path w="5989320" h="350636">
                <a:moveTo>
                  <a:pt x="0" y="231096"/>
                </a:moveTo>
                <a:lnTo>
                  <a:pt x="249555" y="229925"/>
                </a:lnTo>
                <a:lnTo>
                  <a:pt x="499110" y="226549"/>
                </a:lnTo>
                <a:lnTo>
                  <a:pt x="748665" y="221166"/>
                </a:lnTo>
                <a:lnTo>
                  <a:pt x="998220" y="213977"/>
                </a:lnTo>
                <a:lnTo>
                  <a:pt x="1247775" y="205184"/>
                </a:lnTo>
                <a:lnTo>
                  <a:pt x="1497330" y="194987"/>
                </a:lnTo>
                <a:lnTo>
                  <a:pt x="1746885" y="183586"/>
                </a:lnTo>
                <a:lnTo>
                  <a:pt x="1996440" y="171182"/>
                </a:lnTo>
                <a:lnTo>
                  <a:pt x="2245995" y="157976"/>
                </a:lnTo>
                <a:lnTo>
                  <a:pt x="2495550" y="144167"/>
                </a:lnTo>
                <a:lnTo>
                  <a:pt x="2745105" y="129958"/>
                </a:lnTo>
                <a:lnTo>
                  <a:pt x="2994660" y="115548"/>
                </a:lnTo>
                <a:lnTo>
                  <a:pt x="3244215" y="101138"/>
                </a:lnTo>
                <a:lnTo>
                  <a:pt x="3493770" y="86928"/>
                </a:lnTo>
                <a:lnTo>
                  <a:pt x="3743325" y="73120"/>
                </a:lnTo>
                <a:lnTo>
                  <a:pt x="3992880" y="59914"/>
                </a:lnTo>
                <a:lnTo>
                  <a:pt x="4242435" y="47510"/>
                </a:lnTo>
                <a:lnTo>
                  <a:pt x="4491990" y="36109"/>
                </a:lnTo>
                <a:lnTo>
                  <a:pt x="4741545" y="25911"/>
                </a:lnTo>
                <a:lnTo>
                  <a:pt x="4991100" y="17118"/>
                </a:lnTo>
                <a:lnTo>
                  <a:pt x="5240655" y="9930"/>
                </a:lnTo>
                <a:lnTo>
                  <a:pt x="5490210" y="4547"/>
                </a:lnTo>
                <a:lnTo>
                  <a:pt x="5739765" y="1170"/>
                </a:lnTo>
                <a:lnTo>
                  <a:pt x="5989320" y="0"/>
                </a:lnTo>
                <a:lnTo>
                  <a:pt x="5989320" y="119541"/>
                </a:lnTo>
                <a:lnTo>
                  <a:pt x="5739765" y="120711"/>
                </a:lnTo>
                <a:lnTo>
                  <a:pt x="5490210" y="124088"/>
                </a:lnTo>
                <a:lnTo>
                  <a:pt x="5240655" y="129471"/>
                </a:lnTo>
                <a:lnTo>
                  <a:pt x="4991100" y="136659"/>
                </a:lnTo>
                <a:lnTo>
                  <a:pt x="4741545" y="145452"/>
                </a:lnTo>
                <a:lnTo>
                  <a:pt x="4491990" y="155649"/>
                </a:lnTo>
                <a:lnTo>
                  <a:pt x="4242435" y="167050"/>
                </a:lnTo>
                <a:lnTo>
                  <a:pt x="3992880" y="179454"/>
                </a:lnTo>
                <a:lnTo>
                  <a:pt x="3743325" y="192661"/>
                </a:lnTo>
                <a:lnTo>
                  <a:pt x="3493770" y="206469"/>
                </a:lnTo>
                <a:lnTo>
                  <a:pt x="3244215" y="220678"/>
                </a:lnTo>
                <a:lnTo>
                  <a:pt x="2994660" y="235089"/>
                </a:lnTo>
                <a:lnTo>
                  <a:pt x="2745105" y="249499"/>
                </a:lnTo>
                <a:lnTo>
                  <a:pt x="2495550" y="263708"/>
                </a:lnTo>
                <a:lnTo>
                  <a:pt x="2245995" y="277516"/>
                </a:lnTo>
                <a:lnTo>
                  <a:pt x="1996440" y="290723"/>
                </a:lnTo>
                <a:lnTo>
                  <a:pt x="1746885" y="303127"/>
                </a:lnTo>
                <a:lnTo>
                  <a:pt x="1497330" y="314528"/>
                </a:lnTo>
                <a:lnTo>
                  <a:pt x="1247775" y="324725"/>
                </a:lnTo>
                <a:lnTo>
                  <a:pt x="998220" y="333518"/>
                </a:lnTo>
                <a:lnTo>
                  <a:pt x="748665" y="340706"/>
                </a:lnTo>
                <a:lnTo>
                  <a:pt x="499110" y="346089"/>
                </a:lnTo>
                <a:lnTo>
                  <a:pt x="249555" y="349466"/>
                </a:lnTo>
                <a:lnTo>
                  <a:pt x="0" y="350636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926080" y="3844089"/>
            <a:ext cx="5989320" cy="492873"/>
          </a:xfrm>
          <a:custGeom>
            <a:avLst/>
            <a:gdLst/>
            <a:ahLst/>
            <a:cxnLst/>
            <a:rect l="l" t="t" r="r" b="b"/>
            <a:pathLst>
              <a:path w="5989320" h="492873">
                <a:moveTo>
                  <a:pt x="0" y="0"/>
                </a:moveTo>
                <a:lnTo>
                  <a:pt x="249555" y="1792"/>
                </a:lnTo>
                <a:lnTo>
                  <a:pt x="499110" y="6961"/>
                </a:lnTo>
                <a:lnTo>
                  <a:pt x="748665" y="15201"/>
                </a:lnTo>
                <a:lnTo>
                  <a:pt x="998220" y="26206"/>
                </a:lnTo>
                <a:lnTo>
                  <a:pt x="1247775" y="39667"/>
                </a:lnTo>
                <a:lnTo>
                  <a:pt x="1497330" y="55277"/>
                </a:lnTo>
                <a:lnTo>
                  <a:pt x="1746885" y="72731"/>
                </a:lnTo>
                <a:lnTo>
                  <a:pt x="1996440" y="91719"/>
                </a:lnTo>
                <a:lnTo>
                  <a:pt x="2245995" y="111936"/>
                </a:lnTo>
                <a:lnTo>
                  <a:pt x="2495550" y="133075"/>
                </a:lnTo>
                <a:lnTo>
                  <a:pt x="2745105" y="154827"/>
                </a:lnTo>
                <a:lnTo>
                  <a:pt x="2994660" y="176887"/>
                </a:lnTo>
                <a:lnTo>
                  <a:pt x="3244215" y="198946"/>
                </a:lnTo>
                <a:lnTo>
                  <a:pt x="3493770" y="220699"/>
                </a:lnTo>
                <a:lnTo>
                  <a:pt x="3743325" y="241837"/>
                </a:lnTo>
                <a:lnTo>
                  <a:pt x="3992880" y="262054"/>
                </a:lnTo>
                <a:lnTo>
                  <a:pt x="4242435" y="281043"/>
                </a:lnTo>
                <a:lnTo>
                  <a:pt x="4491990" y="298496"/>
                </a:lnTo>
                <a:lnTo>
                  <a:pt x="4741545" y="314107"/>
                </a:lnTo>
                <a:lnTo>
                  <a:pt x="4991100" y="327568"/>
                </a:lnTo>
                <a:lnTo>
                  <a:pt x="5240655" y="338572"/>
                </a:lnTo>
                <a:lnTo>
                  <a:pt x="5490210" y="346812"/>
                </a:lnTo>
                <a:lnTo>
                  <a:pt x="5739765" y="351982"/>
                </a:lnTo>
                <a:lnTo>
                  <a:pt x="5989320" y="353773"/>
                </a:lnTo>
                <a:lnTo>
                  <a:pt x="5989320" y="492873"/>
                </a:lnTo>
                <a:lnTo>
                  <a:pt x="5739765" y="491082"/>
                </a:lnTo>
                <a:lnTo>
                  <a:pt x="5490210" y="485912"/>
                </a:lnTo>
                <a:lnTo>
                  <a:pt x="5240655" y="477672"/>
                </a:lnTo>
                <a:lnTo>
                  <a:pt x="4991100" y="466668"/>
                </a:lnTo>
                <a:lnTo>
                  <a:pt x="4741545" y="453207"/>
                </a:lnTo>
                <a:lnTo>
                  <a:pt x="4491990" y="437596"/>
                </a:lnTo>
                <a:lnTo>
                  <a:pt x="4242435" y="420143"/>
                </a:lnTo>
                <a:lnTo>
                  <a:pt x="3992880" y="401154"/>
                </a:lnTo>
                <a:lnTo>
                  <a:pt x="3743325" y="380937"/>
                </a:lnTo>
                <a:lnTo>
                  <a:pt x="3493770" y="359799"/>
                </a:lnTo>
                <a:lnTo>
                  <a:pt x="3244215" y="338046"/>
                </a:lnTo>
                <a:lnTo>
                  <a:pt x="2994660" y="315987"/>
                </a:lnTo>
                <a:lnTo>
                  <a:pt x="2745105" y="293927"/>
                </a:lnTo>
                <a:lnTo>
                  <a:pt x="2495550" y="272175"/>
                </a:lnTo>
                <a:lnTo>
                  <a:pt x="2245995" y="251036"/>
                </a:lnTo>
                <a:lnTo>
                  <a:pt x="1996440" y="230819"/>
                </a:lnTo>
                <a:lnTo>
                  <a:pt x="1746885" y="211830"/>
                </a:lnTo>
                <a:lnTo>
                  <a:pt x="1497330" y="194377"/>
                </a:lnTo>
                <a:lnTo>
                  <a:pt x="1247775" y="178767"/>
                </a:lnTo>
                <a:lnTo>
                  <a:pt x="998220" y="165306"/>
                </a:lnTo>
                <a:lnTo>
                  <a:pt x="748665" y="154301"/>
                </a:lnTo>
                <a:lnTo>
                  <a:pt x="499110" y="146061"/>
                </a:lnTo>
                <a:lnTo>
                  <a:pt x="249555" y="140892"/>
                </a:lnTo>
                <a:lnTo>
                  <a:pt x="0" y="139100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926080" y="3983189"/>
            <a:ext cx="5989320" cy="978776"/>
          </a:xfrm>
          <a:custGeom>
            <a:avLst/>
            <a:gdLst/>
            <a:ahLst/>
            <a:cxnLst/>
            <a:rect l="l" t="t" r="r" b="b"/>
            <a:pathLst>
              <a:path w="5989320" h="978776">
                <a:moveTo>
                  <a:pt x="0" y="0"/>
                </a:moveTo>
                <a:lnTo>
                  <a:pt x="249555" y="4462"/>
                </a:lnTo>
                <a:lnTo>
                  <a:pt x="499110" y="17338"/>
                </a:lnTo>
                <a:lnTo>
                  <a:pt x="748665" y="37862"/>
                </a:lnTo>
                <a:lnTo>
                  <a:pt x="998220" y="65270"/>
                </a:lnTo>
                <a:lnTo>
                  <a:pt x="1247775" y="98798"/>
                </a:lnTo>
                <a:lnTo>
                  <a:pt x="1497330" y="137680"/>
                </a:lnTo>
                <a:lnTo>
                  <a:pt x="1746885" y="181151"/>
                </a:lnTo>
                <a:lnTo>
                  <a:pt x="1996440" y="228446"/>
                </a:lnTo>
                <a:lnTo>
                  <a:pt x="2245995" y="278801"/>
                </a:lnTo>
                <a:lnTo>
                  <a:pt x="2495550" y="331451"/>
                </a:lnTo>
                <a:lnTo>
                  <a:pt x="2745105" y="385630"/>
                </a:lnTo>
                <a:lnTo>
                  <a:pt x="2994660" y="440574"/>
                </a:lnTo>
                <a:lnTo>
                  <a:pt x="3244215" y="495519"/>
                </a:lnTo>
                <a:lnTo>
                  <a:pt x="3493770" y="549698"/>
                </a:lnTo>
                <a:lnTo>
                  <a:pt x="3743325" y="602348"/>
                </a:lnTo>
                <a:lnTo>
                  <a:pt x="3992880" y="652703"/>
                </a:lnTo>
                <a:lnTo>
                  <a:pt x="4242435" y="699998"/>
                </a:lnTo>
                <a:lnTo>
                  <a:pt x="4491990" y="743469"/>
                </a:lnTo>
                <a:lnTo>
                  <a:pt x="4741545" y="782351"/>
                </a:lnTo>
                <a:lnTo>
                  <a:pt x="4991100" y="815878"/>
                </a:lnTo>
                <a:lnTo>
                  <a:pt x="5240655" y="843287"/>
                </a:lnTo>
                <a:lnTo>
                  <a:pt x="5490210" y="863811"/>
                </a:lnTo>
                <a:lnTo>
                  <a:pt x="5739765" y="876687"/>
                </a:lnTo>
                <a:lnTo>
                  <a:pt x="5989320" y="881149"/>
                </a:lnTo>
                <a:lnTo>
                  <a:pt x="5989320" y="978776"/>
                </a:lnTo>
                <a:lnTo>
                  <a:pt x="5739765" y="974314"/>
                </a:lnTo>
                <a:lnTo>
                  <a:pt x="5490210" y="961439"/>
                </a:lnTo>
                <a:lnTo>
                  <a:pt x="5240655" y="940914"/>
                </a:lnTo>
                <a:lnTo>
                  <a:pt x="4991100" y="913506"/>
                </a:lnTo>
                <a:lnTo>
                  <a:pt x="4741545" y="879979"/>
                </a:lnTo>
                <a:lnTo>
                  <a:pt x="4491990" y="841097"/>
                </a:lnTo>
                <a:lnTo>
                  <a:pt x="4242435" y="797626"/>
                </a:lnTo>
                <a:lnTo>
                  <a:pt x="3992880" y="750330"/>
                </a:lnTo>
                <a:lnTo>
                  <a:pt x="3743325" y="699975"/>
                </a:lnTo>
                <a:lnTo>
                  <a:pt x="3493770" y="647326"/>
                </a:lnTo>
                <a:lnTo>
                  <a:pt x="3244215" y="593146"/>
                </a:lnTo>
                <a:lnTo>
                  <a:pt x="2994660" y="538202"/>
                </a:lnTo>
                <a:lnTo>
                  <a:pt x="2745105" y="483258"/>
                </a:lnTo>
                <a:lnTo>
                  <a:pt x="2495550" y="429078"/>
                </a:lnTo>
                <a:lnTo>
                  <a:pt x="2245995" y="376429"/>
                </a:lnTo>
                <a:lnTo>
                  <a:pt x="1996440" y="326074"/>
                </a:lnTo>
                <a:lnTo>
                  <a:pt x="1746885" y="278778"/>
                </a:lnTo>
                <a:lnTo>
                  <a:pt x="1497330" y="235307"/>
                </a:lnTo>
                <a:lnTo>
                  <a:pt x="1247775" y="196426"/>
                </a:lnTo>
                <a:lnTo>
                  <a:pt x="998220" y="162898"/>
                </a:lnTo>
                <a:lnTo>
                  <a:pt x="748665" y="135490"/>
                </a:lnTo>
                <a:lnTo>
                  <a:pt x="499110" y="114965"/>
                </a:lnTo>
                <a:lnTo>
                  <a:pt x="249555" y="102090"/>
                </a:lnTo>
                <a:lnTo>
                  <a:pt x="0" y="97628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926080" y="4080817"/>
            <a:ext cx="5989320" cy="1499252"/>
          </a:xfrm>
          <a:custGeom>
            <a:avLst/>
            <a:gdLst/>
            <a:ahLst/>
            <a:cxnLst/>
            <a:rect l="l" t="t" r="r" b="b"/>
            <a:pathLst>
              <a:path w="5989320" h="1499252">
                <a:moveTo>
                  <a:pt x="0" y="0"/>
                </a:moveTo>
                <a:lnTo>
                  <a:pt x="249555" y="7093"/>
                </a:lnTo>
                <a:lnTo>
                  <a:pt x="499110" y="27564"/>
                </a:lnTo>
                <a:lnTo>
                  <a:pt x="748665" y="60195"/>
                </a:lnTo>
                <a:lnTo>
                  <a:pt x="998220" y="103770"/>
                </a:lnTo>
                <a:lnTo>
                  <a:pt x="1247775" y="157074"/>
                </a:lnTo>
                <a:lnTo>
                  <a:pt x="1497330" y="218890"/>
                </a:lnTo>
                <a:lnTo>
                  <a:pt x="1746885" y="288003"/>
                </a:lnTo>
                <a:lnTo>
                  <a:pt x="1996440" y="363196"/>
                </a:lnTo>
                <a:lnTo>
                  <a:pt x="2245995" y="443253"/>
                </a:lnTo>
                <a:lnTo>
                  <a:pt x="2495550" y="526959"/>
                </a:lnTo>
                <a:lnTo>
                  <a:pt x="2745105" y="613096"/>
                </a:lnTo>
                <a:lnTo>
                  <a:pt x="2994660" y="700450"/>
                </a:lnTo>
                <a:lnTo>
                  <a:pt x="3244215" y="787803"/>
                </a:lnTo>
                <a:lnTo>
                  <a:pt x="3493770" y="873941"/>
                </a:lnTo>
                <a:lnTo>
                  <a:pt x="3743325" y="957646"/>
                </a:lnTo>
                <a:lnTo>
                  <a:pt x="3992880" y="1037703"/>
                </a:lnTo>
                <a:lnTo>
                  <a:pt x="4242435" y="1112896"/>
                </a:lnTo>
                <a:lnTo>
                  <a:pt x="4491990" y="1182009"/>
                </a:lnTo>
                <a:lnTo>
                  <a:pt x="4741545" y="1243825"/>
                </a:lnTo>
                <a:lnTo>
                  <a:pt x="4991100" y="1297129"/>
                </a:lnTo>
                <a:lnTo>
                  <a:pt x="5240655" y="1340704"/>
                </a:lnTo>
                <a:lnTo>
                  <a:pt x="5490210" y="1373335"/>
                </a:lnTo>
                <a:lnTo>
                  <a:pt x="5739765" y="1393806"/>
                </a:lnTo>
                <a:lnTo>
                  <a:pt x="5989320" y="1400899"/>
                </a:lnTo>
                <a:lnTo>
                  <a:pt x="5989320" y="1499252"/>
                </a:lnTo>
                <a:lnTo>
                  <a:pt x="5739765" y="1492158"/>
                </a:lnTo>
                <a:lnTo>
                  <a:pt x="5490210" y="1471688"/>
                </a:lnTo>
                <a:lnTo>
                  <a:pt x="5240655" y="1439057"/>
                </a:lnTo>
                <a:lnTo>
                  <a:pt x="4991100" y="1395482"/>
                </a:lnTo>
                <a:lnTo>
                  <a:pt x="4741545" y="1342178"/>
                </a:lnTo>
                <a:lnTo>
                  <a:pt x="4491990" y="1280362"/>
                </a:lnTo>
                <a:lnTo>
                  <a:pt x="4242435" y="1211249"/>
                </a:lnTo>
                <a:lnTo>
                  <a:pt x="3992880" y="1136056"/>
                </a:lnTo>
                <a:lnTo>
                  <a:pt x="3743325" y="1055999"/>
                </a:lnTo>
                <a:lnTo>
                  <a:pt x="3493770" y="972293"/>
                </a:lnTo>
                <a:lnTo>
                  <a:pt x="3244215" y="886156"/>
                </a:lnTo>
                <a:lnTo>
                  <a:pt x="2994660" y="798802"/>
                </a:lnTo>
                <a:lnTo>
                  <a:pt x="2745105" y="711449"/>
                </a:lnTo>
                <a:lnTo>
                  <a:pt x="2495550" y="625311"/>
                </a:lnTo>
                <a:lnTo>
                  <a:pt x="2245995" y="541606"/>
                </a:lnTo>
                <a:lnTo>
                  <a:pt x="1996440" y="461549"/>
                </a:lnTo>
                <a:lnTo>
                  <a:pt x="1746885" y="386356"/>
                </a:lnTo>
                <a:lnTo>
                  <a:pt x="1497330" y="317243"/>
                </a:lnTo>
                <a:lnTo>
                  <a:pt x="1247775" y="255427"/>
                </a:lnTo>
                <a:lnTo>
                  <a:pt x="998220" y="202123"/>
                </a:lnTo>
                <a:lnTo>
                  <a:pt x="748665" y="158547"/>
                </a:lnTo>
                <a:lnTo>
                  <a:pt x="499110" y="125916"/>
                </a:lnTo>
                <a:lnTo>
                  <a:pt x="249555" y="105446"/>
                </a:lnTo>
                <a:lnTo>
                  <a:pt x="0" y="98352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926080" y="4179169"/>
            <a:ext cx="5989320" cy="1971206"/>
          </a:xfrm>
          <a:custGeom>
            <a:avLst/>
            <a:gdLst/>
            <a:ahLst/>
            <a:cxnLst/>
            <a:rect l="l" t="t" r="r" b="b"/>
            <a:pathLst>
              <a:path w="5989320" h="1971206">
                <a:moveTo>
                  <a:pt x="0" y="0"/>
                </a:moveTo>
                <a:lnTo>
                  <a:pt x="249555" y="9578"/>
                </a:lnTo>
                <a:lnTo>
                  <a:pt x="499110" y="37216"/>
                </a:lnTo>
                <a:lnTo>
                  <a:pt x="748665" y="81273"/>
                </a:lnTo>
                <a:lnTo>
                  <a:pt x="998220" y="140106"/>
                </a:lnTo>
                <a:lnTo>
                  <a:pt x="1247775" y="212075"/>
                </a:lnTo>
                <a:lnTo>
                  <a:pt x="1497330" y="295536"/>
                </a:lnTo>
                <a:lnTo>
                  <a:pt x="1746885" y="388849"/>
                </a:lnTo>
                <a:lnTo>
                  <a:pt x="1996440" y="490371"/>
                </a:lnTo>
                <a:lnTo>
                  <a:pt x="2245995" y="598460"/>
                </a:lnTo>
                <a:lnTo>
                  <a:pt x="2495550" y="711475"/>
                </a:lnTo>
                <a:lnTo>
                  <a:pt x="2745105" y="827774"/>
                </a:lnTo>
                <a:lnTo>
                  <a:pt x="2994660" y="945715"/>
                </a:lnTo>
                <a:lnTo>
                  <a:pt x="3244215" y="1063655"/>
                </a:lnTo>
                <a:lnTo>
                  <a:pt x="3493770" y="1179954"/>
                </a:lnTo>
                <a:lnTo>
                  <a:pt x="3743325" y="1292969"/>
                </a:lnTo>
                <a:lnTo>
                  <a:pt x="3992880" y="1401058"/>
                </a:lnTo>
                <a:lnTo>
                  <a:pt x="4242435" y="1502580"/>
                </a:lnTo>
                <a:lnTo>
                  <a:pt x="4491990" y="1595893"/>
                </a:lnTo>
                <a:lnTo>
                  <a:pt x="4741545" y="1679355"/>
                </a:lnTo>
                <a:lnTo>
                  <a:pt x="4991100" y="1751323"/>
                </a:lnTo>
                <a:lnTo>
                  <a:pt x="5240655" y="1810156"/>
                </a:lnTo>
                <a:lnTo>
                  <a:pt x="5490210" y="1854213"/>
                </a:lnTo>
                <a:lnTo>
                  <a:pt x="5739765" y="1881851"/>
                </a:lnTo>
                <a:lnTo>
                  <a:pt x="5989320" y="1891429"/>
                </a:lnTo>
                <a:lnTo>
                  <a:pt x="5989320" y="1971206"/>
                </a:lnTo>
                <a:lnTo>
                  <a:pt x="5739765" y="1961628"/>
                </a:lnTo>
                <a:lnTo>
                  <a:pt x="5490210" y="1933990"/>
                </a:lnTo>
                <a:lnTo>
                  <a:pt x="5240655" y="1889934"/>
                </a:lnTo>
                <a:lnTo>
                  <a:pt x="4991100" y="1831100"/>
                </a:lnTo>
                <a:lnTo>
                  <a:pt x="4741545" y="1759132"/>
                </a:lnTo>
                <a:lnTo>
                  <a:pt x="4491990" y="1675670"/>
                </a:lnTo>
                <a:lnTo>
                  <a:pt x="4242435" y="1582358"/>
                </a:lnTo>
                <a:lnTo>
                  <a:pt x="3992880" y="1480836"/>
                </a:lnTo>
                <a:lnTo>
                  <a:pt x="3743325" y="1372746"/>
                </a:lnTo>
                <a:lnTo>
                  <a:pt x="3493770" y="1259731"/>
                </a:lnTo>
                <a:lnTo>
                  <a:pt x="3244215" y="1143433"/>
                </a:lnTo>
                <a:lnTo>
                  <a:pt x="2994660" y="1025492"/>
                </a:lnTo>
                <a:lnTo>
                  <a:pt x="2745105" y="907551"/>
                </a:lnTo>
                <a:lnTo>
                  <a:pt x="2495550" y="791253"/>
                </a:lnTo>
                <a:lnTo>
                  <a:pt x="2245995" y="678237"/>
                </a:lnTo>
                <a:lnTo>
                  <a:pt x="1996440" y="570148"/>
                </a:lnTo>
                <a:lnTo>
                  <a:pt x="1746885" y="468626"/>
                </a:lnTo>
                <a:lnTo>
                  <a:pt x="1497330" y="375313"/>
                </a:lnTo>
                <a:lnTo>
                  <a:pt x="1247775" y="291852"/>
                </a:lnTo>
                <a:lnTo>
                  <a:pt x="998220" y="219884"/>
                </a:lnTo>
                <a:lnTo>
                  <a:pt x="748665" y="161050"/>
                </a:lnTo>
                <a:lnTo>
                  <a:pt x="499110" y="116993"/>
                </a:lnTo>
                <a:lnTo>
                  <a:pt x="249555" y="89355"/>
                </a:lnTo>
                <a:lnTo>
                  <a:pt x="0" y="79778"/>
                </a:lnTo>
                <a:close/>
              </a:path>
            </a:pathLst>
          </a:custGeom>
          <a:solidFill>
            <a:srgbClr val="1FD1B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926080" y="2147394"/>
            <a:ext cx="5989320" cy="2386143"/>
          </a:xfrm>
          <a:custGeom>
            <a:avLst/>
            <a:gdLst/>
            <a:ahLst/>
            <a:cxnLst/>
            <a:rect l="l" t="t" r="r" b="b"/>
            <a:pathLst>
              <a:path w="5989320" h="2386143">
                <a:moveTo>
                  <a:pt x="0" y="2202993"/>
                </a:moveTo>
                <a:lnTo>
                  <a:pt x="249555" y="2191838"/>
                </a:lnTo>
                <a:lnTo>
                  <a:pt x="499110" y="2159647"/>
                </a:lnTo>
                <a:lnTo>
                  <a:pt x="748665" y="2108333"/>
                </a:lnTo>
                <a:lnTo>
                  <a:pt x="998220" y="2039808"/>
                </a:lnTo>
                <a:lnTo>
                  <a:pt x="1247775" y="1955985"/>
                </a:lnTo>
                <a:lnTo>
                  <a:pt x="1497330" y="1858775"/>
                </a:lnTo>
                <a:lnTo>
                  <a:pt x="1746885" y="1750092"/>
                </a:lnTo>
                <a:lnTo>
                  <a:pt x="1996440" y="1631847"/>
                </a:lnTo>
                <a:lnTo>
                  <a:pt x="2245995" y="1505952"/>
                </a:lnTo>
                <a:lnTo>
                  <a:pt x="2495550" y="1374321"/>
                </a:lnTo>
                <a:lnTo>
                  <a:pt x="2745105" y="1238865"/>
                </a:lnTo>
                <a:lnTo>
                  <a:pt x="2994660" y="1101497"/>
                </a:lnTo>
                <a:lnTo>
                  <a:pt x="3244215" y="964128"/>
                </a:lnTo>
                <a:lnTo>
                  <a:pt x="3493770" y="828672"/>
                </a:lnTo>
                <a:lnTo>
                  <a:pt x="3743325" y="697041"/>
                </a:lnTo>
                <a:lnTo>
                  <a:pt x="3992880" y="571147"/>
                </a:lnTo>
                <a:lnTo>
                  <a:pt x="4242435" y="452901"/>
                </a:lnTo>
                <a:lnTo>
                  <a:pt x="4491990" y="344218"/>
                </a:lnTo>
                <a:lnTo>
                  <a:pt x="4741545" y="247008"/>
                </a:lnTo>
                <a:lnTo>
                  <a:pt x="4991100" y="163185"/>
                </a:lnTo>
                <a:lnTo>
                  <a:pt x="5240655" y="94660"/>
                </a:lnTo>
                <a:lnTo>
                  <a:pt x="5490210" y="43346"/>
                </a:lnTo>
                <a:lnTo>
                  <a:pt x="5739765" y="11156"/>
                </a:lnTo>
                <a:lnTo>
                  <a:pt x="5989320" y="0"/>
                </a:lnTo>
                <a:lnTo>
                  <a:pt x="5989320" y="183150"/>
                </a:lnTo>
                <a:lnTo>
                  <a:pt x="5739765" y="194306"/>
                </a:lnTo>
                <a:lnTo>
                  <a:pt x="5490210" y="226496"/>
                </a:lnTo>
                <a:lnTo>
                  <a:pt x="5240655" y="277810"/>
                </a:lnTo>
                <a:lnTo>
                  <a:pt x="4991100" y="346335"/>
                </a:lnTo>
                <a:lnTo>
                  <a:pt x="4741545" y="430158"/>
                </a:lnTo>
                <a:lnTo>
                  <a:pt x="4491990" y="527368"/>
                </a:lnTo>
                <a:lnTo>
                  <a:pt x="4242435" y="636051"/>
                </a:lnTo>
                <a:lnTo>
                  <a:pt x="3992880" y="754297"/>
                </a:lnTo>
                <a:lnTo>
                  <a:pt x="3743325" y="880191"/>
                </a:lnTo>
                <a:lnTo>
                  <a:pt x="3493770" y="1011822"/>
                </a:lnTo>
                <a:lnTo>
                  <a:pt x="3244215" y="1147278"/>
                </a:lnTo>
                <a:lnTo>
                  <a:pt x="2994660" y="1284647"/>
                </a:lnTo>
                <a:lnTo>
                  <a:pt x="2745105" y="1422015"/>
                </a:lnTo>
                <a:lnTo>
                  <a:pt x="2495550" y="1557471"/>
                </a:lnTo>
                <a:lnTo>
                  <a:pt x="2245995" y="1689102"/>
                </a:lnTo>
                <a:lnTo>
                  <a:pt x="1996440" y="1814997"/>
                </a:lnTo>
                <a:lnTo>
                  <a:pt x="1746885" y="1933242"/>
                </a:lnTo>
                <a:lnTo>
                  <a:pt x="1497330" y="2041925"/>
                </a:lnTo>
                <a:lnTo>
                  <a:pt x="1247775" y="2139135"/>
                </a:lnTo>
                <a:lnTo>
                  <a:pt x="998220" y="2222958"/>
                </a:lnTo>
                <a:lnTo>
                  <a:pt x="748665" y="2291483"/>
                </a:lnTo>
                <a:lnTo>
                  <a:pt x="499110" y="2342797"/>
                </a:lnTo>
                <a:lnTo>
                  <a:pt x="249555" y="2374988"/>
                </a:lnTo>
                <a:lnTo>
                  <a:pt x="0" y="2386143"/>
                </a:lnTo>
                <a:close/>
              </a:path>
            </a:pathLst>
          </a:custGeom>
          <a:solidFill>
            <a:srgbClr val="FFB70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926080" y="2910603"/>
            <a:ext cx="5989320" cy="1744272"/>
          </a:xfrm>
          <a:custGeom>
            <a:avLst/>
            <a:gdLst/>
            <a:ahLst/>
            <a:cxnLst/>
            <a:rect l="l" t="t" r="r" b="b"/>
            <a:pathLst>
              <a:path w="5989320" h="1744272">
                <a:moveTo>
                  <a:pt x="0" y="1622934"/>
                </a:moveTo>
                <a:lnTo>
                  <a:pt x="249555" y="1614716"/>
                </a:lnTo>
                <a:lnTo>
                  <a:pt x="499110" y="1591001"/>
                </a:lnTo>
                <a:lnTo>
                  <a:pt x="748665" y="1553198"/>
                </a:lnTo>
                <a:lnTo>
                  <a:pt x="998220" y="1502717"/>
                </a:lnTo>
                <a:lnTo>
                  <a:pt x="1247775" y="1440964"/>
                </a:lnTo>
                <a:lnTo>
                  <a:pt x="1497330" y="1369350"/>
                </a:lnTo>
                <a:lnTo>
                  <a:pt x="1746885" y="1289284"/>
                </a:lnTo>
                <a:lnTo>
                  <a:pt x="1996440" y="1202173"/>
                </a:lnTo>
                <a:lnTo>
                  <a:pt x="2245995" y="1109428"/>
                </a:lnTo>
                <a:lnTo>
                  <a:pt x="2495550" y="1012455"/>
                </a:lnTo>
                <a:lnTo>
                  <a:pt x="2745105" y="912666"/>
                </a:lnTo>
                <a:lnTo>
                  <a:pt x="2994660" y="811467"/>
                </a:lnTo>
                <a:lnTo>
                  <a:pt x="3244215" y="710269"/>
                </a:lnTo>
                <a:lnTo>
                  <a:pt x="3493770" y="610479"/>
                </a:lnTo>
                <a:lnTo>
                  <a:pt x="3743325" y="513507"/>
                </a:lnTo>
                <a:lnTo>
                  <a:pt x="3992880" y="420761"/>
                </a:lnTo>
                <a:lnTo>
                  <a:pt x="4242435" y="333650"/>
                </a:lnTo>
                <a:lnTo>
                  <a:pt x="4491990" y="253584"/>
                </a:lnTo>
                <a:lnTo>
                  <a:pt x="4741545" y="181970"/>
                </a:lnTo>
                <a:lnTo>
                  <a:pt x="4991100" y="120218"/>
                </a:lnTo>
                <a:lnTo>
                  <a:pt x="5240655" y="69736"/>
                </a:lnTo>
                <a:lnTo>
                  <a:pt x="5490210" y="31933"/>
                </a:lnTo>
                <a:lnTo>
                  <a:pt x="5739765" y="8218"/>
                </a:lnTo>
                <a:lnTo>
                  <a:pt x="5989320" y="0"/>
                </a:lnTo>
                <a:lnTo>
                  <a:pt x="5989320" y="121339"/>
                </a:lnTo>
                <a:lnTo>
                  <a:pt x="5739765" y="129557"/>
                </a:lnTo>
                <a:lnTo>
                  <a:pt x="5490210" y="153272"/>
                </a:lnTo>
                <a:lnTo>
                  <a:pt x="5240655" y="191074"/>
                </a:lnTo>
                <a:lnTo>
                  <a:pt x="4991100" y="241556"/>
                </a:lnTo>
                <a:lnTo>
                  <a:pt x="4741545" y="303308"/>
                </a:lnTo>
                <a:lnTo>
                  <a:pt x="4491990" y="374922"/>
                </a:lnTo>
                <a:lnTo>
                  <a:pt x="4242435" y="454989"/>
                </a:lnTo>
                <a:lnTo>
                  <a:pt x="3992880" y="542099"/>
                </a:lnTo>
                <a:lnTo>
                  <a:pt x="3743325" y="634845"/>
                </a:lnTo>
                <a:lnTo>
                  <a:pt x="3493770" y="731817"/>
                </a:lnTo>
                <a:lnTo>
                  <a:pt x="3244215" y="831607"/>
                </a:lnTo>
                <a:lnTo>
                  <a:pt x="2994660" y="932806"/>
                </a:lnTo>
                <a:lnTo>
                  <a:pt x="2745105" y="1034004"/>
                </a:lnTo>
                <a:lnTo>
                  <a:pt x="2495550" y="1133794"/>
                </a:lnTo>
                <a:lnTo>
                  <a:pt x="2245995" y="1230766"/>
                </a:lnTo>
                <a:lnTo>
                  <a:pt x="1996440" y="1323512"/>
                </a:lnTo>
                <a:lnTo>
                  <a:pt x="1746885" y="1410622"/>
                </a:lnTo>
                <a:lnTo>
                  <a:pt x="1497330" y="1490689"/>
                </a:lnTo>
                <a:lnTo>
                  <a:pt x="1247775" y="1562303"/>
                </a:lnTo>
                <a:lnTo>
                  <a:pt x="998220" y="1624055"/>
                </a:lnTo>
                <a:lnTo>
                  <a:pt x="748665" y="1674537"/>
                </a:lnTo>
                <a:lnTo>
                  <a:pt x="499110" y="1712340"/>
                </a:lnTo>
                <a:lnTo>
                  <a:pt x="249555" y="1736054"/>
                </a:lnTo>
                <a:lnTo>
                  <a:pt x="0" y="1744272"/>
                </a:lnTo>
                <a:close/>
              </a:path>
            </a:pathLst>
          </a:custGeom>
          <a:solidFill>
            <a:srgbClr val="FFB70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926080" y="3612994"/>
            <a:ext cx="5989320" cy="1108556"/>
          </a:xfrm>
          <a:custGeom>
            <a:avLst/>
            <a:gdLst/>
            <a:ahLst/>
            <a:cxnLst/>
            <a:rect l="l" t="t" r="r" b="b"/>
            <a:pathLst>
              <a:path w="5989320" h="1108556">
                <a:moveTo>
                  <a:pt x="0" y="1041881"/>
                </a:moveTo>
                <a:lnTo>
                  <a:pt x="249555" y="1036606"/>
                </a:lnTo>
                <a:lnTo>
                  <a:pt x="499110" y="1021381"/>
                </a:lnTo>
                <a:lnTo>
                  <a:pt x="748665" y="997113"/>
                </a:lnTo>
                <a:lnTo>
                  <a:pt x="998220" y="964705"/>
                </a:lnTo>
                <a:lnTo>
                  <a:pt x="1247775" y="925062"/>
                </a:lnTo>
                <a:lnTo>
                  <a:pt x="1497330" y="879087"/>
                </a:lnTo>
                <a:lnTo>
                  <a:pt x="1746885" y="827687"/>
                </a:lnTo>
                <a:lnTo>
                  <a:pt x="1996440" y="771764"/>
                </a:lnTo>
                <a:lnTo>
                  <a:pt x="2245995" y="712223"/>
                </a:lnTo>
                <a:lnTo>
                  <a:pt x="2495550" y="649970"/>
                </a:lnTo>
                <a:lnTo>
                  <a:pt x="2745105" y="585907"/>
                </a:lnTo>
                <a:lnTo>
                  <a:pt x="2994660" y="520941"/>
                </a:lnTo>
                <a:lnTo>
                  <a:pt x="3244215" y="455974"/>
                </a:lnTo>
                <a:lnTo>
                  <a:pt x="3493770" y="391911"/>
                </a:lnTo>
                <a:lnTo>
                  <a:pt x="3743325" y="329658"/>
                </a:lnTo>
                <a:lnTo>
                  <a:pt x="3992880" y="270117"/>
                </a:lnTo>
                <a:lnTo>
                  <a:pt x="4242435" y="214194"/>
                </a:lnTo>
                <a:lnTo>
                  <a:pt x="4491990" y="162794"/>
                </a:lnTo>
                <a:lnTo>
                  <a:pt x="4741545" y="116820"/>
                </a:lnTo>
                <a:lnTo>
                  <a:pt x="4991100" y="77176"/>
                </a:lnTo>
                <a:lnTo>
                  <a:pt x="5240655" y="44768"/>
                </a:lnTo>
                <a:lnTo>
                  <a:pt x="5490210" y="20500"/>
                </a:lnTo>
                <a:lnTo>
                  <a:pt x="5739765" y="5276"/>
                </a:lnTo>
                <a:lnTo>
                  <a:pt x="5989320" y="0"/>
                </a:lnTo>
                <a:lnTo>
                  <a:pt x="5989320" y="66674"/>
                </a:lnTo>
                <a:lnTo>
                  <a:pt x="5739765" y="71950"/>
                </a:lnTo>
                <a:lnTo>
                  <a:pt x="5490210" y="87174"/>
                </a:lnTo>
                <a:lnTo>
                  <a:pt x="5240655" y="111442"/>
                </a:lnTo>
                <a:lnTo>
                  <a:pt x="4991100" y="143850"/>
                </a:lnTo>
                <a:lnTo>
                  <a:pt x="4741545" y="183494"/>
                </a:lnTo>
                <a:lnTo>
                  <a:pt x="4491990" y="229468"/>
                </a:lnTo>
                <a:lnTo>
                  <a:pt x="4242435" y="280869"/>
                </a:lnTo>
                <a:lnTo>
                  <a:pt x="3992880" y="336791"/>
                </a:lnTo>
                <a:lnTo>
                  <a:pt x="3743325" y="396332"/>
                </a:lnTo>
                <a:lnTo>
                  <a:pt x="3493770" y="458585"/>
                </a:lnTo>
                <a:lnTo>
                  <a:pt x="3244215" y="522648"/>
                </a:lnTo>
                <a:lnTo>
                  <a:pt x="2994660" y="587615"/>
                </a:lnTo>
                <a:lnTo>
                  <a:pt x="2745105" y="652582"/>
                </a:lnTo>
                <a:lnTo>
                  <a:pt x="2495550" y="716644"/>
                </a:lnTo>
                <a:lnTo>
                  <a:pt x="2245995" y="778898"/>
                </a:lnTo>
                <a:lnTo>
                  <a:pt x="1996440" y="838438"/>
                </a:lnTo>
                <a:lnTo>
                  <a:pt x="1746885" y="894361"/>
                </a:lnTo>
                <a:lnTo>
                  <a:pt x="1497330" y="945762"/>
                </a:lnTo>
                <a:lnTo>
                  <a:pt x="1247775" y="991736"/>
                </a:lnTo>
                <a:lnTo>
                  <a:pt x="998220" y="1031379"/>
                </a:lnTo>
                <a:lnTo>
                  <a:pt x="748665" y="1063787"/>
                </a:lnTo>
                <a:lnTo>
                  <a:pt x="499110" y="1088056"/>
                </a:lnTo>
                <a:lnTo>
                  <a:pt x="249555" y="1103280"/>
                </a:lnTo>
                <a:lnTo>
                  <a:pt x="0" y="1108556"/>
                </a:lnTo>
                <a:close/>
              </a:path>
            </a:pathLst>
          </a:custGeom>
          <a:solidFill>
            <a:srgbClr val="FFB70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926080" y="4336962"/>
            <a:ext cx="5989320" cy="545460"/>
          </a:xfrm>
          <a:custGeom>
            <a:avLst/>
            <a:gdLst/>
            <a:ahLst/>
            <a:cxnLst/>
            <a:rect l="l" t="t" r="r" b="b"/>
            <a:pathLst>
              <a:path w="5989320" h="545460">
                <a:moveTo>
                  <a:pt x="0" y="384588"/>
                </a:moveTo>
                <a:lnTo>
                  <a:pt x="249555" y="382640"/>
                </a:lnTo>
                <a:lnTo>
                  <a:pt x="499110" y="377020"/>
                </a:lnTo>
                <a:lnTo>
                  <a:pt x="748665" y="368062"/>
                </a:lnTo>
                <a:lnTo>
                  <a:pt x="998220" y="356100"/>
                </a:lnTo>
                <a:lnTo>
                  <a:pt x="1247775" y="341466"/>
                </a:lnTo>
                <a:lnTo>
                  <a:pt x="1497330" y="324496"/>
                </a:lnTo>
                <a:lnTo>
                  <a:pt x="1746885" y="305522"/>
                </a:lnTo>
                <a:lnTo>
                  <a:pt x="1996440" y="284880"/>
                </a:lnTo>
                <a:lnTo>
                  <a:pt x="2245995" y="262902"/>
                </a:lnTo>
                <a:lnTo>
                  <a:pt x="2495550" y="239922"/>
                </a:lnTo>
                <a:lnTo>
                  <a:pt x="2745105" y="216275"/>
                </a:lnTo>
                <a:lnTo>
                  <a:pt x="2994660" y="192294"/>
                </a:lnTo>
                <a:lnTo>
                  <a:pt x="3244215" y="168313"/>
                </a:lnTo>
                <a:lnTo>
                  <a:pt x="3493770" y="144666"/>
                </a:lnTo>
                <a:lnTo>
                  <a:pt x="3743325" y="121686"/>
                </a:lnTo>
                <a:lnTo>
                  <a:pt x="3992880" y="99708"/>
                </a:lnTo>
                <a:lnTo>
                  <a:pt x="4242435" y="79065"/>
                </a:lnTo>
                <a:lnTo>
                  <a:pt x="4491990" y="60092"/>
                </a:lnTo>
                <a:lnTo>
                  <a:pt x="4741545" y="43122"/>
                </a:lnTo>
                <a:lnTo>
                  <a:pt x="4991100" y="28488"/>
                </a:lnTo>
                <a:lnTo>
                  <a:pt x="5240655" y="16525"/>
                </a:lnTo>
                <a:lnTo>
                  <a:pt x="5490210" y="7567"/>
                </a:lnTo>
                <a:lnTo>
                  <a:pt x="5739765" y="1948"/>
                </a:lnTo>
                <a:lnTo>
                  <a:pt x="5989320" y="0"/>
                </a:lnTo>
                <a:lnTo>
                  <a:pt x="5989320" y="160873"/>
                </a:lnTo>
                <a:lnTo>
                  <a:pt x="5739765" y="162820"/>
                </a:lnTo>
                <a:lnTo>
                  <a:pt x="5490210" y="168440"/>
                </a:lnTo>
                <a:lnTo>
                  <a:pt x="5240655" y="177398"/>
                </a:lnTo>
                <a:lnTo>
                  <a:pt x="4991100" y="189360"/>
                </a:lnTo>
                <a:lnTo>
                  <a:pt x="4741545" y="203994"/>
                </a:lnTo>
                <a:lnTo>
                  <a:pt x="4491990" y="220964"/>
                </a:lnTo>
                <a:lnTo>
                  <a:pt x="4242435" y="239938"/>
                </a:lnTo>
                <a:lnTo>
                  <a:pt x="3992880" y="260580"/>
                </a:lnTo>
                <a:lnTo>
                  <a:pt x="3743325" y="282558"/>
                </a:lnTo>
                <a:lnTo>
                  <a:pt x="3493770" y="305538"/>
                </a:lnTo>
                <a:lnTo>
                  <a:pt x="3244215" y="329185"/>
                </a:lnTo>
                <a:lnTo>
                  <a:pt x="2994660" y="353166"/>
                </a:lnTo>
                <a:lnTo>
                  <a:pt x="2745105" y="377147"/>
                </a:lnTo>
                <a:lnTo>
                  <a:pt x="2495550" y="400795"/>
                </a:lnTo>
                <a:lnTo>
                  <a:pt x="2245995" y="423774"/>
                </a:lnTo>
                <a:lnTo>
                  <a:pt x="1996440" y="445752"/>
                </a:lnTo>
                <a:lnTo>
                  <a:pt x="1746885" y="466395"/>
                </a:lnTo>
                <a:lnTo>
                  <a:pt x="1497330" y="485368"/>
                </a:lnTo>
                <a:lnTo>
                  <a:pt x="1247775" y="502338"/>
                </a:lnTo>
                <a:lnTo>
                  <a:pt x="998220" y="516972"/>
                </a:lnTo>
                <a:lnTo>
                  <a:pt x="748665" y="528935"/>
                </a:lnTo>
                <a:lnTo>
                  <a:pt x="499110" y="537893"/>
                </a:lnTo>
                <a:lnTo>
                  <a:pt x="249555" y="543512"/>
                </a:lnTo>
                <a:lnTo>
                  <a:pt x="0" y="545460"/>
                </a:lnTo>
                <a:close/>
              </a:path>
            </a:pathLst>
          </a:custGeom>
          <a:solidFill>
            <a:srgbClr val="FFB70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926080" y="4882422"/>
            <a:ext cx="5989320" cy="766815"/>
          </a:xfrm>
          <a:custGeom>
            <a:avLst/>
            <a:gdLst/>
            <a:ahLst/>
            <a:cxnLst/>
            <a:rect l="l" t="t" r="r" b="b"/>
            <a:pathLst>
              <a:path w="5989320" h="766815">
                <a:moveTo>
                  <a:pt x="0" y="0"/>
                </a:moveTo>
                <a:lnTo>
                  <a:pt x="249555" y="3533"/>
                </a:lnTo>
                <a:lnTo>
                  <a:pt x="499110" y="13727"/>
                </a:lnTo>
                <a:lnTo>
                  <a:pt x="748665" y="29977"/>
                </a:lnTo>
                <a:lnTo>
                  <a:pt x="998220" y="51677"/>
                </a:lnTo>
                <a:lnTo>
                  <a:pt x="1247775" y="78223"/>
                </a:lnTo>
                <a:lnTo>
                  <a:pt x="1497330" y="109007"/>
                </a:lnTo>
                <a:lnTo>
                  <a:pt x="1746885" y="143425"/>
                </a:lnTo>
                <a:lnTo>
                  <a:pt x="1996440" y="180871"/>
                </a:lnTo>
                <a:lnTo>
                  <a:pt x="2245995" y="220740"/>
                </a:lnTo>
                <a:lnTo>
                  <a:pt x="2495550" y="262425"/>
                </a:lnTo>
                <a:lnTo>
                  <a:pt x="2745105" y="305321"/>
                </a:lnTo>
                <a:lnTo>
                  <a:pt x="2994660" y="348823"/>
                </a:lnTo>
                <a:lnTo>
                  <a:pt x="3244215" y="392326"/>
                </a:lnTo>
                <a:lnTo>
                  <a:pt x="3493770" y="435222"/>
                </a:lnTo>
                <a:lnTo>
                  <a:pt x="3743325" y="476907"/>
                </a:lnTo>
                <a:lnTo>
                  <a:pt x="3992880" y="516776"/>
                </a:lnTo>
                <a:lnTo>
                  <a:pt x="4242435" y="554222"/>
                </a:lnTo>
                <a:lnTo>
                  <a:pt x="4491990" y="588640"/>
                </a:lnTo>
                <a:lnTo>
                  <a:pt x="4741545" y="619424"/>
                </a:lnTo>
                <a:lnTo>
                  <a:pt x="4991100" y="645970"/>
                </a:lnTo>
                <a:lnTo>
                  <a:pt x="5240655" y="667670"/>
                </a:lnTo>
                <a:lnTo>
                  <a:pt x="5490210" y="683920"/>
                </a:lnTo>
                <a:lnTo>
                  <a:pt x="5739765" y="694114"/>
                </a:lnTo>
                <a:lnTo>
                  <a:pt x="5989320" y="697647"/>
                </a:lnTo>
                <a:lnTo>
                  <a:pt x="5989320" y="766815"/>
                </a:lnTo>
                <a:lnTo>
                  <a:pt x="5739765" y="763282"/>
                </a:lnTo>
                <a:lnTo>
                  <a:pt x="5490210" y="753088"/>
                </a:lnTo>
                <a:lnTo>
                  <a:pt x="5240655" y="736838"/>
                </a:lnTo>
                <a:lnTo>
                  <a:pt x="4991100" y="715137"/>
                </a:lnTo>
                <a:lnTo>
                  <a:pt x="4741545" y="688592"/>
                </a:lnTo>
                <a:lnTo>
                  <a:pt x="4491990" y="657807"/>
                </a:lnTo>
                <a:lnTo>
                  <a:pt x="4242435" y="623389"/>
                </a:lnTo>
                <a:lnTo>
                  <a:pt x="3992880" y="585943"/>
                </a:lnTo>
                <a:lnTo>
                  <a:pt x="3743325" y="546075"/>
                </a:lnTo>
                <a:lnTo>
                  <a:pt x="3493770" y="504390"/>
                </a:lnTo>
                <a:lnTo>
                  <a:pt x="3244215" y="461493"/>
                </a:lnTo>
                <a:lnTo>
                  <a:pt x="2994660" y="417991"/>
                </a:lnTo>
                <a:lnTo>
                  <a:pt x="2745105" y="374489"/>
                </a:lnTo>
                <a:lnTo>
                  <a:pt x="2495550" y="331593"/>
                </a:lnTo>
                <a:lnTo>
                  <a:pt x="2245995" y="289907"/>
                </a:lnTo>
                <a:lnTo>
                  <a:pt x="1996440" y="250039"/>
                </a:lnTo>
                <a:lnTo>
                  <a:pt x="1746885" y="212593"/>
                </a:lnTo>
                <a:lnTo>
                  <a:pt x="1497330" y="178175"/>
                </a:lnTo>
                <a:lnTo>
                  <a:pt x="1247775" y="147390"/>
                </a:lnTo>
                <a:lnTo>
                  <a:pt x="998220" y="120845"/>
                </a:lnTo>
                <a:lnTo>
                  <a:pt x="748665" y="99145"/>
                </a:lnTo>
                <a:lnTo>
                  <a:pt x="499110" y="82894"/>
                </a:lnTo>
                <a:lnTo>
                  <a:pt x="249555" y="72700"/>
                </a:lnTo>
                <a:lnTo>
                  <a:pt x="0" y="69167"/>
                </a:lnTo>
                <a:close/>
              </a:path>
            </a:pathLst>
          </a:custGeom>
          <a:solidFill>
            <a:srgbClr val="FFB70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926080" y="2330544"/>
            <a:ext cx="5989320" cy="2770269"/>
          </a:xfrm>
          <a:custGeom>
            <a:avLst/>
            <a:gdLst/>
            <a:ahLst/>
            <a:cxnLst/>
            <a:rect l="l" t="t" r="r" b="b"/>
            <a:pathLst>
              <a:path w="5989320" h="2770269">
                <a:moveTo>
                  <a:pt x="0" y="2712485"/>
                </a:moveTo>
                <a:lnTo>
                  <a:pt x="249555" y="2698750"/>
                </a:lnTo>
                <a:lnTo>
                  <a:pt x="499110" y="2659115"/>
                </a:lnTo>
                <a:lnTo>
                  <a:pt x="748665" y="2595933"/>
                </a:lnTo>
                <a:lnTo>
                  <a:pt x="998220" y="2511561"/>
                </a:lnTo>
                <a:lnTo>
                  <a:pt x="1247775" y="2408351"/>
                </a:lnTo>
                <a:lnTo>
                  <a:pt x="1497330" y="2288660"/>
                </a:lnTo>
                <a:lnTo>
                  <a:pt x="1746885" y="2154841"/>
                </a:lnTo>
                <a:lnTo>
                  <a:pt x="1996440" y="2009249"/>
                </a:lnTo>
                <a:lnTo>
                  <a:pt x="2245995" y="1854238"/>
                </a:lnTo>
                <a:lnTo>
                  <a:pt x="2495550" y="1692164"/>
                </a:lnTo>
                <a:lnTo>
                  <a:pt x="2745105" y="1525381"/>
                </a:lnTo>
                <a:lnTo>
                  <a:pt x="2994660" y="1356243"/>
                </a:lnTo>
                <a:lnTo>
                  <a:pt x="3244215" y="1187105"/>
                </a:lnTo>
                <a:lnTo>
                  <a:pt x="3493770" y="1020322"/>
                </a:lnTo>
                <a:lnTo>
                  <a:pt x="3743325" y="858248"/>
                </a:lnTo>
                <a:lnTo>
                  <a:pt x="3992880" y="703237"/>
                </a:lnTo>
                <a:lnTo>
                  <a:pt x="4242435" y="557645"/>
                </a:lnTo>
                <a:lnTo>
                  <a:pt x="4491990" y="423826"/>
                </a:lnTo>
                <a:lnTo>
                  <a:pt x="4741545" y="304135"/>
                </a:lnTo>
                <a:lnTo>
                  <a:pt x="4991100" y="200925"/>
                </a:lnTo>
                <a:lnTo>
                  <a:pt x="5240655" y="116552"/>
                </a:lnTo>
                <a:lnTo>
                  <a:pt x="5490210" y="53371"/>
                </a:lnTo>
                <a:lnTo>
                  <a:pt x="5739765" y="13735"/>
                </a:lnTo>
                <a:lnTo>
                  <a:pt x="5989320" y="0"/>
                </a:lnTo>
                <a:lnTo>
                  <a:pt x="5989320" y="57784"/>
                </a:lnTo>
                <a:lnTo>
                  <a:pt x="5739765" y="71519"/>
                </a:lnTo>
                <a:lnTo>
                  <a:pt x="5490210" y="111155"/>
                </a:lnTo>
                <a:lnTo>
                  <a:pt x="5240655" y="174336"/>
                </a:lnTo>
                <a:lnTo>
                  <a:pt x="4991100" y="258709"/>
                </a:lnTo>
                <a:lnTo>
                  <a:pt x="4741545" y="361919"/>
                </a:lnTo>
                <a:lnTo>
                  <a:pt x="4491990" y="481610"/>
                </a:lnTo>
                <a:lnTo>
                  <a:pt x="4242435" y="615429"/>
                </a:lnTo>
                <a:lnTo>
                  <a:pt x="3992880" y="761021"/>
                </a:lnTo>
                <a:lnTo>
                  <a:pt x="3743325" y="916032"/>
                </a:lnTo>
                <a:lnTo>
                  <a:pt x="3493770" y="1078106"/>
                </a:lnTo>
                <a:lnTo>
                  <a:pt x="3244215" y="1244889"/>
                </a:lnTo>
                <a:lnTo>
                  <a:pt x="2994660" y="1414027"/>
                </a:lnTo>
                <a:lnTo>
                  <a:pt x="2745105" y="1583165"/>
                </a:lnTo>
                <a:lnTo>
                  <a:pt x="2495550" y="1749948"/>
                </a:lnTo>
                <a:lnTo>
                  <a:pt x="2245995" y="1912022"/>
                </a:lnTo>
                <a:lnTo>
                  <a:pt x="1996440" y="2067033"/>
                </a:lnTo>
                <a:lnTo>
                  <a:pt x="1746885" y="2212625"/>
                </a:lnTo>
                <a:lnTo>
                  <a:pt x="1497330" y="2346444"/>
                </a:lnTo>
                <a:lnTo>
                  <a:pt x="1247775" y="2466135"/>
                </a:lnTo>
                <a:lnTo>
                  <a:pt x="998220" y="2569345"/>
                </a:lnTo>
                <a:lnTo>
                  <a:pt x="748665" y="2653717"/>
                </a:lnTo>
                <a:lnTo>
                  <a:pt x="499110" y="2716899"/>
                </a:lnTo>
                <a:lnTo>
                  <a:pt x="249555" y="2756534"/>
                </a:lnTo>
                <a:lnTo>
                  <a:pt x="0" y="2770269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926080" y="3031942"/>
            <a:ext cx="5989320" cy="2152304"/>
          </a:xfrm>
          <a:custGeom>
            <a:avLst/>
            <a:gdLst/>
            <a:ahLst/>
            <a:cxnLst/>
            <a:rect l="l" t="t" r="r" b="b"/>
            <a:pathLst>
              <a:path w="5989320" h="2152304">
                <a:moveTo>
                  <a:pt x="0" y="2068871"/>
                </a:moveTo>
                <a:lnTo>
                  <a:pt x="249555" y="2058395"/>
                </a:lnTo>
                <a:lnTo>
                  <a:pt x="499110" y="2028164"/>
                </a:lnTo>
                <a:lnTo>
                  <a:pt x="748665" y="1979975"/>
                </a:lnTo>
                <a:lnTo>
                  <a:pt x="998220" y="1915622"/>
                </a:lnTo>
                <a:lnTo>
                  <a:pt x="1247775" y="1836902"/>
                </a:lnTo>
                <a:lnTo>
                  <a:pt x="1497330" y="1745610"/>
                </a:lnTo>
                <a:lnTo>
                  <a:pt x="1746885" y="1643544"/>
                </a:lnTo>
                <a:lnTo>
                  <a:pt x="1996440" y="1532497"/>
                </a:lnTo>
                <a:lnTo>
                  <a:pt x="2245995" y="1414268"/>
                </a:lnTo>
                <a:lnTo>
                  <a:pt x="2495550" y="1290650"/>
                </a:lnTo>
                <a:lnTo>
                  <a:pt x="2745105" y="1163441"/>
                </a:lnTo>
                <a:lnTo>
                  <a:pt x="2994660" y="1034436"/>
                </a:lnTo>
                <a:lnTo>
                  <a:pt x="3244215" y="905431"/>
                </a:lnTo>
                <a:lnTo>
                  <a:pt x="3493770" y="778221"/>
                </a:lnTo>
                <a:lnTo>
                  <a:pt x="3743325" y="654604"/>
                </a:lnTo>
                <a:lnTo>
                  <a:pt x="3992880" y="536374"/>
                </a:lnTo>
                <a:lnTo>
                  <a:pt x="4242435" y="425328"/>
                </a:lnTo>
                <a:lnTo>
                  <a:pt x="4491990" y="323261"/>
                </a:lnTo>
                <a:lnTo>
                  <a:pt x="4741545" y="231970"/>
                </a:lnTo>
                <a:lnTo>
                  <a:pt x="4991100" y="153250"/>
                </a:lnTo>
                <a:lnTo>
                  <a:pt x="5240655" y="88897"/>
                </a:lnTo>
                <a:lnTo>
                  <a:pt x="5490210" y="40707"/>
                </a:lnTo>
                <a:lnTo>
                  <a:pt x="5739765" y="10476"/>
                </a:lnTo>
                <a:lnTo>
                  <a:pt x="5989320" y="0"/>
                </a:lnTo>
                <a:lnTo>
                  <a:pt x="5989320" y="83433"/>
                </a:lnTo>
                <a:lnTo>
                  <a:pt x="5739765" y="93909"/>
                </a:lnTo>
                <a:lnTo>
                  <a:pt x="5490210" y="124140"/>
                </a:lnTo>
                <a:lnTo>
                  <a:pt x="5240655" y="172330"/>
                </a:lnTo>
                <a:lnTo>
                  <a:pt x="4991100" y="236683"/>
                </a:lnTo>
                <a:lnTo>
                  <a:pt x="4741545" y="315403"/>
                </a:lnTo>
                <a:lnTo>
                  <a:pt x="4491990" y="406694"/>
                </a:lnTo>
                <a:lnTo>
                  <a:pt x="4242435" y="508761"/>
                </a:lnTo>
                <a:lnTo>
                  <a:pt x="3992880" y="619807"/>
                </a:lnTo>
                <a:lnTo>
                  <a:pt x="3743325" y="738037"/>
                </a:lnTo>
                <a:lnTo>
                  <a:pt x="3493770" y="861654"/>
                </a:lnTo>
                <a:lnTo>
                  <a:pt x="3244215" y="988863"/>
                </a:lnTo>
                <a:lnTo>
                  <a:pt x="2994660" y="1117869"/>
                </a:lnTo>
                <a:lnTo>
                  <a:pt x="2745105" y="1246874"/>
                </a:lnTo>
                <a:lnTo>
                  <a:pt x="2495550" y="1374083"/>
                </a:lnTo>
                <a:lnTo>
                  <a:pt x="2245995" y="1497700"/>
                </a:lnTo>
                <a:lnTo>
                  <a:pt x="1996440" y="1615930"/>
                </a:lnTo>
                <a:lnTo>
                  <a:pt x="1746885" y="1726976"/>
                </a:lnTo>
                <a:lnTo>
                  <a:pt x="1497330" y="1829043"/>
                </a:lnTo>
                <a:lnTo>
                  <a:pt x="1247775" y="1920335"/>
                </a:lnTo>
                <a:lnTo>
                  <a:pt x="998220" y="1999055"/>
                </a:lnTo>
                <a:lnTo>
                  <a:pt x="748665" y="2063407"/>
                </a:lnTo>
                <a:lnTo>
                  <a:pt x="499110" y="2111597"/>
                </a:lnTo>
                <a:lnTo>
                  <a:pt x="249555" y="2141828"/>
                </a:lnTo>
                <a:lnTo>
                  <a:pt x="0" y="2152304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926080" y="3679668"/>
            <a:ext cx="5989320" cy="1699744"/>
          </a:xfrm>
          <a:custGeom>
            <a:avLst/>
            <a:gdLst/>
            <a:ahLst/>
            <a:cxnLst/>
            <a:rect l="l" t="t" r="r" b="b"/>
            <a:pathLst>
              <a:path w="5989320" h="1699744">
                <a:moveTo>
                  <a:pt x="0" y="1504578"/>
                </a:moveTo>
                <a:lnTo>
                  <a:pt x="249555" y="1496960"/>
                </a:lnTo>
                <a:lnTo>
                  <a:pt x="499110" y="1474974"/>
                </a:lnTo>
                <a:lnTo>
                  <a:pt x="748665" y="1439928"/>
                </a:lnTo>
                <a:lnTo>
                  <a:pt x="998220" y="1393128"/>
                </a:lnTo>
                <a:lnTo>
                  <a:pt x="1247775" y="1335879"/>
                </a:lnTo>
                <a:lnTo>
                  <a:pt x="1497330" y="1269488"/>
                </a:lnTo>
                <a:lnTo>
                  <a:pt x="1746885" y="1195260"/>
                </a:lnTo>
                <a:lnTo>
                  <a:pt x="1996440" y="1114502"/>
                </a:lnTo>
                <a:lnTo>
                  <a:pt x="2245995" y="1028520"/>
                </a:lnTo>
                <a:lnTo>
                  <a:pt x="2495550" y="938620"/>
                </a:lnTo>
                <a:lnTo>
                  <a:pt x="2745105" y="846108"/>
                </a:lnTo>
                <a:lnTo>
                  <a:pt x="2994660" y="752289"/>
                </a:lnTo>
                <a:lnTo>
                  <a:pt x="3244215" y="658471"/>
                </a:lnTo>
                <a:lnTo>
                  <a:pt x="3493770" y="565958"/>
                </a:lnTo>
                <a:lnTo>
                  <a:pt x="3743325" y="476058"/>
                </a:lnTo>
                <a:lnTo>
                  <a:pt x="3992880" y="390076"/>
                </a:lnTo>
                <a:lnTo>
                  <a:pt x="4242435" y="309318"/>
                </a:lnTo>
                <a:lnTo>
                  <a:pt x="4491990" y="235090"/>
                </a:lnTo>
                <a:lnTo>
                  <a:pt x="4741545" y="168699"/>
                </a:lnTo>
                <a:lnTo>
                  <a:pt x="4991100" y="111450"/>
                </a:lnTo>
                <a:lnTo>
                  <a:pt x="5240655" y="64650"/>
                </a:lnTo>
                <a:lnTo>
                  <a:pt x="5490210" y="29604"/>
                </a:lnTo>
                <a:lnTo>
                  <a:pt x="5739765" y="7619"/>
                </a:lnTo>
                <a:lnTo>
                  <a:pt x="5989320" y="0"/>
                </a:lnTo>
                <a:lnTo>
                  <a:pt x="5989320" y="195166"/>
                </a:lnTo>
                <a:lnTo>
                  <a:pt x="5739765" y="202784"/>
                </a:lnTo>
                <a:lnTo>
                  <a:pt x="5490210" y="224770"/>
                </a:lnTo>
                <a:lnTo>
                  <a:pt x="5240655" y="259815"/>
                </a:lnTo>
                <a:lnTo>
                  <a:pt x="4991100" y="306616"/>
                </a:lnTo>
                <a:lnTo>
                  <a:pt x="4741545" y="363865"/>
                </a:lnTo>
                <a:lnTo>
                  <a:pt x="4491990" y="430256"/>
                </a:lnTo>
                <a:lnTo>
                  <a:pt x="4242435" y="504484"/>
                </a:lnTo>
                <a:lnTo>
                  <a:pt x="3992880" y="585241"/>
                </a:lnTo>
                <a:lnTo>
                  <a:pt x="3743325" y="671224"/>
                </a:lnTo>
                <a:lnTo>
                  <a:pt x="3493770" y="761124"/>
                </a:lnTo>
                <a:lnTo>
                  <a:pt x="3244215" y="853636"/>
                </a:lnTo>
                <a:lnTo>
                  <a:pt x="2994660" y="947455"/>
                </a:lnTo>
                <a:lnTo>
                  <a:pt x="2745105" y="1041273"/>
                </a:lnTo>
                <a:lnTo>
                  <a:pt x="2495550" y="1133786"/>
                </a:lnTo>
                <a:lnTo>
                  <a:pt x="2245995" y="1223686"/>
                </a:lnTo>
                <a:lnTo>
                  <a:pt x="1996440" y="1309668"/>
                </a:lnTo>
                <a:lnTo>
                  <a:pt x="1746885" y="1390426"/>
                </a:lnTo>
                <a:lnTo>
                  <a:pt x="1497330" y="1464654"/>
                </a:lnTo>
                <a:lnTo>
                  <a:pt x="1247775" y="1531045"/>
                </a:lnTo>
                <a:lnTo>
                  <a:pt x="998220" y="1588294"/>
                </a:lnTo>
                <a:lnTo>
                  <a:pt x="748665" y="1635094"/>
                </a:lnTo>
                <a:lnTo>
                  <a:pt x="499110" y="1670140"/>
                </a:lnTo>
                <a:lnTo>
                  <a:pt x="249555" y="1692125"/>
                </a:lnTo>
                <a:lnTo>
                  <a:pt x="0" y="1699744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926080" y="4961965"/>
            <a:ext cx="5989320" cy="566410"/>
          </a:xfrm>
          <a:custGeom>
            <a:avLst/>
            <a:gdLst/>
            <a:ahLst/>
            <a:cxnLst/>
            <a:rect l="l" t="t" r="r" b="b"/>
            <a:pathLst>
              <a:path w="5989320" h="566410">
                <a:moveTo>
                  <a:pt x="0" y="417447"/>
                </a:moveTo>
                <a:lnTo>
                  <a:pt x="249555" y="415333"/>
                </a:lnTo>
                <a:lnTo>
                  <a:pt x="499110" y="409233"/>
                </a:lnTo>
                <a:lnTo>
                  <a:pt x="748665" y="399510"/>
                </a:lnTo>
                <a:lnTo>
                  <a:pt x="998220" y="386525"/>
                </a:lnTo>
                <a:lnTo>
                  <a:pt x="1247775" y="370641"/>
                </a:lnTo>
                <a:lnTo>
                  <a:pt x="1497330" y="352221"/>
                </a:lnTo>
                <a:lnTo>
                  <a:pt x="1746885" y="331626"/>
                </a:lnTo>
                <a:lnTo>
                  <a:pt x="1996440" y="309220"/>
                </a:lnTo>
                <a:lnTo>
                  <a:pt x="2245995" y="285364"/>
                </a:lnTo>
                <a:lnTo>
                  <a:pt x="2495550" y="260421"/>
                </a:lnTo>
                <a:lnTo>
                  <a:pt x="2745105" y="234754"/>
                </a:lnTo>
                <a:lnTo>
                  <a:pt x="2994660" y="208724"/>
                </a:lnTo>
                <a:lnTo>
                  <a:pt x="3244215" y="182694"/>
                </a:lnTo>
                <a:lnTo>
                  <a:pt x="3493770" y="157026"/>
                </a:lnTo>
                <a:lnTo>
                  <a:pt x="3743325" y="132083"/>
                </a:lnTo>
                <a:lnTo>
                  <a:pt x="3992880" y="108227"/>
                </a:lnTo>
                <a:lnTo>
                  <a:pt x="4242435" y="85821"/>
                </a:lnTo>
                <a:lnTo>
                  <a:pt x="4491990" y="65226"/>
                </a:lnTo>
                <a:lnTo>
                  <a:pt x="4741545" y="46806"/>
                </a:lnTo>
                <a:lnTo>
                  <a:pt x="4991100" y="30922"/>
                </a:lnTo>
                <a:lnTo>
                  <a:pt x="5240655" y="17937"/>
                </a:lnTo>
                <a:lnTo>
                  <a:pt x="5490210" y="8214"/>
                </a:lnTo>
                <a:lnTo>
                  <a:pt x="5739765" y="2114"/>
                </a:lnTo>
                <a:lnTo>
                  <a:pt x="5989320" y="0"/>
                </a:lnTo>
                <a:lnTo>
                  <a:pt x="5989320" y="148964"/>
                </a:lnTo>
                <a:lnTo>
                  <a:pt x="5739765" y="151078"/>
                </a:lnTo>
                <a:lnTo>
                  <a:pt x="5490210" y="157177"/>
                </a:lnTo>
                <a:lnTo>
                  <a:pt x="5240655" y="166901"/>
                </a:lnTo>
                <a:lnTo>
                  <a:pt x="4991100" y="179886"/>
                </a:lnTo>
                <a:lnTo>
                  <a:pt x="4741545" y="195769"/>
                </a:lnTo>
                <a:lnTo>
                  <a:pt x="4491990" y="214190"/>
                </a:lnTo>
                <a:lnTo>
                  <a:pt x="4242435" y="234784"/>
                </a:lnTo>
                <a:lnTo>
                  <a:pt x="3992880" y="257191"/>
                </a:lnTo>
                <a:lnTo>
                  <a:pt x="3743325" y="281046"/>
                </a:lnTo>
                <a:lnTo>
                  <a:pt x="3493770" y="305989"/>
                </a:lnTo>
                <a:lnTo>
                  <a:pt x="3244215" y="331657"/>
                </a:lnTo>
                <a:lnTo>
                  <a:pt x="2994660" y="357687"/>
                </a:lnTo>
                <a:lnTo>
                  <a:pt x="2745105" y="383717"/>
                </a:lnTo>
                <a:lnTo>
                  <a:pt x="2495550" y="409385"/>
                </a:lnTo>
                <a:lnTo>
                  <a:pt x="2245995" y="434328"/>
                </a:lnTo>
                <a:lnTo>
                  <a:pt x="1996440" y="458183"/>
                </a:lnTo>
                <a:lnTo>
                  <a:pt x="1746885" y="480590"/>
                </a:lnTo>
                <a:lnTo>
                  <a:pt x="1497330" y="501184"/>
                </a:lnTo>
                <a:lnTo>
                  <a:pt x="1247775" y="519605"/>
                </a:lnTo>
                <a:lnTo>
                  <a:pt x="998220" y="535488"/>
                </a:lnTo>
                <a:lnTo>
                  <a:pt x="748665" y="548473"/>
                </a:lnTo>
                <a:lnTo>
                  <a:pt x="499110" y="558197"/>
                </a:lnTo>
                <a:lnTo>
                  <a:pt x="249555" y="564296"/>
                </a:lnTo>
                <a:lnTo>
                  <a:pt x="0" y="566410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926080" y="5528375"/>
            <a:ext cx="5989320" cy="171495"/>
          </a:xfrm>
          <a:custGeom>
            <a:avLst/>
            <a:gdLst/>
            <a:ahLst/>
            <a:cxnLst/>
            <a:rect l="l" t="t" r="r" b="b"/>
            <a:pathLst>
              <a:path w="5989320" h="171495">
                <a:moveTo>
                  <a:pt x="0" y="0"/>
                </a:moveTo>
                <a:lnTo>
                  <a:pt x="249555" y="612"/>
                </a:lnTo>
                <a:lnTo>
                  <a:pt x="499110" y="2378"/>
                </a:lnTo>
                <a:lnTo>
                  <a:pt x="748665" y="5194"/>
                </a:lnTo>
                <a:lnTo>
                  <a:pt x="998220" y="8953"/>
                </a:lnTo>
                <a:lnTo>
                  <a:pt x="1247775" y="13552"/>
                </a:lnTo>
                <a:lnTo>
                  <a:pt x="1497330" y="18885"/>
                </a:lnTo>
                <a:lnTo>
                  <a:pt x="1746885" y="24848"/>
                </a:lnTo>
                <a:lnTo>
                  <a:pt x="1996440" y="31335"/>
                </a:lnTo>
                <a:lnTo>
                  <a:pt x="2245995" y="38242"/>
                </a:lnTo>
                <a:lnTo>
                  <a:pt x="2495550" y="45463"/>
                </a:lnTo>
                <a:lnTo>
                  <a:pt x="2745105" y="52895"/>
                </a:lnTo>
                <a:lnTo>
                  <a:pt x="2994660" y="60431"/>
                </a:lnTo>
                <a:lnTo>
                  <a:pt x="3244215" y="67967"/>
                </a:lnTo>
                <a:lnTo>
                  <a:pt x="3493770" y="75399"/>
                </a:lnTo>
                <a:lnTo>
                  <a:pt x="3743325" y="82620"/>
                </a:lnTo>
                <a:lnTo>
                  <a:pt x="3992880" y="89527"/>
                </a:lnTo>
                <a:lnTo>
                  <a:pt x="4242435" y="96014"/>
                </a:lnTo>
                <a:lnTo>
                  <a:pt x="4491990" y="101977"/>
                </a:lnTo>
                <a:lnTo>
                  <a:pt x="4741545" y="107310"/>
                </a:lnTo>
                <a:lnTo>
                  <a:pt x="4991100" y="111909"/>
                </a:lnTo>
                <a:lnTo>
                  <a:pt x="5240655" y="115668"/>
                </a:lnTo>
                <a:lnTo>
                  <a:pt x="5490210" y="118484"/>
                </a:lnTo>
                <a:lnTo>
                  <a:pt x="5739765" y="120250"/>
                </a:lnTo>
                <a:lnTo>
                  <a:pt x="5989320" y="120862"/>
                </a:lnTo>
                <a:lnTo>
                  <a:pt x="5989320" y="171495"/>
                </a:lnTo>
                <a:lnTo>
                  <a:pt x="5739765" y="170883"/>
                </a:lnTo>
                <a:lnTo>
                  <a:pt x="5490210" y="169117"/>
                </a:lnTo>
                <a:lnTo>
                  <a:pt x="5240655" y="166302"/>
                </a:lnTo>
                <a:lnTo>
                  <a:pt x="4991100" y="162543"/>
                </a:lnTo>
                <a:lnTo>
                  <a:pt x="4741545" y="157944"/>
                </a:lnTo>
                <a:lnTo>
                  <a:pt x="4491990" y="152611"/>
                </a:lnTo>
                <a:lnTo>
                  <a:pt x="4242435" y="146648"/>
                </a:lnTo>
                <a:lnTo>
                  <a:pt x="3992880" y="140161"/>
                </a:lnTo>
                <a:lnTo>
                  <a:pt x="3743325" y="133254"/>
                </a:lnTo>
                <a:lnTo>
                  <a:pt x="3493770" y="126032"/>
                </a:lnTo>
                <a:lnTo>
                  <a:pt x="3244215" y="118601"/>
                </a:lnTo>
                <a:lnTo>
                  <a:pt x="2994660" y="111065"/>
                </a:lnTo>
                <a:lnTo>
                  <a:pt x="2745105" y="103528"/>
                </a:lnTo>
                <a:lnTo>
                  <a:pt x="2495550" y="96097"/>
                </a:lnTo>
                <a:lnTo>
                  <a:pt x="2245995" y="88875"/>
                </a:lnTo>
                <a:lnTo>
                  <a:pt x="1996440" y="81968"/>
                </a:lnTo>
                <a:lnTo>
                  <a:pt x="1746885" y="75481"/>
                </a:lnTo>
                <a:lnTo>
                  <a:pt x="1497330" y="69519"/>
                </a:lnTo>
                <a:lnTo>
                  <a:pt x="1247775" y="64185"/>
                </a:lnTo>
                <a:lnTo>
                  <a:pt x="998220" y="59587"/>
                </a:lnTo>
                <a:lnTo>
                  <a:pt x="748665" y="55827"/>
                </a:lnTo>
                <a:lnTo>
                  <a:pt x="499110" y="53012"/>
                </a:lnTo>
                <a:lnTo>
                  <a:pt x="249555" y="51246"/>
                </a:lnTo>
                <a:lnTo>
                  <a:pt x="0" y="50634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926080" y="5579009"/>
            <a:ext cx="5989320" cy="617594"/>
          </a:xfrm>
          <a:custGeom>
            <a:avLst/>
            <a:gdLst/>
            <a:ahLst/>
            <a:cxnLst/>
            <a:rect l="l" t="t" r="r" b="b"/>
            <a:pathLst>
              <a:path w="5989320" h="617594">
                <a:moveTo>
                  <a:pt x="0" y="0"/>
                </a:moveTo>
                <a:lnTo>
                  <a:pt x="249555" y="2893"/>
                </a:lnTo>
                <a:lnTo>
                  <a:pt x="499110" y="11242"/>
                </a:lnTo>
                <a:lnTo>
                  <a:pt x="748665" y="24551"/>
                </a:lnTo>
                <a:lnTo>
                  <a:pt x="998220" y="42323"/>
                </a:lnTo>
                <a:lnTo>
                  <a:pt x="1247775" y="64064"/>
                </a:lnTo>
                <a:lnTo>
                  <a:pt x="1497330" y="89276"/>
                </a:lnTo>
                <a:lnTo>
                  <a:pt x="1746885" y="117464"/>
                </a:lnTo>
                <a:lnTo>
                  <a:pt x="1996440" y="148132"/>
                </a:lnTo>
                <a:lnTo>
                  <a:pt x="2245995" y="180784"/>
                </a:lnTo>
                <a:lnTo>
                  <a:pt x="2495550" y="214924"/>
                </a:lnTo>
                <a:lnTo>
                  <a:pt x="2745105" y="250055"/>
                </a:lnTo>
                <a:lnTo>
                  <a:pt x="2994660" y="285683"/>
                </a:lnTo>
                <a:lnTo>
                  <a:pt x="3244215" y="321311"/>
                </a:lnTo>
                <a:lnTo>
                  <a:pt x="3493770" y="356442"/>
                </a:lnTo>
                <a:lnTo>
                  <a:pt x="3743325" y="390582"/>
                </a:lnTo>
                <a:lnTo>
                  <a:pt x="3992880" y="423234"/>
                </a:lnTo>
                <a:lnTo>
                  <a:pt x="4242435" y="453902"/>
                </a:lnTo>
                <a:lnTo>
                  <a:pt x="4491990" y="482090"/>
                </a:lnTo>
                <a:lnTo>
                  <a:pt x="4741545" y="507302"/>
                </a:lnTo>
                <a:lnTo>
                  <a:pt x="4991100" y="529043"/>
                </a:lnTo>
                <a:lnTo>
                  <a:pt x="5240655" y="546815"/>
                </a:lnTo>
                <a:lnTo>
                  <a:pt x="5490210" y="560124"/>
                </a:lnTo>
                <a:lnTo>
                  <a:pt x="5739765" y="568473"/>
                </a:lnTo>
                <a:lnTo>
                  <a:pt x="5989320" y="571366"/>
                </a:lnTo>
                <a:lnTo>
                  <a:pt x="5989320" y="617594"/>
                </a:lnTo>
                <a:lnTo>
                  <a:pt x="5739765" y="614701"/>
                </a:lnTo>
                <a:lnTo>
                  <a:pt x="5490210" y="606352"/>
                </a:lnTo>
                <a:lnTo>
                  <a:pt x="5240655" y="593043"/>
                </a:lnTo>
                <a:lnTo>
                  <a:pt x="4991100" y="575270"/>
                </a:lnTo>
                <a:lnTo>
                  <a:pt x="4741545" y="553530"/>
                </a:lnTo>
                <a:lnTo>
                  <a:pt x="4491990" y="528318"/>
                </a:lnTo>
                <a:lnTo>
                  <a:pt x="4242435" y="500130"/>
                </a:lnTo>
                <a:lnTo>
                  <a:pt x="3992880" y="469462"/>
                </a:lnTo>
                <a:lnTo>
                  <a:pt x="3743325" y="436810"/>
                </a:lnTo>
                <a:lnTo>
                  <a:pt x="3493770" y="402670"/>
                </a:lnTo>
                <a:lnTo>
                  <a:pt x="3244215" y="367538"/>
                </a:lnTo>
                <a:lnTo>
                  <a:pt x="2994660" y="331911"/>
                </a:lnTo>
                <a:lnTo>
                  <a:pt x="2745105" y="296283"/>
                </a:lnTo>
                <a:lnTo>
                  <a:pt x="2495550" y="261151"/>
                </a:lnTo>
                <a:lnTo>
                  <a:pt x="2245995" y="227011"/>
                </a:lnTo>
                <a:lnTo>
                  <a:pt x="1996440" y="194360"/>
                </a:lnTo>
                <a:lnTo>
                  <a:pt x="1746885" y="163692"/>
                </a:lnTo>
                <a:lnTo>
                  <a:pt x="1497330" y="135504"/>
                </a:lnTo>
                <a:lnTo>
                  <a:pt x="1247775" y="110291"/>
                </a:lnTo>
                <a:lnTo>
                  <a:pt x="998220" y="88551"/>
                </a:lnTo>
                <a:lnTo>
                  <a:pt x="748665" y="70779"/>
                </a:lnTo>
                <a:lnTo>
                  <a:pt x="499110" y="57470"/>
                </a:lnTo>
                <a:lnTo>
                  <a:pt x="249555" y="49121"/>
                </a:lnTo>
                <a:lnTo>
                  <a:pt x="0" y="46228"/>
                </a:lnTo>
                <a:close/>
              </a:path>
            </a:pathLst>
          </a:custGeom>
          <a:solidFill>
            <a:srgbClr val="FF6B5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926080" y="2388328"/>
            <a:ext cx="5989320" cy="3383600"/>
          </a:xfrm>
          <a:custGeom>
            <a:avLst/>
            <a:gdLst/>
            <a:ahLst/>
            <a:cxnLst/>
            <a:rect l="l" t="t" r="r" b="b"/>
            <a:pathLst>
              <a:path w="5989320" h="3383600">
                <a:moveTo>
                  <a:pt x="0" y="3328349"/>
                </a:moveTo>
                <a:lnTo>
                  <a:pt x="249555" y="3311495"/>
                </a:lnTo>
                <a:lnTo>
                  <a:pt x="499110" y="3262860"/>
                </a:lnTo>
                <a:lnTo>
                  <a:pt x="748665" y="3185334"/>
                </a:lnTo>
                <a:lnTo>
                  <a:pt x="998220" y="3081804"/>
                </a:lnTo>
                <a:lnTo>
                  <a:pt x="1247775" y="2955161"/>
                </a:lnTo>
                <a:lnTo>
                  <a:pt x="1497330" y="2808294"/>
                </a:lnTo>
                <a:lnTo>
                  <a:pt x="1746885" y="2644092"/>
                </a:lnTo>
                <a:lnTo>
                  <a:pt x="1996440" y="2465444"/>
                </a:lnTo>
                <a:lnTo>
                  <a:pt x="2245995" y="2275238"/>
                </a:lnTo>
                <a:lnTo>
                  <a:pt x="2495550" y="2076366"/>
                </a:lnTo>
                <a:lnTo>
                  <a:pt x="2745105" y="1871715"/>
                </a:lnTo>
                <a:lnTo>
                  <a:pt x="2994660" y="1664174"/>
                </a:lnTo>
                <a:lnTo>
                  <a:pt x="3244215" y="1456634"/>
                </a:lnTo>
                <a:lnTo>
                  <a:pt x="3493770" y="1251983"/>
                </a:lnTo>
                <a:lnTo>
                  <a:pt x="3743325" y="1053110"/>
                </a:lnTo>
                <a:lnTo>
                  <a:pt x="3992880" y="862905"/>
                </a:lnTo>
                <a:lnTo>
                  <a:pt x="4242435" y="684257"/>
                </a:lnTo>
                <a:lnTo>
                  <a:pt x="4491990" y="520055"/>
                </a:lnTo>
                <a:lnTo>
                  <a:pt x="4741545" y="373187"/>
                </a:lnTo>
                <a:lnTo>
                  <a:pt x="4991100" y="246545"/>
                </a:lnTo>
                <a:lnTo>
                  <a:pt x="5240655" y="143015"/>
                </a:lnTo>
                <a:lnTo>
                  <a:pt x="5490210" y="65489"/>
                </a:lnTo>
                <a:lnTo>
                  <a:pt x="5739765" y="16854"/>
                </a:lnTo>
                <a:lnTo>
                  <a:pt x="5989320" y="0"/>
                </a:lnTo>
                <a:lnTo>
                  <a:pt x="5989320" y="55252"/>
                </a:lnTo>
                <a:lnTo>
                  <a:pt x="5739765" y="72106"/>
                </a:lnTo>
                <a:lnTo>
                  <a:pt x="5490210" y="120740"/>
                </a:lnTo>
                <a:lnTo>
                  <a:pt x="5240655" y="198267"/>
                </a:lnTo>
                <a:lnTo>
                  <a:pt x="4991100" y="301796"/>
                </a:lnTo>
                <a:lnTo>
                  <a:pt x="4741545" y="428439"/>
                </a:lnTo>
                <a:lnTo>
                  <a:pt x="4491990" y="575306"/>
                </a:lnTo>
                <a:lnTo>
                  <a:pt x="4242435" y="739509"/>
                </a:lnTo>
                <a:lnTo>
                  <a:pt x="3992880" y="918157"/>
                </a:lnTo>
                <a:lnTo>
                  <a:pt x="3743325" y="1108362"/>
                </a:lnTo>
                <a:lnTo>
                  <a:pt x="3493770" y="1307235"/>
                </a:lnTo>
                <a:lnTo>
                  <a:pt x="3244215" y="1511886"/>
                </a:lnTo>
                <a:lnTo>
                  <a:pt x="2994660" y="1719426"/>
                </a:lnTo>
                <a:lnTo>
                  <a:pt x="2745105" y="1926966"/>
                </a:lnTo>
                <a:lnTo>
                  <a:pt x="2495550" y="2131617"/>
                </a:lnTo>
                <a:lnTo>
                  <a:pt x="2245995" y="2330490"/>
                </a:lnTo>
                <a:lnTo>
                  <a:pt x="1996440" y="2520695"/>
                </a:lnTo>
                <a:lnTo>
                  <a:pt x="1746885" y="2699344"/>
                </a:lnTo>
                <a:lnTo>
                  <a:pt x="1497330" y="2863546"/>
                </a:lnTo>
                <a:lnTo>
                  <a:pt x="1247775" y="3010413"/>
                </a:lnTo>
                <a:lnTo>
                  <a:pt x="998220" y="3137056"/>
                </a:lnTo>
                <a:lnTo>
                  <a:pt x="748665" y="3240585"/>
                </a:lnTo>
                <a:lnTo>
                  <a:pt x="499110" y="3318112"/>
                </a:lnTo>
                <a:lnTo>
                  <a:pt x="249555" y="3366747"/>
                </a:lnTo>
                <a:lnTo>
                  <a:pt x="0" y="3383600"/>
                </a:lnTo>
                <a:close/>
              </a:path>
            </a:pathLst>
          </a:custGeom>
          <a:solidFill>
            <a:srgbClr val="A78BF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26080" y="3115375"/>
            <a:ext cx="5989320" cy="2712136"/>
          </a:xfrm>
          <a:custGeom>
            <a:avLst/>
            <a:gdLst/>
            <a:ahLst/>
            <a:cxnLst/>
            <a:rect l="l" t="t" r="r" b="b"/>
            <a:pathLst>
              <a:path w="5989320" h="2712136">
                <a:moveTo>
                  <a:pt x="0" y="2656553"/>
                </a:moveTo>
                <a:lnTo>
                  <a:pt x="249555" y="2643101"/>
                </a:lnTo>
                <a:lnTo>
                  <a:pt x="499110" y="2604283"/>
                </a:lnTo>
                <a:lnTo>
                  <a:pt x="748665" y="2542405"/>
                </a:lnTo>
                <a:lnTo>
                  <a:pt x="998220" y="2459772"/>
                </a:lnTo>
                <a:lnTo>
                  <a:pt x="1247775" y="2358690"/>
                </a:lnTo>
                <a:lnTo>
                  <a:pt x="1497330" y="2241467"/>
                </a:lnTo>
                <a:lnTo>
                  <a:pt x="1746885" y="2110407"/>
                </a:lnTo>
                <a:lnTo>
                  <a:pt x="1996440" y="1967817"/>
                </a:lnTo>
                <a:lnTo>
                  <a:pt x="2245995" y="1816003"/>
                </a:lnTo>
                <a:lnTo>
                  <a:pt x="2495550" y="1657271"/>
                </a:lnTo>
                <a:lnTo>
                  <a:pt x="2745105" y="1493927"/>
                </a:lnTo>
                <a:lnTo>
                  <a:pt x="2994660" y="1328277"/>
                </a:lnTo>
                <a:lnTo>
                  <a:pt x="3244215" y="1162626"/>
                </a:lnTo>
                <a:lnTo>
                  <a:pt x="3493770" y="999282"/>
                </a:lnTo>
                <a:lnTo>
                  <a:pt x="3743325" y="840550"/>
                </a:lnTo>
                <a:lnTo>
                  <a:pt x="3992880" y="688736"/>
                </a:lnTo>
                <a:lnTo>
                  <a:pt x="4242435" y="546146"/>
                </a:lnTo>
                <a:lnTo>
                  <a:pt x="4491990" y="415086"/>
                </a:lnTo>
                <a:lnTo>
                  <a:pt x="4741545" y="297863"/>
                </a:lnTo>
                <a:lnTo>
                  <a:pt x="4991100" y="196782"/>
                </a:lnTo>
                <a:lnTo>
                  <a:pt x="5240655" y="114149"/>
                </a:lnTo>
                <a:lnTo>
                  <a:pt x="5490210" y="52270"/>
                </a:lnTo>
                <a:lnTo>
                  <a:pt x="5739765" y="13452"/>
                </a:lnTo>
                <a:lnTo>
                  <a:pt x="5989320" y="0"/>
                </a:lnTo>
                <a:lnTo>
                  <a:pt x="5989320" y="55583"/>
                </a:lnTo>
                <a:lnTo>
                  <a:pt x="5739765" y="69035"/>
                </a:lnTo>
                <a:lnTo>
                  <a:pt x="5490210" y="107853"/>
                </a:lnTo>
                <a:lnTo>
                  <a:pt x="5240655" y="169732"/>
                </a:lnTo>
                <a:lnTo>
                  <a:pt x="4991100" y="252365"/>
                </a:lnTo>
                <a:lnTo>
                  <a:pt x="4741545" y="353446"/>
                </a:lnTo>
                <a:lnTo>
                  <a:pt x="4491990" y="470669"/>
                </a:lnTo>
                <a:lnTo>
                  <a:pt x="4242435" y="601729"/>
                </a:lnTo>
                <a:lnTo>
                  <a:pt x="3992880" y="744319"/>
                </a:lnTo>
                <a:lnTo>
                  <a:pt x="3743325" y="896133"/>
                </a:lnTo>
                <a:lnTo>
                  <a:pt x="3493770" y="1054865"/>
                </a:lnTo>
                <a:lnTo>
                  <a:pt x="3244215" y="1218209"/>
                </a:lnTo>
                <a:lnTo>
                  <a:pt x="2994660" y="1383860"/>
                </a:lnTo>
                <a:lnTo>
                  <a:pt x="2745105" y="1549510"/>
                </a:lnTo>
                <a:lnTo>
                  <a:pt x="2495550" y="1712854"/>
                </a:lnTo>
                <a:lnTo>
                  <a:pt x="2245995" y="1871586"/>
                </a:lnTo>
                <a:lnTo>
                  <a:pt x="1996440" y="2023400"/>
                </a:lnTo>
                <a:lnTo>
                  <a:pt x="1746885" y="2165990"/>
                </a:lnTo>
                <a:lnTo>
                  <a:pt x="1497330" y="2297050"/>
                </a:lnTo>
                <a:lnTo>
                  <a:pt x="1247775" y="2414273"/>
                </a:lnTo>
                <a:lnTo>
                  <a:pt x="998220" y="2515355"/>
                </a:lnTo>
                <a:lnTo>
                  <a:pt x="748665" y="2597988"/>
                </a:lnTo>
                <a:lnTo>
                  <a:pt x="499110" y="2659866"/>
                </a:lnTo>
                <a:lnTo>
                  <a:pt x="249555" y="2698684"/>
                </a:lnTo>
                <a:lnTo>
                  <a:pt x="0" y="2712136"/>
                </a:lnTo>
                <a:close/>
              </a:path>
            </a:pathLst>
          </a:custGeom>
          <a:solidFill>
            <a:srgbClr val="A78BF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926080" y="4497835"/>
            <a:ext cx="5989320" cy="1402863"/>
          </a:xfrm>
          <a:custGeom>
            <a:avLst/>
            <a:gdLst/>
            <a:ahLst/>
            <a:cxnLst/>
            <a:rect l="l" t="t" r="r" b="b"/>
            <a:pathLst>
              <a:path w="5989320" h="1402863">
                <a:moveTo>
                  <a:pt x="0" y="1329676"/>
                </a:moveTo>
                <a:lnTo>
                  <a:pt x="249555" y="1322943"/>
                </a:lnTo>
                <a:lnTo>
                  <a:pt x="499110" y="1303514"/>
                </a:lnTo>
                <a:lnTo>
                  <a:pt x="748665" y="1272542"/>
                </a:lnTo>
                <a:lnTo>
                  <a:pt x="998220" y="1231182"/>
                </a:lnTo>
                <a:lnTo>
                  <a:pt x="1247775" y="1180588"/>
                </a:lnTo>
                <a:lnTo>
                  <a:pt x="1497330" y="1121914"/>
                </a:lnTo>
                <a:lnTo>
                  <a:pt x="1746885" y="1056315"/>
                </a:lnTo>
                <a:lnTo>
                  <a:pt x="1996440" y="984945"/>
                </a:lnTo>
                <a:lnTo>
                  <a:pt x="2245995" y="908958"/>
                </a:lnTo>
                <a:lnTo>
                  <a:pt x="2495550" y="829509"/>
                </a:lnTo>
                <a:lnTo>
                  <a:pt x="2745105" y="747750"/>
                </a:lnTo>
                <a:lnTo>
                  <a:pt x="2994660" y="664838"/>
                </a:lnTo>
                <a:lnTo>
                  <a:pt x="3244215" y="581925"/>
                </a:lnTo>
                <a:lnTo>
                  <a:pt x="3493770" y="500167"/>
                </a:lnTo>
                <a:lnTo>
                  <a:pt x="3743325" y="420718"/>
                </a:lnTo>
                <a:lnTo>
                  <a:pt x="3992880" y="344731"/>
                </a:lnTo>
                <a:lnTo>
                  <a:pt x="4242435" y="273360"/>
                </a:lnTo>
                <a:lnTo>
                  <a:pt x="4491990" y="207762"/>
                </a:lnTo>
                <a:lnTo>
                  <a:pt x="4741545" y="149088"/>
                </a:lnTo>
                <a:lnTo>
                  <a:pt x="4991100" y="98494"/>
                </a:lnTo>
                <a:lnTo>
                  <a:pt x="5240655" y="57134"/>
                </a:lnTo>
                <a:lnTo>
                  <a:pt x="5490210" y="26162"/>
                </a:lnTo>
                <a:lnTo>
                  <a:pt x="5739765" y="6733"/>
                </a:lnTo>
                <a:lnTo>
                  <a:pt x="5989320" y="0"/>
                </a:lnTo>
                <a:lnTo>
                  <a:pt x="5989320" y="73186"/>
                </a:lnTo>
                <a:lnTo>
                  <a:pt x="5739765" y="79919"/>
                </a:lnTo>
                <a:lnTo>
                  <a:pt x="5490210" y="99349"/>
                </a:lnTo>
                <a:lnTo>
                  <a:pt x="5240655" y="130320"/>
                </a:lnTo>
                <a:lnTo>
                  <a:pt x="4991100" y="171680"/>
                </a:lnTo>
                <a:lnTo>
                  <a:pt x="4741545" y="222274"/>
                </a:lnTo>
                <a:lnTo>
                  <a:pt x="4491990" y="280948"/>
                </a:lnTo>
                <a:lnTo>
                  <a:pt x="4242435" y="346547"/>
                </a:lnTo>
                <a:lnTo>
                  <a:pt x="3992880" y="417917"/>
                </a:lnTo>
                <a:lnTo>
                  <a:pt x="3743325" y="493904"/>
                </a:lnTo>
                <a:lnTo>
                  <a:pt x="3493770" y="573354"/>
                </a:lnTo>
                <a:lnTo>
                  <a:pt x="3244215" y="655112"/>
                </a:lnTo>
                <a:lnTo>
                  <a:pt x="2994660" y="738024"/>
                </a:lnTo>
                <a:lnTo>
                  <a:pt x="2745105" y="820937"/>
                </a:lnTo>
                <a:lnTo>
                  <a:pt x="2495550" y="902695"/>
                </a:lnTo>
                <a:lnTo>
                  <a:pt x="2245995" y="982145"/>
                </a:lnTo>
                <a:lnTo>
                  <a:pt x="1996440" y="1058132"/>
                </a:lnTo>
                <a:lnTo>
                  <a:pt x="1746885" y="1129502"/>
                </a:lnTo>
                <a:lnTo>
                  <a:pt x="1497330" y="1195101"/>
                </a:lnTo>
                <a:lnTo>
                  <a:pt x="1247775" y="1253774"/>
                </a:lnTo>
                <a:lnTo>
                  <a:pt x="998220" y="1304368"/>
                </a:lnTo>
                <a:lnTo>
                  <a:pt x="748665" y="1345728"/>
                </a:lnTo>
                <a:lnTo>
                  <a:pt x="499110" y="1376700"/>
                </a:lnTo>
                <a:lnTo>
                  <a:pt x="249555" y="1396130"/>
                </a:lnTo>
                <a:lnTo>
                  <a:pt x="0" y="1402863"/>
                </a:lnTo>
                <a:close/>
              </a:path>
            </a:pathLst>
          </a:custGeom>
          <a:solidFill>
            <a:srgbClr val="A78BF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926080" y="2443580"/>
            <a:ext cx="5989320" cy="3577590"/>
          </a:xfrm>
          <a:custGeom>
            <a:avLst/>
            <a:gdLst/>
            <a:ahLst/>
            <a:cxnLst/>
            <a:rect l="l" t="t" r="r" b="b"/>
            <a:pathLst>
              <a:path w="5989320" h="3577590">
                <a:moveTo>
                  <a:pt x="0" y="3548558"/>
                </a:moveTo>
                <a:lnTo>
                  <a:pt x="249555" y="3530589"/>
                </a:lnTo>
                <a:lnTo>
                  <a:pt x="499110" y="3478737"/>
                </a:lnTo>
                <a:lnTo>
                  <a:pt x="748665" y="3396081"/>
                </a:lnTo>
                <a:lnTo>
                  <a:pt x="998220" y="3285702"/>
                </a:lnTo>
                <a:lnTo>
                  <a:pt x="1247775" y="3150680"/>
                </a:lnTo>
                <a:lnTo>
                  <a:pt x="1497330" y="2994096"/>
                </a:lnTo>
                <a:lnTo>
                  <a:pt x="1746885" y="2819029"/>
                </a:lnTo>
                <a:lnTo>
                  <a:pt x="1996440" y="2628561"/>
                </a:lnTo>
                <a:lnTo>
                  <a:pt x="2245995" y="2425772"/>
                </a:lnTo>
                <a:lnTo>
                  <a:pt x="2495550" y="2213741"/>
                </a:lnTo>
                <a:lnTo>
                  <a:pt x="2745105" y="1995550"/>
                </a:lnTo>
                <a:lnTo>
                  <a:pt x="2994660" y="1774279"/>
                </a:lnTo>
                <a:lnTo>
                  <a:pt x="3244215" y="1553007"/>
                </a:lnTo>
                <a:lnTo>
                  <a:pt x="3493770" y="1334816"/>
                </a:lnTo>
                <a:lnTo>
                  <a:pt x="3743325" y="1122786"/>
                </a:lnTo>
                <a:lnTo>
                  <a:pt x="3992880" y="919996"/>
                </a:lnTo>
                <a:lnTo>
                  <a:pt x="4242435" y="729528"/>
                </a:lnTo>
                <a:lnTo>
                  <a:pt x="4491990" y="554462"/>
                </a:lnTo>
                <a:lnTo>
                  <a:pt x="4741545" y="397878"/>
                </a:lnTo>
                <a:lnTo>
                  <a:pt x="4991100" y="262856"/>
                </a:lnTo>
                <a:lnTo>
                  <a:pt x="5240655" y="152477"/>
                </a:lnTo>
                <a:lnTo>
                  <a:pt x="5490210" y="69821"/>
                </a:lnTo>
                <a:lnTo>
                  <a:pt x="5739765" y="17969"/>
                </a:lnTo>
                <a:lnTo>
                  <a:pt x="5989320" y="0"/>
                </a:lnTo>
                <a:lnTo>
                  <a:pt x="5989320" y="29033"/>
                </a:lnTo>
                <a:lnTo>
                  <a:pt x="5739765" y="47001"/>
                </a:lnTo>
                <a:lnTo>
                  <a:pt x="5490210" y="98854"/>
                </a:lnTo>
                <a:lnTo>
                  <a:pt x="5240655" y="181510"/>
                </a:lnTo>
                <a:lnTo>
                  <a:pt x="4991100" y="291889"/>
                </a:lnTo>
                <a:lnTo>
                  <a:pt x="4741545" y="426910"/>
                </a:lnTo>
                <a:lnTo>
                  <a:pt x="4491990" y="583495"/>
                </a:lnTo>
                <a:lnTo>
                  <a:pt x="4242435" y="758561"/>
                </a:lnTo>
                <a:lnTo>
                  <a:pt x="3992880" y="949029"/>
                </a:lnTo>
                <a:lnTo>
                  <a:pt x="3743325" y="1151818"/>
                </a:lnTo>
                <a:lnTo>
                  <a:pt x="3493770" y="1363849"/>
                </a:lnTo>
                <a:lnTo>
                  <a:pt x="3244215" y="1582040"/>
                </a:lnTo>
                <a:lnTo>
                  <a:pt x="2994660" y="1803311"/>
                </a:lnTo>
                <a:lnTo>
                  <a:pt x="2745105" y="2024583"/>
                </a:lnTo>
                <a:lnTo>
                  <a:pt x="2495550" y="2242774"/>
                </a:lnTo>
                <a:lnTo>
                  <a:pt x="2245995" y="2454804"/>
                </a:lnTo>
                <a:lnTo>
                  <a:pt x="1996440" y="2657594"/>
                </a:lnTo>
                <a:lnTo>
                  <a:pt x="1746885" y="2848062"/>
                </a:lnTo>
                <a:lnTo>
                  <a:pt x="1497330" y="3023128"/>
                </a:lnTo>
                <a:lnTo>
                  <a:pt x="1247775" y="3179712"/>
                </a:lnTo>
                <a:lnTo>
                  <a:pt x="998220" y="3314734"/>
                </a:lnTo>
                <a:lnTo>
                  <a:pt x="748665" y="3425113"/>
                </a:lnTo>
                <a:lnTo>
                  <a:pt x="499110" y="3507769"/>
                </a:lnTo>
                <a:lnTo>
                  <a:pt x="249555" y="3559622"/>
                </a:lnTo>
                <a:lnTo>
                  <a:pt x="0" y="3577590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926080" y="3170958"/>
            <a:ext cx="5989320" cy="2878794"/>
          </a:xfrm>
          <a:custGeom>
            <a:avLst/>
            <a:gdLst/>
            <a:ahLst/>
            <a:cxnLst/>
            <a:rect l="l" t="t" r="r" b="b"/>
            <a:pathLst>
              <a:path w="5989320" h="2878794">
                <a:moveTo>
                  <a:pt x="0" y="2850212"/>
                </a:moveTo>
                <a:lnTo>
                  <a:pt x="249555" y="2835780"/>
                </a:lnTo>
                <a:lnTo>
                  <a:pt x="499110" y="2794132"/>
                </a:lnTo>
                <a:lnTo>
                  <a:pt x="748665" y="2727742"/>
                </a:lnTo>
                <a:lnTo>
                  <a:pt x="998220" y="2639085"/>
                </a:lnTo>
                <a:lnTo>
                  <a:pt x="1247775" y="2530635"/>
                </a:lnTo>
                <a:lnTo>
                  <a:pt x="1497330" y="2404867"/>
                </a:lnTo>
                <a:lnTo>
                  <a:pt x="1746885" y="2264253"/>
                </a:lnTo>
                <a:lnTo>
                  <a:pt x="1996440" y="2111268"/>
                </a:lnTo>
                <a:lnTo>
                  <a:pt x="2245995" y="1948387"/>
                </a:lnTo>
                <a:lnTo>
                  <a:pt x="2495550" y="1778084"/>
                </a:lnTo>
                <a:lnTo>
                  <a:pt x="2745105" y="1602832"/>
                </a:lnTo>
                <a:lnTo>
                  <a:pt x="2994660" y="1425106"/>
                </a:lnTo>
                <a:lnTo>
                  <a:pt x="3244215" y="1247380"/>
                </a:lnTo>
                <a:lnTo>
                  <a:pt x="3493770" y="1072128"/>
                </a:lnTo>
                <a:lnTo>
                  <a:pt x="3743325" y="901825"/>
                </a:lnTo>
                <a:lnTo>
                  <a:pt x="3992880" y="738944"/>
                </a:lnTo>
                <a:lnTo>
                  <a:pt x="4242435" y="585959"/>
                </a:lnTo>
                <a:lnTo>
                  <a:pt x="4491990" y="445346"/>
                </a:lnTo>
                <a:lnTo>
                  <a:pt x="4741545" y="319577"/>
                </a:lnTo>
                <a:lnTo>
                  <a:pt x="4991100" y="211127"/>
                </a:lnTo>
                <a:lnTo>
                  <a:pt x="5240655" y="122470"/>
                </a:lnTo>
                <a:lnTo>
                  <a:pt x="5490210" y="56080"/>
                </a:lnTo>
                <a:lnTo>
                  <a:pt x="5739765" y="14432"/>
                </a:lnTo>
                <a:lnTo>
                  <a:pt x="5989320" y="0"/>
                </a:lnTo>
                <a:lnTo>
                  <a:pt x="5989320" y="28581"/>
                </a:lnTo>
                <a:lnTo>
                  <a:pt x="5739765" y="43014"/>
                </a:lnTo>
                <a:lnTo>
                  <a:pt x="5490210" y="84662"/>
                </a:lnTo>
                <a:lnTo>
                  <a:pt x="5240655" y="151051"/>
                </a:lnTo>
                <a:lnTo>
                  <a:pt x="4991100" y="239708"/>
                </a:lnTo>
                <a:lnTo>
                  <a:pt x="4741545" y="348158"/>
                </a:lnTo>
                <a:lnTo>
                  <a:pt x="4491990" y="473927"/>
                </a:lnTo>
                <a:lnTo>
                  <a:pt x="4242435" y="614541"/>
                </a:lnTo>
                <a:lnTo>
                  <a:pt x="3992880" y="767525"/>
                </a:lnTo>
                <a:lnTo>
                  <a:pt x="3743325" y="930406"/>
                </a:lnTo>
                <a:lnTo>
                  <a:pt x="3493770" y="1100710"/>
                </a:lnTo>
                <a:lnTo>
                  <a:pt x="3244215" y="1275962"/>
                </a:lnTo>
                <a:lnTo>
                  <a:pt x="2994660" y="1453687"/>
                </a:lnTo>
                <a:lnTo>
                  <a:pt x="2745105" y="1631413"/>
                </a:lnTo>
                <a:lnTo>
                  <a:pt x="2495550" y="1806665"/>
                </a:lnTo>
                <a:lnTo>
                  <a:pt x="2245995" y="1976969"/>
                </a:lnTo>
                <a:lnTo>
                  <a:pt x="1996440" y="2139850"/>
                </a:lnTo>
                <a:lnTo>
                  <a:pt x="1746885" y="2292834"/>
                </a:lnTo>
                <a:lnTo>
                  <a:pt x="1497330" y="2433448"/>
                </a:lnTo>
                <a:lnTo>
                  <a:pt x="1247775" y="2559217"/>
                </a:lnTo>
                <a:lnTo>
                  <a:pt x="998220" y="2667667"/>
                </a:lnTo>
                <a:lnTo>
                  <a:pt x="748665" y="2756324"/>
                </a:lnTo>
                <a:lnTo>
                  <a:pt x="499110" y="2822713"/>
                </a:lnTo>
                <a:lnTo>
                  <a:pt x="249555" y="2864361"/>
                </a:lnTo>
                <a:lnTo>
                  <a:pt x="0" y="2878794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26080" y="3874834"/>
            <a:ext cx="5989320" cy="2207444"/>
          </a:xfrm>
          <a:custGeom>
            <a:avLst/>
            <a:gdLst/>
            <a:ahLst/>
            <a:cxnLst/>
            <a:rect l="l" t="t" r="r" b="b"/>
            <a:pathLst>
              <a:path w="5989320" h="2207444">
                <a:moveTo>
                  <a:pt x="0" y="2174918"/>
                </a:moveTo>
                <a:lnTo>
                  <a:pt x="249555" y="2163905"/>
                </a:lnTo>
                <a:lnTo>
                  <a:pt x="499110" y="2132124"/>
                </a:lnTo>
                <a:lnTo>
                  <a:pt x="748665" y="2081464"/>
                </a:lnTo>
                <a:lnTo>
                  <a:pt x="998220" y="2013813"/>
                </a:lnTo>
                <a:lnTo>
                  <a:pt x="1247775" y="1931057"/>
                </a:lnTo>
                <a:lnTo>
                  <a:pt x="1497330" y="1835087"/>
                </a:lnTo>
                <a:lnTo>
                  <a:pt x="1746885" y="1727788"/>
                </a:lnTo>
                <a:lnTo>
                  <a:pt x="1996440" y="1611050"/>
                </a:lnTo>
                <a:lnTo>
                  <a:pt x="2245995" y="1486760"/>
                </a:lnTo>
                <a:lnTo>
                  <a:pt x="2495550" y="1356806"/>
                </a:lnTo>
                <a:lnTo>
                  <a:pt x="2745105" y="1223076"/>
                </a:lnTo>
                <a:lnTo>
                  <a:pt x="2994660" y="1087459"/>
                </a:lnTo>
                <a:lnTo>
                  <a:pt x="3244215" y="951841"/>
                </a:lnTo>
                <a:lnTo>
                  <a:pt x="3493770" y="818111"/>
                </a:lnTo>
                <a:lnTo>
                  <a:pt x="3743325" y="688157"/>
                </a:lnTo>
                <a:lnTo>
                  <a:pt x="3992880" y="563867"/>
                </a:lnTo>
                <a:lnTo>
                  <a:pt x="4242435" y="447129"/>
                </a:lnTo>
                <a:lnTo>
                  <a:pt x="4491990" y="339831"/>
                </a:lnTo>
                <a:lnTo>
                  <a:pt x="4741545" y="243860"/>
                </a:lnTo>
                <a:lnTo>
                  <a:pt x="4991100" y="161105"/>
                </a:lnTo>
                <a:lnTo>
                  <a:pt x="5240655" y="93453"/>
                </a:lnTo>
                <a:lnTo>
                  <a:pt x="5490210" y="42793"/>
                </a:lnTo>
                <a:lnTo>
                  <a:pt x="5739765" y="11013"/>
                </a:lnTo>
                <a:lnTo>
                  <a:pt x="5989320" y="0"/>
                </a:lnTo>
                <a:lnTo>
                  <a:pt x="5989320" y="32526"/>
                </a:lnTo>
                <a:lnTo>
                  <a:pt x="5739765" y="43539"/>
                </a:lnTo>
                <a:lnTo>
                  <a:pt x="5490210" y="75319"/>
                </a:lnTo>
                <a:lnTo>
                  <a:pt x="5240655" y="125979"/>
                </a:lnTo>
                <a:lnTo>
                  <a:pt x="4991100" y="193631"/>
                </a:lnTo>
                <a:lnTo>
                  <a:pt x="4741545" y="276386"/>
                </a:lnTo>
                <a:lnTo>
                  <a:pt x="4491990" y="372357"/>
                </a:lnTo>
                <a:lnTo>
                  <a:pt x="4242435" y="479655"/>
                </a:lnTo>
                <a:lnTo>
                  <a:pt x="3992880" y="596393"/>
                </a:lnTo>
                <a:lnTo>
                  <a:pt x="3743325" y="720683"/>
                </a:lnTo>
                <a:lnTo>
                  <a:pt x="3493770" y="850637"/>
                </a:lnTo>
                <a:lnTo>
                  <a:pt x="3244215" y="984367"/>
                </a:lnTo>
                <a:lnTo>
                  <a:pt x="2994660" y="1119985"/>
                </a:lnTo>
                <a:lnTo>
                  <a:pt x="2745105" y="1255602"/>
                </a:lnTo>
                <a:lnTo>
                  <a:pt x="2495550" y="1389332"/>
                </a:lnTo>
                <a:lnTo>
                  <a:pt x="2245995" y="1519286"/>
                </a:lnTo>
                <a:lnTo>
                  <a:pt x="1996440" y="1643576"/>
                </a:lnTo>
                <a:lnTo>
                  <a:pt x="1746885" y="1760314"/>
                </a:lnTo>
                <a:lnTo>
                  <a:pt x="1497330" y="1867613"/>
                </a:lnTo>
                <a:lnTo>
                  <a:pt x="1247775" y="1963584"/>
                </a:lnTo>
                <a:lnTo>
                  <a:pt x="998220" y="2046339"/>
                </a:lnTo>
                <a:lnTo>
                  <a:pt x="748665" y="2113990"/>
                </a:lnTo>
                <a:lnTo>
                  <a:pt x="499110" y="2164650"/>
                </a:lnTo>
                <a:lnTo>
                  <a:pt x="249555" y="2196431"/>
                </a:lnTo>
                <a:lnTo>
                  <a:pt x="0" y="2207444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926080" y="5110929"/>
            <a:ext cx="5989320" cy="1024241"/>
          </a:xfrm>
          <a:custGeom>
            <a:avLst/>
            <a:gdLst/>
            <a:ahLst/>
            <a:cxnLst/>
            <a:rect l="l" t="t" r="r" b="b"/>
            <a:pathLst>
              <a:path w="5989320" h="1024241">
                <a:moveTo>
                  <a:pt x="0" y="971349"/>
                </a:moveTo>
                <a:lnTo>
                  <a:pt x="249555" y="966430"/>
                </a:lnTo>
                <a:lnTo>
                  <a:pt x="499110" y="952237"/>
                </a:lnTo>
                <a:lnTo>
                  <a:pt x="748665" y="929611"/>
                </a:lnTo>
                <a:lnTo>
                  <a:pt x="998220" y="899397"/>
                </a:lnTo>
                <a:lnTo>
                  <a:pt x="1247775" y="862437"/>
                </a:lnTo>
                <a:lnTo>
                  <a:pt x="1497330" y="819575"/>
                </a:lnTo>
                <a:lnTo>
                  <a:pt x="1746885" y="771654"/>
                </a:lnTo>
                <a:lnTo>
                  <a:pt x="1996440" y="719518"/>
                </a:lnTo>
                <a:lnTo>
                  <a:pt x="2245995" y="664008"/>
                </a:lnTo>
                <a:lnTo>
                  <a:pt x="2495550" y="605969"/>
                </a:lnTo>
                <a:lnTo>
                  <a:pt x="2745105" y="546243"/>
                </a:lnTo>
                <a:lnTo>
                  <a:pt x="2994660" y="485674"/>
                </a:lnTo>
                <a:lnTo>
                  <a:pt x="3244215" y="425105"/>
                </a:lnTo>
                <a:lnTo>
                  <a:pt x="3493770" y="365380"/>
                </a:lnTo>
                <a:lnTo>
                  <a:pt x="3743325" y="307341"/>
                </a:lnTo>
                <a:lnTo>
                  <a:pt x="3992880" y="251831"/>
                </a:lnTo>
                <a:lnTo>
                  <a:pt x="4242435" y="199694"/>
                </a:lnTo>
                <a:lnTo>
                  <a:pt x="4491990" y="151773"/>
                </a:lnTo>
                <a:lnTo>
                  <a:pt x="4741545" y="108911"/>
                </a:lnTo>
                <a:lnTo>
                  <a:pt x="4991100" y="71951"/>
                </a:lnTo>
                <a:lnTo>
                  <a:pt x="5240655" y="41737"/>
                </a:lnTo>
                <a:lnTo>
                  <a:pt x="5490210" y="19112"/>
                </a:lnTo>
                <a:lnTo>
                  <a:pt x="5739765" y="4918"/>
                </a:lnTo>
                <a:lnTo>
                  <a:pt x="5989320" y="0"/>
                </a:lnTo>
                <a:lnTo>
                  <a:pt x="5989320" y="52892"/>
                </a:lnTo>
                <a:lnTo>
                  <a:pt x="5739765" y="57810"/>
                </a:lnTo>
                <a:lnTo>
                  <a:pt x="5490210" y="72004"/>
                </a:lnTo>
                <a:lnTo>
                  <a:pt x="5240655" y="94629"/>
                </a:lnTo>
                <a:lnTo>
                  <a:pt x="4991100" y="124843"/>
                </a:lnTo>
                <a:lnTo>
                  <a:pt x="4741545" y="161803"/>
                </a:lnTo>
                <a:lnTo>
                  <a:pt x="4491990" y="204665"/>
                </a:lnTo>
                <a:lnTo>
                  <a:pt x="4242435" y="252586"/>
                </a:lnTo>
                <a:lnTo>
                  <a:pt x="3992880" y="304723"/>
                </a:lnTo>
                <a:lnTo>
                  <a:pt x="3743325" y="360233"/>
                </a:lnTo>
                <a:lnTo>
                  <a:pt x="3493770" y="418272"/>
                </a:lnTo>
                <a:lnTo>
                  <a:pt x="3244215" y="477997"/>
                </a:lnTo>
                <a:lnTo>
                  <a:pt x="2994660" y="538566"/>
                </a:lnTo>
                <a:lnTo>
                  <a:pt x="2745105" y="599135"/>
                </a:lnTo>
                <a:lnTo>
                  <a:pt x="2495550" y="658861"/>
                </a:lnTo>
                <a:lnTo>
                  <a:pt x="2245995" y="716900"/>
                </a:lnTo>
                <a:lnTo>
                  <a:pt x="1996440" y="772409"/>
                </a:lnTo>
                <a:lnTo>
                  <a:pt x="1746885" y="824546"/>
                </a:lnTo>
                <a:lnTo>
                  <a:pt x="1497330" y="872467"/>
                </a:lnTo>
                <a:lnTo>
                  <a:pt x="1247775" y="915329"/>
                </a:lnTo>
                <a:lnTo>
                  <a:pt x="998220" y="952289"/>
                </a:lnTo>
                <a:lnTo>
                  <a:pt x="748665" y="982503"/>
                </a:lnTo>
                <a:lnTo>
                  <a:pt x="499110" y="1005129"/>
                </a:lnTo>
                <a:lnTo>
                  <a:pt x="249555" y="1019322"/>
                </a:lnTo>
                <a:lnTo>
                  <a:pt x="0" y="1024241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26080" y="5699870"/>
            <a:ext cx="5989320" cy="451013"/>
          </a:xfrm>
          <a:custGeom>
            <a:avLst/>
            <a:gdLst/>
            <a:ahLst/>
            <a:cxnLst/>
            <a:rect l="l" t="t" r="r" b="b"/>
            <a:pathLst>
              <a:path w="5989320" h="451013">
                <a:moveTo>
                  <a:pt x="0" y="435300"/>
                </a:moveTo>
                <a:lnTo>
                  <a:pt x="249555" y="433096"/>
                </a:lnTo>
                <a:lnTo>
                  <a:pt x="499110" y="426735"/>
                </a:lnTo>
                <a:lnTo>
                  <a:pt x="748665" y="416595"/>
                </a:lnTo>
                <a:lnTo>
                  <a:pt x="998220" y="403055"/>
                </a:lnTo>
                <a:lnTo>
                  <a:pt x="1247775" y="386492"/>
                </a:lnTo>
                <a:lnTo>
                  <a:pt x="1497330" y="367284"/>
                </a:lnTo>
                <a:lnTo>
                  <a:pt x="1746885" y="345809"/>
                </a:lnTo>
                <a:lnTo>
                  <a:pt x="1996440" y="322444"/>
                </a:lnTo>
                <a:lnTo>
                  <a:pt x="2245995" y="297568"/>
                </a:lnTo>
                <a:lnTo>
                  <a:pt x="2495550" y="271559"/>
                </a:lnTo>
                <a:lnTo>
                  <a:pt x="2745105" y="244793"/>
                </a:lnTo>
                <a:lnTo>
                  <a:pt x="2994660" y="217650"/>
                </a:lnTo>
                <a:lnTo>
                  <a:pt x="3244215" y="190507"/>
                </a:lnTo>
                <a:lnTo>
                  <a:pt x="3493770" y="163741"/>
                </a:lnTo>
                <a:lnTo>
                  <a:pt x="3743325" y="137732"/>
                </a:lnTo>
                <a:lnTo>
                  <a:pt x="3992880" y="112856"/>
                </a:lnTo>
                <a:lnTo>
                  <a:pt x="4242435" y="89491"/>
                </a:lnTo>
                <a:lnTo>
                  <a:pt x="4491990" y="68016"/>
                </a:lnTo>
                <a:lnTo>
                  <a:pt x="4741545" y="48808"/>
                </a:lnTo>
                <a:lnTo>
                  <a:pt x="4991100" y="32245"/>
                </a:lnTo>
                <a:lnTo>
                  <a:pt x="5240655" y="18705"/>
                </a:lnTo>
                <a:lnTo>
                  <a:pt x="5490210" y="8565"/>
                </a:lnTo>
                <a:lnTo>
                  <a:pt x="5739765" y="2205"/>
                </a:lnTo>
                <a:lnTo>
                  <a:pt x="5989320" y="0"/>
                </a:lnTo>
                <a:lnTo>
                  <a:pt x="5989320" y="15713"/>
                </a:lnTo>
                <a:lnTo>
                  <a:pt x="5739765" y="17918"/>
                </a:lnTo>
                <a:lnTo>
                  <a:pt x="5490210" y="24278"/>
                </a:lnTo>
                <a:lnTo>
                  <a:pt x="5240655" y="34418"/>
                </a:lnTo>
                <a:lnTo>
                  <a:pt x="4991100" y="47958"/>
                </a:lnTo>
                <a:lnTo>
                  <a:pt x="4741545" y="64521"/>
                </a:lnTo>
                <a:lnTo>
                  <a:pt x="4491990" y="83729"/>
                </a:lnTo>
                <a:lnTo>
                  <a:pt x="4242435" y="105204"/>
                </a:lnTo>
                <a:lnTo>
                  <a:pt x="3992880" y="128569"/>
                </a:lnTo>
                <a:lnTo>
                  <a:pt x="3743325" y="153445"/>
                </a:lnTo>
                <a:lnTo>
                  <a:pt x="3493770" y="179454"/>
                </a:lnTo>
                <a:lnTo>
                  <a:pt x="3244215" y="206220"/>
                </a:lnTo>
                <a:lnTo>
                  <a:pt x="2994660" y="233363"/>
                </a:lnTo>
                <a:lnTo>
                  <a:pt x="2745105" y="260506"/>
                </a:lnTo>
                <a:lnTo>
                  <a:pt x="2495550" y="287272"/>
                </a:lnTo>
                <a:lnTo>
                  <a:pt x="2245995" y="313281"/>
                </a:lnTo>
                <a:lnTo>
                  <a:pt x="1996440" y="338157"/>
                </a:lnTo>
                <a:lnTo>
                  <a:pt x="1746885" y="361522"/>
                </a:lnTo>
                <a:lnTo>
                  <a:pt x="1497330" y="382997"/>
                </a:lnTo>
                <a:lnTo>
                  <a:pt x="1247775" y="402205"/>
                </a:lnTo>
                <a:lnTo>
                  <a:pt x="998220" y="418768"/>
                </a:lnTo>
                <a:lnTo>
                  <a:pt x="748665" y="432308"/>
                </a:lnTo>
                <a:lnTo>
                  <a:pt x="499110" y="442448"/>
                </a:lnTo>
                <a:lnTo>
                  <a:pt x="249555" y="448809"/>
                </a:lnTo>
                <a:lnTo>
                  <a:pt x="0" y="451013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926080" y="6150883"/>
            <a:ext cx="5989320" cy="67037"/>
          </a:xfrm>
          <a:custGeom>
            <a:avLst/>
            <a:gdLst/>
            <a:ahLst/>
            <a:cxnLst/>
            <a:rect l="l" t="t" r="r" b="b"/>
            <a:pathLst>
              <a:path w="5989320" h="67037">
                <a:moveTo>
                  <a:pt x="0" y="0"/>
                </a:moveTo>
                <a:lnTo>
                  <a:pt x="249555" y="231"/>
                </a:lnTo>
                <a:lnTo>
                  <a:pt x="499110" y="899"/>
                </a:lnTo>
                <a:lnTo>
                  <a:pt x="748665" y="1964"/>
                </a:lnTo>
                <a:lnTo>
                  <a:pt x="998220" y="3386"/>
                </a:lnTo>
                <a:lnTo>
                  <a:pt x="1247775" y="5126"/>
                </a:lnTo>
                <a:lnTo>
                  <a:pt x="1497330" y="7143"/>
                </a:lnTo>
                <a:lnTo>
                  <a:pt x="1746885" y="9399"/>
                </a:lnTo>
                <a:lnTo>
                  <a:pt x="1996440" y="11853"/>
                </a:lnTo>
                <a:lnTo>
                  <a:pt x="2245995" y="14466"/>
                </a:lnTo>
                <a:lnTo>
                  <a:pt x="2495550" y="17198"/>
                </a:lnTo>
                <a:lnTo>
                  <a:pt x="2745105" y="20009"/>
                </a:lnTo>
                <a:lnTo>
                  <a:pt x="2994660" y="22860"/>
                </a:lnTo>
                <a:lnTo>
                  <a:pt x="3244215" y="25711"/>
                </a:lnTo>
                <a:lnTo>
                  <a:pt x="3493770" y="28522"/>
                </a:lnTo>
                <a:lnTo>
                  <a:pt x="3743325" y="31254"/>
                </a:lnTo>
                <a:lnTo>
                  <a:pt x="3992880" y="33866"/>
                </a:lnTo>
                <a:lnTo>
                  <a:pt x="4242435" y="36320"/>
                </a:lnTo>
                <a:lnTo>
                  <a:pt x="4491990" y="38576"/>
                </a:lnTo>
                <a:lnTo>
                  <a:pt x="4741545" y="40593"/>
                </a:lnTo>
                <a:lnTo>
                  <a:pt x="4991100" y="42333"/>
                </a:lnTo>
                <a:lnTo>
                  <a:pt x="5240655" y="43755"/>
                </a:lnTo>
                <a:lnTo>
                  <a:pt x="5490210" y="44820"/>
                </a:lnTo>
                <a:lnTo>
                  <a:pt x="5739765" y="45488"/>
                </a:lnTo>
                <a:lnTo>
                  <a:pt x="5989320" y="45720"/>
                </a:lnTo>
                <a:lnTo>
                  <a:pt x="5989320" y="67037"/>
                </a:lnTo>
                <a:lnTo>
                  <a:pt x="5739765" y="66805"/>
                </a:lnTo>
                <a:lnTo>
                  <a:pt x="5490210" y="66137"/>
                </a:lnTo>
                <a:lnTo>
                  <a:pt x="5240655" y="65072"/>
                </a:lnTo>
                <a:lnTo>
                  <a:pt x="4991100" y="63650"/>
                </a:lnTo>
                <a:lnTo>
                  <a:pt x="4741545" y="61910"/>
                </a:lnTo>
                <a:lnTo>
                  <a:pt x="4491990" y="59893"/>
                </a:lnTo>
                <a:lnTo>
                  <a:pt x="4242435" y="57637"/>
                </a:lnTo>
                <a:lnTo>
                  <a:pt x="3992880" y="55183"/>
                </a:lnTo>
                <a:lnTo>
                  <a:pt x="3743325" y="52570"/>
                </a:lnTo>
                <a:lnTo>
                  <a:pt x="3493770" y="49839"/>
                </a:lnTo>
                <a:lnTo>
                  <a:pt x="3244215" y="47027"/>
                </a:lnTo>
                <a:lnTo>
                  <a:pt x="2994660" y="44177"/>
                </a:lnTo>
                <a:lnTo>
                  <a:pt x="2745105" y="41326"/>
                </a:lnTo>
                <a:lnTo>
                  <a:pt x="2495550" y="38514"/>
                </a:lnTo>
                <a:lnTo>
                  <a:pt x="2245995" y="35783"/>
                </a:lnTo>
                <a:lnTo>
                  <a:pt x="1996440" y="33170"/>
                </a:lnTo>
                <a:lnTo>
                  <a:pt x="1746885" y="30716"/>
                </a:lnTo>
                <a:lnTo>
                  <a:pt x="1497330" y="28460"/>
                </a:lnTo>
                <a:lnTo>
                  <a:pt x="1247775" y="26443"/>
                </a:lnTo>
                <a:lnTo>
                  <a:pt x="998220" y="24703"/>
                </a:lnTo>
                <a:lnTo>
                  <a:pt x="748665" y="23281"/>
                </a:lnTo>
                <a:lnTo>
                  <a:pt x="499110" y="22216"/>
                </a:lnTo>
                <a:lnTo>
                  <a:pt x="249555" y="21548"/>
                </a:lnTo>
                <a:lnTo>
                  <a:pt x="0" y="21317"/>
                </a:lnTo>
                <a:close/>
              </a:path>
            </a:pathLst>
          </a:custGeom>
          <a:solidFill>
            <a:srgbClr val="9BDE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The market stream: every application's contribution, 2021-2036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Centred stream of global value by end-use application; thickness = US$ Mn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stacked area + centred baseline + direct labels  |  REPLACES: stacked column / stacked area</a:t>
            </a:r>
          </a:p>
        </p:txBody>
      </p:sp>
      <p:sp>
        <p:nvSpPr>
          <p:cNvPr id="7" name="Freeform 6"/>
          <p:cNvSpPr/>
          <p:nvPr/>
        </p:nvSpPr>
        <p:spPr>
          <a:xfrm>
            <a:off x="822960" y="1828800"/>
            <a:ext cx="8503920" cy="1438528"/>
          </a:xfrm>
          <a:custGeom>
            <a:avLst/>
            <a:gdLst/>
            <a:ahLst/>
            <a:cxnLst/>
            <a:rect l="l" t="t" r="r" b="b"/>
            <a:pathLst>
              <a:path w="8503920" h="1438528">
                <a:moveTo>
                  <a:pt x="0" y="1285984"/>
                </a:moveTo>
                <a:lnTo>
                  <a:pt x="70866" y="1284179"/>
                </a:lnTo>
                <a:lnTo>
                  <a:pt x="141732" y="1279420"/>
                </a:lnTo>
                <a:lnTo>
                  <a:pt x="212598" y="1272692"/>
                </a:lnTo>
                <a:lnTo>
                  <a:pt x="283464" y="1264980"/>
                </a:lnTo>
                <a:lnTo>
                  <a:pt x="354330" y="1257267"/>
                </a:lnTo>
                <a:lnTo>
                  <a:pt x="425196" y="1250539"/>
                </a:lnTo>
                <a:lnTo>
                  <a:pt x="496062" y="1245781"/>
                </a:lnTo>
                <a:lnTo>
                  <a:pt x="566928" y="1243976"/>
                </a:lnTo>
                <a:lnTo>
                  <a:pt x="637794" y="1242006"/>
                </a:lnTo>
                <a:lnTo>
                  <a:pt x="708660" y="1236815"/>
                </a:lnTo>
                <a:lnTo>
                  <a:pt x="779526" y="1229476"/>
                </a:lnTo>
                <a:lnTo>
                  <a:pt x="850392" y="1221062"/>
                </a:lnTo>
                <a:lnTo>
                  <a:pt x="921258" y="1212648"/>
                </a:lnTo>
                <a:lnTo>
                  <a:pt x="992124" y="1205309"/>
                </a:lnTo>
                <a:lnTo>
                  <a:pt x="1062990" y="1200118"/>
                </a:lnTo>
                <a:lnTo>
                  <a:pt x="1133856" y="1198148"/>
                </a:lnTo>
                <a:lnTo>
                  <a:pt x="1204722" y="1195986"/>
                </a:lnTo>
                <a:lnTo>
                  <a:pt x="1275588" y="1190286"/>
                </a:lnTo>
                <a:lnTo>
                  <a:pt x="1346454" y="1182227"/>
                </a:lnTo>
                <a:lnTo>
                  <a:pt x="1417320" y="1172989"/>
                </a:lnTo>
                <a:lnTo>
                  <a:pt x="1488186" y="1163750"/>
                </a:lnTo>
                <a:lnTo>
                  <a:pt x="1559052" y="1155691"/>
                </a:lnTo>
                <a:lnTo>
                  <a:pt x="1629918" y="1149991"/>
                </a:lnTo>
                <a:lnTo>
                  <a:pt x="1700784" y="1147829"/>
                </a:lnTo>
                <a:lnTo>
                  <a:pt x="1771650" y="1145477"/>
                </a:lnTo>
                <a:lnTo>
                  <a:pt x="1842516" y="1139276"/>
                </a:lnTo>
                <a:lnTo>
                  <a:pt x="1913382" y="1130510"/>
                </a:lnTo>
                <a:lnTo>
                  <a:pt x="1984248" y="1120461"/>
                </a:lnTo>
                <a:lnTo>
                  <a:pt x="2055114" y="1110411"/>
                </a:lnTo>
                <a:lnTo>
                  <a:pt x="2125980" y="1101645"/>
                </a:lnTo>
                <a:lnTo>
                  <a:pt x="2196846" y="1095445"/>
                </a:lnTo>
                <a:lnTo>
                  <a:pt x="2267712" y="1093093"/>
                </a:lnTo>
                <a:lnTo>
                  <a:pt x="2338578" y="1090391"/>
                </a:lnTo>
                <a:lnTo>
                  <a:pt x="2409444" y="1083270"/>
                </a:lnTo>
                <a:lnTo>
                  <a:pt x="2480310" y="1073202"/>
                </a:lnTo>
                <a:lnTo>
                  <a:pt x="2551176" y="1061660"/>
                </a:lnTo>
                <a:lnTo>
                  <a:pt x="2622042" y="1050119"/>
                </a:lnTo>
                <a:lnTo>
                  <a:pt x="2692908" y="1040051"/>
                </a:lnTo>
                <a:lnTo>
                  <a:pt x="2763774" y="1032929"/>
                </a:lnTo>
                <a:lnTo>
                  <a:pt x="2834640" y="1030228"/>
                </a:lnTo>
                <a:lnTo>
                  <a:pt x="2905506" y="1027289"/>
                </a:lnTo>
                <a:lnTo>
                  <a:pt x="2976372" y="1019542"/>
                </a:lnTo>
                <a:lnTo>
                  <a:pt x="3047238" y="1008588"/>
                </a:lnTo>
                <a:lnTo>
                  <a:pt x="3118104" y="996032"/>
                </a:lnTo>
                <a:lnTo>
                  <a:pt x="3188970" y="983475"/>
                </a:lnTo>
                <a:lnTo>
                  <a:pt x="3259836" y="972522"/>
                </a:lnTo>
                <a:lnTo>
                  <a:pt x="3330702" y="964774"/>
                </a:lnTo>
                <a:lnTo>
                  <a:pt x="3401568" y="961836"/>
                </a:lnTo>
                <a:lnTo>
                  <a:pt x="3472434" y="958635"/>
                </a:lnTo>
                <a:lnTo>
                  <a:pt x="3543300" y="950195"/>
                </a:lnTo>
                <a:lnTo>
                  <a:pt x="3614166" y="938264"/>
                </a:lnTo>
                <a:lnTo>
                  <a:pt x="3685032" y="924586"/>
                </a:lnTo>
                <a:lnTo>
                  <a:pt x="3755898" y="910909"/>
                </a:lnTo>
                <a:lnTo>
                  <a:pt x="3826764" y="898977"/>
                </a:lnTo>
                <a:lnTo>
                  <a:pt x="3897630" y="890538"/>
                </a:lnTo>
                <a:lnTo>
                  <a:pt x="3968496" y="887337"/>
                </a:lnTo>
                <a:lnTo>
                  <a:pt x="4039362" y="883865"/>
                </a:lnTo>
                <a:lnTo>
                  <a:pt x="4110228" y="874711"/>
                </a:lnTo>
                <a:lnTo>
                  <a:pt x="4181094" y="861770"/>
                </a:lnTo>
                <a:lnTo>
                  <a:pt x="4251960" y="846936"/>
                </a:lnTo>
                <a:lnTo>
                  <a:pt x="4322826" y="832101"/>
                </a:lnTo>
                <a:lnTo>
                  <a:pt x="4393692" y="819160"/>
                </a:lnTo>
                <a:lnTo>
                  <a:pt x="4464558" y="810007"/>
                </a:lnTo>
                <a:lnTo>
                  <a:pt x="4535424" y="806535"/>
                </a:lnTo>
                <a:lnTo>
                  <a:pt x="4606290" y="802716"/>
                </a:lnTo>
                <a:lnTo>
                  <a:pt x="4677156" y="792648"/>
                </a:lnTo>
                <a:lnTo>
                  <a:pt x="4748022" y="778414"/>
                </a:lnTo>
                <a:lnTo>
                  <a:pt x="4818888" y="762098"/>
                </a:lnTo>
                <a:lnTo>
                  <a:pt x="4889754" y="745781"/>
                </a:lnTo>
                <a:lnTo>
                  <a:pt x="4960620" y="731547"/>
                </a:lnTo>
                <a:lnTo>
                  <a:pt x="5031486" y="721479"/>
                </a:lnTo>
                <a:lnTo>
                  <a:pt x="5102352" y="717661"/>
                </a:lnTo>
                <a:lnTo>
                  <a:pt x="5173218" y="713458"/>
                </a:lnTo>
                <a:lnTo>
                  <a:pt x="5244084" y="702377"/>
                </a:lnTo>
                <a:lnTo>
                  <a:pt x="5314950" y="686712"/>
                </a:lnTo>
                <a:lnTo>
                  <a:pt x="5385816" y="668754"/>
                </a:lnTo>
                <a:lnTo>
                  <a:pt x="5456682" y="650797"/>
                </a:lnTo>
                <a:lnTo>
                  <a:pt x="5527548" y="635131"/>
                </a:lnTo>
                <a:lnTo>
                  <a:pt x="5598414" y="624051"/>
                </a:lnTo>
                <a:lnTo>
                  <a:pt x="5669280" y="619848"/>
                </a:lnTo>
                <a:lnTo>
                  <a:pt x="5740146" y="615258"/>
                </a:lnTo>
                <a:lnTo>
                  <a:pt x="5811012" y="603157"/>
                </a:lnTo>
                <a:lnTo>
                  <a:pt x="5881878" y="586049"/>
                </a:lnTo>
                <a:lnTo>
                  <a:pt x="5952744" y="566438"/>
                </a:lnTo>
                <a:lnTo>
                  <a:pt x="6023610" y="546826"/>
                </a:lnTo>
                <a:lnTo>
                  <a:pt x="6094476" y="529718"/>
                </a:lnTo>
                <a:lnTo>
                  <a:pt x="6165342" y="517617"/>
                </a:lnTo>
                <a:lnTo>
                  <a:pt x="6236208" y="513027"/>
                </a:lnTo>
                <a:lnTo>
                  <a:pt x="6307074" y="508063"/>
                </a:lnTo>
                <a:lnTo>
                  <a:pt x="6377940" y="494974"/>
                </a:lnTo>
                <a:lnTo>
                  <a:pt x="6448806" y="476468"/>
                </a:lnTo>
                <a:lnTo>
                  <a:pt x="6519672" y="455255"/>
                </a:lnTo>
                <a:lnTo>
                  <a:pt x="6590538" y="434042"/>
                </a:lnTo>
                <a:lnTo>
                  <a:pt x="6661404" y="415537"/>
                </a:lnTo>
                <a:lnTo>
                  <a:pt x="6732270" y="402448"/>
                </a:lnTo>
                <a:lnTo>
                  <a:pt x="6803136" y="397483"/>
                </a:lnTo>
                <a:lnTo>
                  <a:pt x="6874002" y="392148"/>
                </a:lnTo>
                <a:lnTo>
                  <a:pt x="6944868" y="378083"/>
                </a:lnTo>
                <a:lnTo>
                  <a:pt x="7015734" y="358198"/>
                </a:lnTo>
                <a:lnTo>
                  <a:pt x="7086600" y="335403"/>
                </a:lnTo>
                <a:lnTo>
                  <a:pt x="7157466" y="312608"/>
                </a:lnTo>
                <a:lnTo>
                  <a:pt x="7228332" y="292723"/>
                </a:lnTo>
                <a:lnTo>
                  <a:pt x="7299198" y="278658"/>
                </a:lnTo>
                <a:lnTo>
                  <a:pt x="7370064" y="273323"/>
                </a:lnTo>
                <a:lnTo>
                  <a:pt x="7440930" y="267627"/>
                </a:lnTo>
                <a:lnTo>
                  <a:pt x="7511796" y="252611"/>
                </a:lnTo>
                <a:lnTo>
                  <a:pt x="7582662" y="231382"/>
                </a:lnTo>
                <a:lnTo>
                  <a:pt x="7653528" y="207047"/>
                </a:lnTo>
                <a:lnTo>
                  <a:pt x="7724394" y="182711"/>
                </a:lnTo>
                <a:lnTo>
                  <a:pt x="7795260" y="161482"/>
                </a:lnTo>
                <a:lnTo>
                  <a:pt x="7866126" y="146466"/>
                </a:lnTo>
                <a:lnTo>
                  <a:pt x="7936992" y="140771"/>
                </a:lnTo>
                <a:lnTo>
                  <a:pt x="8007858" y="134722"/>
                </a:lnTo>
                <a:lnTo>
                  <a:pt x="8078724" y="118775"/>
                </a:lnTo>
                <a:lnTo>
                  <a:pt x="8149590" y="96230"/>
                </a:lnTo>
                <a:lnTo>
                  <a:pt x="8220456" y="70385"/>
                </a:lnTo>
                <a:lnTo>
                  <a:pt x="8291322" y="44540"/>
                </a:lnTo>
                <a:lnTo>
                  <a:pt x="8362188" y="21995"/>
                </a:lnTo>
                <a:lnTo>
                  <a:pt x="8433054" y="6048"/>
                </a:lnTo>
                <a:lnTo>
                  <a:pt x="8503920" y="0"/>
                </a:lnTo>
                <a:lnTo>
                  <a:pt x="8503920" y="397349"/>
                </a:lnTo>
                <a:lnTo>
                  <a:pt x="8433054" y="402268"/>
                </a:lnTo>
                <a:lnTo>
                  <a:pt x="8362188" y="415235"/>
                </a:lnTo>
                <a:lnTo>
                  <a:pt x="8291322" y="433567"/>
                </a:lnTo>
                <a:lnTo>
                  <a:pt x="8220456" y="454583"/>
                </a:lnTo>
                <a:lnTo>
                  <a:pt x="8149590" y="475598"/>
                </a:lnTo>
                <a:lnTo>
                  <a:pt x="8078724" y="493931"/>
                </a:lnTo>
                <a:lnTo>
                  <a:pt x="8007858" y="506898"/>
                </a:lnTo>
                <a:lnTo>
                  <a:pt x="7936992" y="511816"/>
                </a:lnTo>
                <a:lnTo>
                  <a:pt x="7866126" y="516443"/>
                </a:lnTo>
                <a:lnTo>
                  <a:pt x="7795260" y="528642"/>
                </a:lnTo>
                <a:lnTo>
                  <a:pt x="7724394" y="545888"/>
                </a:lnTo>
                <a:lnTo>
                  <a:pt x="7653528" y="565657"/>
                </a:lnTo>
                <a:lnTo>
                  <a:pt x="7582662" y="585427"/>
                </a:lnTo>
                <a:lnTo>
                  <a:pt x="7511796" y="602673"/>
                </a:lnTo>
                <a:lnTo>
                  <a:pt x="7440930" y="614871"/>
                </a:lnTo>
                <a:lnTo>
                  <a:pt x="7370064" y="619498"/>
                </a:lnTo>
                <a:lnTo>
                  <a:pt x="7299198" y="623828"/>
                </a:lnTo>
                <a:lnTo>
                  <a:pt x="7228332" y="635242"/>
                </a:lnTo>
                <a:lnTo>
                  <a:pt x="7157466" y="651378"/>
                </a:lnTo>
                <a:lnTo>
                  <a:pt x="7086600" y="669877"/>
                </a:lnTo>
                <a:lnTo>
                  <a:pt x="7015734" y="688375"/>
                </a:lnTo>
                <a:lnTo>
                  <a:pt x="6944868" y="704512"/>
                </a:lnTo>
                <a:lnTo>
                  <a:pt x="6874002" y="715925"/>
                </a:lnTo>
                <a:lnTo>
                  <a:pt x="6803136" y="720255"/>
                </a:lnTo>
                <a:lnTo>
                  <a:pt x="6732270" y="724281"/>
                </a:lnTo>
                <a:lnTo>
                  <a:pt x="6661404" y="734895"/>
                </a:lnTo>
                <a:lnTo>
                  <a:pt x="6590538" y="749902"/>
                </a:lnTo>
                <a:lnTo>
                  <a:pt x="6519672" y="767104"/>
                </a:lnTo>
                <a:lnTo>
                  <a:pt x="6448806" y="784307"/>
                </a:lnTo>
                <a:lnTo>
                  <a:pt x="6377940" y="799313"/>
                </a:lnTo>
                <a:lnTo>
                  <a:pt x="6307074" y="809928"/>
                </a:lnTo>
                <a:lnTo>
                  <a:pt x="6236208" y="813954"/>
                </a:lnTo>
                <a:lnTo>
                  <a:pt x="6165342" y="817672"/>
                </a:lnTo>
                <a:lnTo>
                  <a:pt x="6094476" y="827475"/>
                </a:lnTo>
                <a:lnTo>
                  <a:pt x="6023610" y="841334"/>
                </a:lnTo>
                <a:lnTo>
                  <a:pt x="5952744" y="857221"/>
                </a:lnTo>
                <a:lnTo>
                  <a:pt x="5881878" y="873109"/>
                </a:lnTo>
                <a:lnTo>
                  <a:pt x="5811012" y="886968"/>
                </a:lnTo>
                <a:lnTo>
                  <a:pt x="5740146" y="896771"/>
                </a:lnTo>
                <a:lnTo>
                  <a:pt x="5669280" y="900489"/>
                </a:lnTo>
                <a:lnTo>
                  <a:pt x="5598414" y="903888"/>
                </a:lnTo>
                <a:lnTo>
                  <a:pt x="5527548" y="912850"/>
                </a:lnTo>
                <a:lnTo>
                  <a:pt x="5456682" y="925520"/>
                </a:lnTo>
                <a:lnTo>
                  <a:pt x="5385816" y="940045"/>
                </a:lnTo>
                <a:lnTo>
                  <a:pt x="5314950" y="954569"/>
                </a:lnTo>
                <a:lnTo>
                  <a:pt x="5244084" y="967239"/>
                </a:lnTo>
                <a:lnTo>
                  <a:pt x="5173218" y="976201"/>
                </a:lnTo>
                <a:lnTo>
                  <a:pt x="5102352" y="979600"/>
                </a:lnTo>
                <a:lnTo>
                  <a:pt x="5031486" y="982686"/>
                </a:lnTo>
                <a:lnTo>
                  <a:pt x="4960620" y="990822"/>
                </a:lnTo>
                <a:lnTo>
                  <a:pt x="4889754" y="1002325"/>
                </a:lnTo>
                <a:lnTo>
                  <a:pt x="4818888" y="1015511"/>
                </a:lnTo>
                <a:lnTo>
                  <a:pt x="4748022" y="1028697"/>
                </a:lnTo>
                <a:lnTo>
                  <a:pt x="4677156" y="1040200"/>
                </a:lnTo>
                <a:lnTo>
                  <a:pt x="4606290" y="1048336"/>
                </a:lnTo>
                <a:lnTo>
                  <a:pt x="4535424" y="1051422"/>
                </a:lnTo>
                <a:lnTo>
                  <a:pt x="4464558" y="1054225"/>
                </a:lnTo>
                <a:lnTo>
                  <a:pt x="4393692" y="1061613"/>
                </a:lnTo>
                <a:lnTo>
                  <a:pt x="4322826" y="1072058"/>
                </a:lnTo>
                <a:lnTo>
                  <a:pt x="4251960" y="1084032"/>
                </a:lnTo>
                <a:lnTo>
                  <a:pt x="4181094" y="1096006"/>
                </a:lnTo>
                <a:lnTo>
                  <a:pt x="4110228" y="1106452"/>
                </a:lnTo>
                <a:lnTo>
                  <a:pt x="4039362" y="1113840"/>
                </a:lnTo>
                <a:lnTo>
                  <a:pt x="3968496" y="1116642"/>
                </a:lnTo>
                <a:lnTo>
                  <a:pt x="3897630" y="1119226"/>
                </a:lnTo>
                <a:lnTo>
                  <a:pt x="3826764" y="1126039"/>
                </a:lnTo>
                <a:lnTo>
                  <a:pt x="3755898" y="1135670"/>
                </a:lnTo>
                <a:lnTo>
                  <a:pt x="3685032" y="1146710"/>
                </a:lnTo>
                <a:lnTo>
                  <a:pt x="3614166" y="1157751"/>
                </a:lnTo>
                <a:lnTo>
                  <a:pt x="3543300" y="1167382"/>
                </a:lnTo>
                <a:lnTo>
                  <a:pt x="3472434" y="1174195"/>
                </a:lnTo>
                <a:lnTo>
                  <a:pt x="3401568" y="1176779"/>
                </a:lnTo>
                <a:lnTo>
                  <a:pt x="3330702" y="1179150"/>
                </a:lnTo>
                <a:lnTo>
                  <a:pt x="3259836" y="1185404"/>
                </a:lnTo>
                <a:lnTo>
                  <a:pt x="3188970" y="1194244"/>
                </a:lnTo>
                <a:lnTo>
                  <a:pt x="3118104" y="1204378"/>
                </a:lnTo>
                <a:lnTo>
                  <a:pt x="3047238" y="1214513"/>
                </a:lnTo>
                <a:lnTo>
                  <a:pt x="2976372" y="1223353"/>
                </a:lnTo>
                <a:lnTo>
                  <a:pt x="2905506" y="1229606"/>
                </a:lnTo>
                <a:lnTo>
                  <a:pt x="2834640" y="1231978"/>
                </a:lnTo>
                <a:lnTo>
                  <a:pt x="2763774" y="1234158"/>
                </a:lnTo>
                <a:lnTo>
                  <a:pt x="2692908" y="1239905"/>
                </a:lnTo>
                <a:lnTo>
                  <a:pt x="2622042" y="1248030"/>
                </a:lnTo>
                <a:lnTo>
                  <a:pt x="2551176" y="1257343"/>
                </a:lnTo>
                <a:lnTo>
                  <a:pt x="2480310" y="1266657"/>
                </a:lnTo>
                <a:lnTo>
                  <a:pt x="2409444" y="1274782"/>
                </a:lnTo>
                <a:lnTo>
                  <a:pt x="2338578" y="1280529"/>
                </a:lnTo>
                <a:lnTo>
                  <a:pt x="2267712" y="1282709"/>
                </a:lnTo>
                <a:lnTo>
                  <a:pt x="2196846" y="1284607"/>
                </a:lnTo>
                <a:lnTo>
                  <a:pt x="2125980" y="1289612"/>
                </a:lnTo>
                <a:lnTo>
                  <a:pt x="2055114" y="1296688"/>
                </a:lnTo>
                <a:lnTo>
                  <a:pt x="1984248" y="1304799"/>
                </a:lnTo>
                <a:lnTo>
                  <a:pt x="1913382" y="1312910"/>
                </a:lnTo>
                <a:lnTo>
                  <a:pt x="1842516" y="1319986"/>
                </a:lnTo>
                <a:lnTo>
                  <a:pt x="1771650" y="1324991"/>
                </a:lnTo>
                <a:lnTo>
                  <a:pt x="1700784" y="1326889"/>
                </a:lnTo>
                <a:lnTo>
                  <a:pt x="1629918" y="1328634"/>
                </a:lnTo>
                <a:lnTo>
                  <a:pt x="1559052" y="1333233"/>
                </a:lnTo>
                <a:lnTo>
                  <a:pt x="1488186" y="1339735"/>
                </a:lnTo>
                <a:lnTo>
                  <a:pt x="1417320" y="1347189"/>
                </a:lnTo>
                <a:lnTo>
                  <a:pt x="1346454" y="1354643"/>
                </a:lnTo>
                <a:lnTo>
                  <a:pt x="1275588" y="1361145"/>
                </a:lnTo>
                <a:lnTo>
                  <a:pt x="1204722" y="1365745"/>
                </a:lnTo>
                <a:lnTo>
                  <a:pt x="1133856" y="1367489"/>
                </a:lnTo>
                <a:lnTo>
                  <a:pt x="1062990" y="1369080"/>
                </a:lnTo>
                <a:lnTo>
                  <a:pt x="992124" y="1373275"/>
                </a:lnTo>
                <a:lnTo>
                  <a:pt x="921258" y="1379205"/>
                </a:lnTo>
                <a:lnTo>
                  <a:pt x="850392" y="1386002"/>
                </a:lnTo>
                <a:lnTo>
                  <a:pt x="779526" y="1392800"/>
                </a:lnTo>
                <a:lnTo>
                  <a:pt x="708660" y="1398730"/>
                </a:lnTo>
                <a:lnTo>
                  <a:pt x="637794" y="1402925"/>
                </a:lnTo>
                <a:lnTo>
                  <a:pt x="566928" y="1404516"/>
                </a:lnTo>
                <a:lnTo>
                  <a:pt x="496062" y="1405977"/>
                </a:lnTo>
                <a:lnTo>
                  <a:pt x="425196" y="1409830"/>
                </a:lnTo>
                <a:lnTo>
                  <a:pt x="354330" y="1415277"/>
                </a:lnTo>
                <a:lnTo>
                  <a:pt x="283464" y="1421522"/>
                </a:lnTo>
                <a:lnTo>
                  <a:pt x="212598" y="1427766"/>
                </a:lnTo>
                <a:lnTo>
                  <a:pt x="141732" y="1433213"/>
                </a:lnTo>
                <a:lnTo>
                  <a:pt x="70866" y="1437066"/>
                </a:lnTo>
                <a:lnTo>
                  <a:pt x="0" y="1438528"/>
                </a:lnTo>
                <a:close/>
              </a:path>
            </a:pathLst>
          </a:custGeom>
          <a:solidFill>
            <a:srgbClr val="2EC4F1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862882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2EC4F1"/>
                </a:solidFill>
                <a:latin typeface="Calibri"/>
              </a:rPr>
              <a:t>Automotive &amp; Transportation  1,110</a:t>
            </a:r>
          </a:p>
        </p:txBody>
      </p:sp>
      <p:sp>
        <p:nvSpPr>
          <p:cNvPr id="9" name="Freeform 8"/>
          <p:cNvSpPr/>
          <p:nvPr/>
        </p:nvSpPr>
        <p:spPr>
          <a:xfrm>
            <a:off x="822960" y="2226149"/>
            <a:ext cx="8503920" cy="1209197"/>
          </a:xfrm>
          <a:custGeom>
            <a:avLst/>
            <a:gdLst/>
            <a:ahLst/>
            <a:cxnLst/>
            <a:rect l="l" t="t" r="r" b="b"/>
            <a:pathLst>
              <a:path w="8503920" h="1209197">
                <a:moveTo>
                  <a:pt x="0" y="1041179"/>
                </a:moveTo>
                <a:lnTo>
                  <a:pt x="70866" y="1039717"/>
                </a:lnTo>
                <a:lnTo>
                  <a:pt x="141732" y="1035864"/>
                </a:lnTo>
                <a:lnTo>
                  <a:pt x="212598" y="1030417"/>
                </a:lnTo>
                <a:lnTo>
                  <a:pt x="283464" y="1024173"/>
                </a:lnTo>
                <a:lnTo>
                  <a:pt x="354330" y="1017928"/>
                </a:lnTo>
                <a:lnTo>
                  <a:pt x="425196" y="1012481"/>
                </a:lnTo>
                <a:lnTo>
                  <a:pt x="496062" y="1008628"/>
                </a:lnTo>
                <a:lnTo>
                  <a:pt x="566928" y="1007167"/>
                </a:lnTo>
                <a:lnTo>
                  <a:pt x="637794" y="1005576"/>
                </a:lnTo>
                <a:lnTo>
                  <a:pt x="708660" y="1001381"/>
                </a:lnTo>
                <a:lnTo>
                  <a:pt x="779526" y="995451"/>
                </a:lnTo>
                <a:lnTo>
                  <a:pt x="850392" y="988653"/>
                </a:lnTo>
                <a:lnTo>
                  <a:pt x="921258" y="981856"/>
                </a:lnTo>
                <a:lnTo>
                  <a:pt x="992124" y="975926"/>
                </a:lnTo>
                <a:lnTo>
                  <a:pt x="1062990" y="971731"/>
                </a:lnTo>
                <a:lnTo>
                  <a:pt x="1133856" y="970140"/>
                </a:lnTo>
                <a:lnTo>
                  <a:pt x="1204722" y="968396"/>
                </a:lnTo>
                <a:lnTo>
                  <a:pt x="1275588" y="963796"/>
                </a:lnTo>
                <a:lnTo>
                  <a:pt x="1346454" y="957294"/>
                </a:lnTo>
                <a:lnTo>
                  <a:pt x="1417320" y="949840"/>
                </a:lnTo>
                <a:lnTo>
                  <a:pt x="1488186" y="942386"/>
                </a:lnTo>
                <a:lnTo>
                  <a:pt x="1559052" y="935884"/>
                </a:lnTo>
                <a:lnTo>
                  <a:pt x="1629918" y="931285"/>
                </a:lnTo>
                <a:lnTo>
                  <a:pt x="1700784" y="929540"/>
                </a:lnTo>
                <a:lnTo>
                  <a:pt x="1771650" y="927642"/>
                </a:lnTo>
                <a:lnTo>
                  <a:pt x="1842516" y="922637"/>
                </a:lnTo>
                <a:lnTo>
                  <a:pt x="1913382" y="915561"/>
                </a:lnTo>
                <a:lnTo>
                  <a:pt x="1984248" y="907450"/>
                </a:lnTo>
                <a:lnTo>
                  <a:pt x="2055114" y="899339"/>
                </a:lnTo>
                <a:lnTo>
                  <a:pt x="2125980" y="892263"/>
                </a:lnTo>
                <a:lnTo>
                  <a:pt x="2196846" y="887258"/>
                </a:lnTo>
                <a:lnTo>
                  <a:pt x="2267712" y="885360"/>
                </a:lnTo>
                <a:lnTo>
                  <a:pt x="2338578" y="883180"/>
                </a:lnTo>
                <a:lnTo>
                  <a:pt x="2409444" y="877433"/>
                </a:lnTo>
                <a:lnTo>
                  <a:pt x="2480310" y="869308"/>
                </a:lnTo>
                <a:lnTo>
                  <a:pt x="2551176" y="859994"/>
                </a:lnTo>
                <a:lnTo>
                  <a:pt x="2622042" y="850681"/>
                </a:lnTo>
                <a:lnTo>
                  <a:pt x="2692908" y="842556"/>
                </a:lnTo>
                <a:lnTo>
                  <a:pt x="2763774" y="836809"/>
                </a:lnTo>
                <a:lnTo>
                  <a:pt x="2834640" y="834629"/>
                </a:lnTo>
                <a:lnTo>
                  <a:pt x="2905506" y="832257"/>
                </a:lnTo>
                <a:lnTo>
                  <a:pt x="2976372" y="826004"/>
                </a:lnTo>
                <a:lnTo>
                  <a:pt x="3047238" y="817164"/>
                </a:lnTo>
                <a:lnTo>
                  <a:pt x="3118104" y="807029"/>
                </a:lnTo>
                <a:lnTo>
                  <a:pt x="3188970" y="796895"/>
                </a:lnTo>
                <a:lnTo>
                  <a:pt x="3259836" y="788055"/>
                </a:lnTo>
                <a:lnTo>
                  <a:pt x="3330702" y="781801"/>
                </a:lnTo>
                <a:lnTo>
                  <a:pt x="3401568" y="779430"/>
                </a:lnTo>
                <a:lnTo>
                  <a:pt x="3472434" y="776846"/>
                </a:lnTo>
                <a:lnTo>
                  <a:pt x="3543300" y="770033"/>
                </a:lnTo>
                <a:lnTo>
                  <a:pt x="3614166" y="760402"/>
                </a:lnTo>
                <a:lnTo>
                  <a:pt x="3685032" y="749361"/>
                </a:lnTo>
                <a:lnTo>
                  <a:pt x="3755898" y="738321"/>
                </a:lnTo>
                <a:lnTo>
                  <a:pt x="3826764" y="728690"/>
                </a:lnTo>
                <a:lnTo>
                  <a:pt x="3897630" y="721877"/>
                </a:lnTo>
                <a:lnTo>
                  <a:pt x="3968496" y="719293"/>
                </a:lnTo>
                <a:lnTo>
                  <a:pt x="4039362" y="716491"/>
                </a:lnTo>
                <a:lnTo>
                  <a:pt x="4110228" y="709103"/>
                </a:lnTo>
                <a:lnTo>
                  <a:pt x="4181094" y="698657"/>
                </a:lnTo>
                <a:lnTo>
                  <a:pt x="4251960" y="686683"/>
                </a:lnTo>
                <a:lnTo>
                  <a:pt x="4322826" y="674709"/>
                </a:lnTo>
                <a:lnTo>
                  <a:pt x="4393692" y="664264"/>
                </a:lnTo>
                <a:lnTo>
                  <a:pt x="4464558" y="656876"/>
                </a:lnTo>
                <a:lnTo>
                  <a:pt x="4535424" y="654073"/>
                </a:lnTo>
                <a:lnTo>
                  <a:pt x="4606290" y="650987"/>
                </a:lnTo>
                <a:lnTo>
                  <a:pt x="4677156" y="642851"/>
                </a:lnTo>
                <a:lnTo>
                  <a:pt x="4748022" y="631348"/>
                </a:lnTo>
                <a:lnTo>
                  <a:pt x="4818888" y="618162"/>
                </a:lnTo>
                <a:lnTo>
                  <a:pt x="4889754" y="604976"/>
                </a:lnTo>
                <a:lnTo>
                  <a:pt x="4960620" y="593473"/>
                </a:lnTo>
                <a:lnTo>
                  <a:pt x="5031486" y="585337"/>
                </a:lnTo>
                <a:lnTo>
                  <a:pt x="5102352" y="582251"/>
                </a:lnTo>
                <a:lnTo>
                  <a:pt x="5173218" y="578852"/>
                </a:lnTo>
                <a:lnTo>
                  <a:pt x="5244084" y="569890"/>
                </a:lnTo>
                <a:lnTo>
                  <a:pt x="5314950" y="557220"/>
                </a:lnTo>
                <a:lnTo>
                  <a:pt x="5385816" y="542696"/>
                </a:lnTo>
                <a:lnTo>
                  <a:pt x="5456682" y="528171"/>
                </a:lnTo>
                <a:lnTo>
                  <a:pt x="5527548" y="515501"/>
                </a:lnTo>
                <a:lnTo>
                  <a:pt x="5598414" y="506539"/>
                </a:lnTo>
                <a:lnTo>
                  <a:pt x="5669280" y="503140"/>
                </a:lnTo>
                <a:lnTo>
                  <a:pt x="5740146" y="499422"/>
                </a:lnTo>
                <a:lnTo>
                  <a:pt x="5811012" y="489619"/>
                </a:lnTo>
                <a:lnTo>
                  <a:pt x="5881878" y="475760"/>
                </a:lnTo>
                <a:lnTo>
                  <a:pt x="5952744" y="459872"/>
                </a:lnTo>
                <a:lnTo>
                  <a:pt x="6023610" y="443985"/>
                </a:lnTo>
                <a:lnTo>
                  <a:pt x="6094476" y="430126"/>
                </a:lnTo>
                <a:lnTo>
                  <a:pt x="6165342" y="420323"/>
                </a:lnTo>
                <a:lnTo>
                  <a:pt x="6236208" y="416605"/>
                </a:lnTo>
                <a:lnTo>
                  <a:pt x="6307074" y="412579"/>
                </a:lnTo>
                <a:lnTo>
                  <a:pt x="6377940" y="401964"/>
                </a:lnTo>
                <a:lnTo>
                  <a:pt x="6448806" y="386958"/>
                </a:lnTo>
                <a:lnTo>
                  <a:pt x="6519672" y="369755"/>
                </a:lnTo>
                <a:lnTo>
                  <a:pt x="6590538" y="352553"/>
                </a:lnTo>
                <a:lnTo>
                  <a:pt x="6661404" y="337546"/>
                </a:lnTo>
                <a:lnTo>
                  <a:pt x="6732270" y="326932"/>
                </a:lnTo>
                <a:lnTo>
                  <a:pt x="6803136" y="322906"/>
                </a:lnTo>
                <a:lnTo>
                  <a:pt x="6874002" y="318576"/>
                </a:lnTo>
                <a:lnTo>
                  <a:pt x="6944868" y="307163"/>
                </a:lnTo>
                <a:lnTo>
                  <a:pt x="7015734" y="291026"/>
                </a:lnTo>
                <a:lnTo>
                  <a:pt x="7086600" y="272528"/>
                </a:lnTo>
                <a:lnTo>
                  <a:pt x="7157466" y="254029"/>
                </a:lnTo>
                <a:lnTo>
                  <a:pt x="7228332" y="237893"/>
                </a:lnTo>
                <a:lnTo>
                  <a:pt x="7299198" y="226479"/>
                </a:lnTo>
                <a:lnTo>
                  <a:pt x="7370064" y="222149"/>
                </a:lnTo>
                <a:lnTo>
                  <a:pt x="7440930" y="217522"/>
                </a:lnTo>
                <a:lnTo>
                  <a:pt x="7511796" y="205324"/>
                </a:lnTo>
                <a:lnTo>
                  <a:pt x="7582662" y="188078"/>
                </a:lnTo>
                <a:lnTo>
                  <a:pt x="7653528" y="168308"/>
                </a:lnTo>
                <a:lnTo>
                  <a:pt x="7724394" y="148539"/>
                </a:lnTo>
                <a:lnTo>
                  <a:pt x="7795260" y="131293"/>
                </a:lnTo>
                <a:lnTo>
                  <a:pt x="7866126" y="119094"/>
                </a:lnTo>
                <a:lnTo>
                  <a:pt x="7936992" y="114467"/>
                </a:lnTo>
                <a:lnTo>
                  <a:pt x="8007858" y="109549"/>
                </a:lnTo>
                <a:lnTo>
                  <a:pt x="8078724" y="96582"/>
                </a:lnTo>
                <a:lnTo>
                  <a:pt x="8149590" y="78249"/>
                </a:lnTo>
                <a:lnTo>
                  <a:pt x="8220456" y="57234"/>
                </a:lnTo>
                <a:lnTo>
                  <a:pt x="8291322" y="36218"/>
                </a:lnTo>
                <a:lnTo>
                  <a:pt x="8362188" y="17886"/>
                </a:lnTo>
                <a:lnTo>
                  <a:pt x="8433054" y="4919"/>
                </a:lnTo>
                <a:lnTo>
                  <a:pt x="8503920" y="0"/>
                </a:lnTo>
                <a:lnTo>
                  <a:pt x="8503920" y="484831"/>
                </a:lnTo>
                <a:lnTo>
                  <a:pt x="8433054" y="488217"/>
                </a:lnTo>
                <a:lnTo>
                  <a:pt x="8362188" y="497141"/>
                </a:lnTo>
                <a:lnTo>
                  <a:pt x="8291322" y="509758"/>
                </a:lnTo>
                <a:lnTo>
                  <a:pt x="8220456" y="524222"/>
                </a:lnTo>
                <a:lnTo>
                  <a:pt x="8149590" y="538686"/>
                </a:lnTo>
                <a:lnTo>
                  <a:pt x="8078724" y="551303"/>
                </a:lnTo>
                <a:lnTo>
                  <a:pt x="8007858" y="560227"/>
                </a:lnTo>
                <a:lnTo>
                  <a:pt x="7936992" y="563613"/>
                </a:lnTo>
                <a:lnTo>
                  <a:pt x="7866126" y="566800"/>
                </a:lnTo>
                <a:lnTo>
                  <a:pt x="7795260" y="575203"/>
                </a:lnTo>
                <a:lnTo>
                  <a:pt x="7724394" y="587082"/>
                </a:lnTo>
                <a:lnTo>
                  <a:pt x="7653528" y="600700"/>
                </a:lnTo>
                <a:lnTo>
                  <a:pt x="7582662" y="614318"/>
                </a:lnTo>
                <a:lnTo>
                  <a:pt x="7511796" y="626198"/>
                </a:lnTo>
                <a:lnTo>
                  <a:pt x="7440930" y="634601"/>
                </a:lnTo>
                <a:lnTo>
                  <a:pt x="7370064" y="637788"/>
                </a:lnTo>
                <a:lnTo>
                  <a:pt x="7299198" y="640774"/>
                </a:lnTo>
                <a:lnTo>
                  <a:pt x="7228332" y="648646"/>
                </a:lnTo>
                <a:lnTo>
                  <a:pt x="7157466" y="659776"/>
                </a:lnTo>
                <a:lnTo>
                  <a:pt x="7086600" y="672535"/>
                </a:lnTo>
                <a:lnTo>
                  <a:pt x="7015734" y="685293"/>
                </a:lnTo>
                <a:lnTo>
                  <a:pt x="6944868" y="696423"/>
                </a:lnTo>
                <a:lnTo>
                  <a:pt x="6874002" y="704295"/>
                </a:lnTo>
                <a:lnTo>
                  <a:pt x="6803136" y="707281"/>
                </a:lnTo>
                <a:lnTo>
                  <a:pt x="6732270" y="710063"/>
                </a:lnTo>
                <a:lnTo>
                  <a:pt x="6661404" y="717396"/>
                </a:lnTo>
                <a:lnTo>
                  <a:pt x="6590538" y="727764"/>
                </a:lnTo>
                <a:lnTo>
                  <a:pt x="6519672" y="739650"/>
                </a:lnTo>
                <a:lnTo>
                  <a:pt x="6448806" y="751535"/>
                </a:lnTo>
                <a:lnTo>
                  <a:pt x="6377940" y="761903"/>
                </a:lnTo>
                <a:lnTo>
                  <a:pt x="6307074" y="769236"/>
                </a:lnTo>
                <a:lnTo>
                  <a:pt x="6236208" y="772018"/>
                </a:lnTo>
                <a:lnTo>
                  <a:pt x="6165342" y="774590"/>
                </a:lnTo>
                <a:lnTo>
                  <a:pt x="6094476" y="781369"/>
                </a:lnTo>
                <a:lnTo>
                  <a:pt x="6023610" y="790955"/>
                </a:lnTo>
                <a:lnTo>
                  <a:pt x="5952744" y="801942"/>
                </a:lnTo>
                <a:lnTo>
                  <a:pt x="5881878" y="812930"/>
                </a:lnTo>
                <a:lnTo>
                  <a:pt x="5811012" y="822515"/>
                </a:lnTo>
                <a:lnTo>
                  <a:pt x="5740146" y="829295"/>
                </a:lnTo>
                <a:lnTo>
                  <a:pt x="5669280" y="831867"/>
                </a:lnTo>
                <a:lnTo>
                  <a:pt x="5598414" y="834219"/>
                </a:lnTo>
                <a:lnTo>
                  <a:pt x="5527548" y="840419"/>
                </a:lnTo>
                <a:lnTo>
                  <a:pt x="5456682" y="849185"/>
                </a:lnTo>
                <a:lnTo>
                  <a:pt x="5385816" y="859234"/>
                </a:lnTo>
                <a:lnTo>
                  <a:pt x="5314950" y="869283"/>
                </a:lnTo>
                <a:lnTo>
                  <a:pt x="5244084" y="878049"/>
                </a:lnTo>
                <a:lnTo>
                  <a:pt x="5173218" y="884249"/>
                </a:lnTo>
                <a:lnTo>
                  <a:pt x="5102352" y="886601"/>
                </a:lnTo>
                <a:lnTo>
                  <a:pt x="5031486" y="888734"/>
                </a:lnTo>
                <a:lnTo>
                  <a:pt x="4960620" y="894359"/>
                </a:lnTo>
                <a:lnTo>
                  <a:pt x="4889754" y="902310"/>
                </a:lnTo>
                <a:lnTo>
                  <a:pt x="4818888" y="911425"/>
                </a:lnTo>
                <a:lnTo>
                  <a:pt x="4748022" y="920541"/>
                </a:lnTo>
                <a:lnTo>
                  <a:pt x="4677156" y="928492"/>
                </a:lnTo>
                <a:lnTo>
                  <a:pt x="4606290" y="934116"/>
                </a:lnTo>
                <a:lnTo>
                  <a:pt x="4535424" y="936250"/>
                </a:lnTo>
                <a:lnTo>
                  <a:pt x="4464558" y="938186"/>
                </a:lnTo>
                <a:lnTo>
                  <a:pt x="4393692" y="943290"/>
                </a:lnTo>
                <a:lnTo>
                  <a:pt x="4322826" y="950506"/>
                </a:lnTo>
                <a:lnTo>
                  <a:pt x="4251960" y="958778"/>
                </a:lnTo>
                <a:lnTo>
                  <a:pt x="4181094" y="967050"/>
                </a:lnTo>
                <a:lnTo>
                  <a:pt x="4110228" y="974266"/>
                </a:lnTo>
                <a:lnTo>
                  <a:pt x="4039362" y="979370"/>
                </a:lnTo>
                <a:lnTo>
                  <a:pt x="3968496" y="981306"/>
                </a:lnTo>
                <a:lnTo>
                  <a:pt x="3897630" y="983097"/>
                </a:lnTo>
                <a:lnTo>
                  <a:pt x="3826764" y="987820"/>
                </a:lnTo>
                <a:lnTo>
                  <a:pt x="3755898" y="994498"/>
                </a:lnTo>
                <a:lnTo>
                  <a:pt x="3685032" y="1002152"/>
                </a:lnTo>
                <a:lnTo>
                  <a:pt x="3614166" y="1009807"/>
                </a:lnTo>
                <a:lnTo>
                  <a:pt x="3543300" y="1016484"/>
                </a:lnTo>
                <a:lnTo>
                  <a:pt x="3472434" y="1021207"/>
                </a:lnTo>
                <a:lnTo>
                  <a:pt x="3401568" y="1022999"/>
                </a:lnTo>
                <a:lnTo>
                  <a:pt x="3330702" y="1024656"/>
                </a:lnTo>
                <a:lnTo>
                  <a:pt x="3259836" y="1029024"/>
                </a:lnTo>
                <a:lnTo>
                  <a:pt x="3188970" y="1035199"/>
                </a:lnTo>
                <a:lnTo>
                  <a:pt x="3118104" y="1042279"/>
                </a:lnTo>
                <a:lnTo>
                  <a:pt x="3047238" y="1049358"/>
                </a:lnTo>
                <a:lnTo>
                  <a:pt x="2976372" y="1055533"/>
                </a:lnTo>
                <a:lnTo>
                  <a:pt x="2905506" y="1059902"/>
                </a:lnTo>
                <a:lnTo>
                  <a:pt x="2834640" y="1061558"/>
                </a:lnTo>
                <a:lnTo>
                  <a:pt x="2763774" y="1063095"/>
                </a:lnTo>
                <a:lnTo>
                  <a:pt x="2692908" y="1067147"/>
                </a:lnTo>
                <a:lnTo>
                  <a:pt x="2622042" y="1072875"/>
                </a:lnTo>
                <a:lnTo>
                  <a:pt x="2551176" y="1079442"/>
                </a:lnTo>
                <a:lnTo>
                  <a:pt x="2480310" y="1086009"/>
                </a:lnTo>
                <a:lnTo>
                  <a:pt x="2409444" y="1091737"/>
                </a:lnTo>
                <a:lnTo>
                  <a:pt x="2338578" y="1095789"/>
                </a:lnTo>
                <a:lnTo>
                  <a:pt x="2267712" y="1097326"/>
                </a:lnTo>
                <a:lnTo>
                  <a:pt x="2196846" y="1098678"/>
                </a:lnTo>
                <a:lnTo>
                  <a:pt x="2125980" y="1102244"/>
                </a:lnTo>
                <a:lnTo>
                  <a:pt x="2055114" y="1107284"/>
                </a:lnTo>
                <a:lnTo>
                  <a:pt x="1984248" y="1113062"/>
                </a:lnTo>
                <a:lnTo>
                  <a:pt x="1913382" y="1118841"/>
                </a:lnTo>
                <a:lnTo>
                  <a:pt x="1842516" y="1123881"/>
                </a:lnTo>
                <a:lnTo>
                  <a:pt x="1771650" y="1127447"/>
                </a:lnTo>
                <a:lnTo>
                  <a:pt x="1700784" y="1128799"/>
                </a:lnTo>
                <a:lnTo>
                  <a:pt x="1629918" y="1130051"/>
                </a:lnTo>
                <a:lnTo>
                  <a:pt x="1559052" y="1133351"/>
                </a:lnTo>
                <a:lnTo>
                  <a:pt x="1488186" y="1138017"/>
                </a:lnTo>
                <a:lnTo>
                  <a:pt x="1417320" y="1143366"/>
                </a:lnTo>
                <a:lnTo>
                  <a:pt x="1346454" y="1148715"/>
                </a:lnTo>
                <a:lnTo>
                  <a:pt x="1275588" y="1153381"/>
                </a:lnTo>
                <a:lnTo>
                  <a:pt x="1204722" y="1156681"/>
                </a:lnTo>
                <a:lnTo>
                  <a:pt x="1133856" y="1157933"/>
                </a:lnTo>
                <a:lnTo>
                  <a:pt x="1062990" y="1159080"/>
                </a:lnTo>
                <a:lnTo>
                  <a:pt x="992124" y="1162106"/>
                </a:lnTo>
                <a:lnTo>
                  <a:pt x="921258" y="1166383"/>
                </a:lnTo>
                <a:lnTo>
                  <a:pt x="850392" y="1171286"/>
                </a:lnTo>
                <a:lnTo>
                  <a:pt x="779526" y="1176189"/>
                </a:lnTo>
                <a:lnTo>
                  <a:pt x="708660" y="1180466"/>
                </a:lnTo>
                <a:lnTo>
                  <a:pt x="637794" y="1183492"/>
                </a:lnTo>
                <a:lnTo>
                  <a:pt x="566928" y="1184639"/>
                </a:lnTo>
                <a:lnTo>
                  <a:pt x="496062" y="1185695"/>
                </a:lnTo>
                <a:lnTo>
                  <a:pt x="425196" y="1188476"/>
                </a:lnTo>
                <a:lnTo>
                  <a:pt x="354330" y="1192409"/>
                </a:lnTo>
                <a:lnTo>
                  <a:pt x="283464" y="1196918"/>
                </a:lnTo>
                <a:lnTo>
                  <a:pt x="212598" y="1201426"/>
                </a:lnTo>
                <a:lnTo>
                  <a:pt x="141732" y="1205359"/>
                </a:lnTo>
                <a:lnTo>
                  <a:pt x="70866" y="1208141"/>
                </a:lnTo>
                <a:lnTo>
                  <a:pt x="0" y="1209197"/>
                </a:lnTo>
                <a:close/>
              </a:path>
            </a:pathLst>
          </a:custGeom>
          <a:solidFill>
            <a:srgbClr val="1FD1B0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303973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1FD1B0"/>
                </a:solidFill>
                <a:latin typeface="Calibri"/>
              </a:rPr>
              <a:t>Industrial &amp; Technical Appl…  1,354</a:t>
            </a:r>
          </a:p>
        </p:txBody>
      </p:sp>
      <p:sp>
        <p:nvSpPr>
          <p:cNvPr id="11" name="Freeform 10"/>
          <p:cNvSpPr/>
          <p:nvPr/>
        </p:nvSpPr>
        <p:spPr>
          <a:xfrm>
            <a:off x="822960" y="2710980"/>
            <a:ext cx="8503920" cy="936490"/>
          </a:xfrm>
          <a:custGeom>
            <a:avLst/>
            <a:gdLst/>
            <a:ahLst/>
            <a:cxnLst/>
            <a:rect l="l" t="t" r="r" b="b"/>
            <a:pathLst>
              <a:path w="8503920" h="936490">
                <a:moveTo>
                  <a:pt x="0" y="724366"/>
                </a:moveTo>
                <a:lnTo>
                  <a:pt x="70866" y="723310"/>
                </a:lnTo>
                <a:lnTo>
                  <a:pt x="141732" y="720528"/>
                </a:lnTo>
                <a:lnTo>
                  <a:pt x="212598" y="716595"/>
                </a:lnTo>
                <a:lnTo>
                  <a:pt x="283464" y="712087"/>
                </a:lnTo>
                <a:lnTo>
                  <a:pt x="354330" y="707578"/>
                </a:lnTo>
                <a:lnTo>
                  <a:pt x="425196" y="703645"/>
                </a:lnTo>
                <a:lnTo>
                  <a:pt x="496062" y="700864"/>
                </a:lnTo>
                <a:lnTo>
                  <a:pt x="566928" y="699808"/>
                </a:lnTo>
                <a:lnTo>
                  <a:pt x="637794" y="698661"/>
                </a:lnTo>
                <a:lnTo>
                  <a:pt x="708660" y="695635"/>
                </a:lnTo>
                <a:lnTo>
                  <a:pt x="779526" y="691358"/>
                </a:lnTo>
                <a:lnTo>
                  <a:pt x="850392" y="686455"/>
                </a:lnTo>
                <a:lnTo>
                  <a:pt x="921258" y="681552"/>
                </a:lnTo>
                <a:lnTo>
                  <a:pt x="992124" y="677275"/>
                </a:lnTo>
                <a:lnTo>
                  <a:pt x="1062990" y="674249"/>
                </a:lnTo>
                <a:lnTo>
                  <a:pt x="1133856" y="673102"/>
                </a:lnTo>
                <a:lnTo>
                  <a:pt x="1204722" y="671850"/>
                </a:lnTo>
                <a:lnTo>
                  <a:pt x="1275588" y="668550"/>
                </a:lnTo>
                <a:lnTo>
                  <a:pt x="1346454" y="663884"/>
                </a:lnTo>
                <a:lnTo>
                  <a:pt x="1417320" y="658535"/>
                </a:lnTo>
                <a:lnTo>
                  <a:pt x="1488186" y="653186"/>
                </a:lnTo>
                <a:lnTo>
                  <a:pt x="1559052" y="648520"/>
                </a:lnTo>
                <a:lnTo>
                  <a:pt x="1629918" y="645220"/>
                </a:lnTo>
                <a:lnTo>
                  <a:pt x="1700784" y="643968"/>
                </a:lnTo>
                <a:lnTo>
                  <a:pt x="1771650" y="642616"/>
                </a:lnTo>
                <a:lnTo>
                  <a:pt x="1842516" y="639050"/>
                </a:lnTo>
                <a:lnTo>
                  <a:pt x="1913382" y="634010"/>
                </a:lnTo>
                <a:lnTo>
                  <a:pt x="1984248" y="628231"/>
                </a:lnTo>
                <a:lnTo>
                  <a:pt x="2055114" y="622453"/>
                </a:lnTo>
                <a:lnTo>
                  <a:pt x="2125980" y="617413"/>
                </a:lnTo>
                <a:lnTo>
                  <a:pt x="2196846" y="613847"/>
                </a:lnTo>
                <a:lnTo>
                  <a:pt x="2267712" y="612495"/>
                </a:lnTo>
                <a:lnTo>
                  <a:pt x="2338578" y="610958"/>
                </a:lnTo>
                <a:lnTo>
                  <a:pt x="2409444" y="606906"/>
                </a:lnTo>
                <a:lnTo>
                  <a:pt x="2480310" y="601178"/>
                </a:lnTo>
                <a:lnTo>
                  <a:pt x="2551176" y="594611"/>
                </a:lnTo>
                <a:lnTo>
                  <a:pt x="2622042" y="588044"/>
                </a:lnTo>
                <a:lnTo>
                  <a:pt x="2692908" y="582316"/>
                </a:lnTo>
                <a:lnTo>
                  <a:pt x="2763774" y="578264"/>
                </a:lnTo>
                <a:lnTo>
                  <a:pt x="2834640" y="576727"/>
                </a:lnTo>
                <a:lnTo>
                  <a:pt x="2905506" y="575071"/>
                </a:lnTo>
                <a:lnTo>
                  <a:pt x="2976372" y="570702"/>
                </a:lnTo>
                <a:lnTo>
                  <a:pt x="3047238" y="564527"/>
                </a:lnTo>
                <a:lnTo>
                  <a:pt x="3118104" y="557448"/>
                </a:lnTo>
                <a:lnTo>
                  <a:pt x="3188970" y="550368"/>
                </a:lnTo>
                <a:lnTo>
                  <a:pt x="3259836" y="544193"/>
                </a:lnTo>
                <a:lnTo>
                  <a:pt x="3330702" y="539825"/>
                </a:lnTo>
                <a:lnTo>
                  <a:pt x="3401568" y="538168"/>
                </a:lnTo>
                <a:lnTo>
                  <a:pt x="3472434" y="536376"/>
                </a:lnTo>
                <a:lnTo>
                  <a:pt x="3543300" y="531653"/>
                </a:lnTo>
                <a:lnTo>
                  <a:pt x="3614166" y="524976"/>
                </a:lnTo>
                <a:lnTo>
                  <a:pt x="3685032" y="517321"/>
                </a:lnTo>
                <a:lnTo>
                  <a:pt x="3755898" y="509667"/>
                </a:lnTo>
                <a:lnTo>
                  <a:pt x="3826764" y="502989"/>
                </a:lnTo>
                <a:lnTo>
                  <a:pt x="3897630" y="498266"/>
                </a:lnTo>
                <a:lnTo>
                  <a:pt x="3968496" y="496475"/>
                </a:lnTo>
                <a:lnTo>
                  <a:pt x="4039362" y="494539"/>
                </a:lnTo>
                <a:lnTo>
                  <a:pt x="4110228" y="489435"/>
                </a:lnTo>
                <a:lnTo>
                  <a:pt x="4181094" y="482219"/>
                </a:lnTo>
                <a:lnTo>
                  <a:pt x="4251960" y="473947"/>
                </a:lnTo>
                <a:lnTo>
                  <a:pt x="4322826" y="465675"/>
                </a:lnTo>
                <a:lnTo>
                  <a:pt x="4393692" y="458459"/>
                </a:lnTo>
                <a:lnTo>
                  <a:pt x="4464558" y="453355"/>
                </a:lnTo>
                <a:lnTo>
                  <a:pt x="4535424" y="451419"/>
                </a:lnTo>
                <a:lnTo>
                  <a:pt x="4606290" y="449285"/>
                </a:lnTo>
                <a:lnTo>
                  <a:pt x="4677156" y="443661"/>
                </a:lnTo>
                <a:lnTo>
                  <a:pt x="4748022" y="435710"/>
                </a:lnTo>
                <a:lnTo>
                  <a:pt x="4818888" y="426594"/>
                </a:lnTo>
                <a:lnTo>
                  <a:pt x="4889754" y="417479"/>
                </a:lnTo>
                <a:lnTo>
                  <a:pt x="4960620" y="409528"/>
                </a:lnTo>
                <a:lnTo>
                  <a:pt x="5031486" y="403903"/>
                </a:lnTo>
                <a:lnTo>
                  <a:pt x="5102352" y="401770"/>
                </a:lnTo>
                <a:lnTo>
                  <a:pt x="5173218" y="399418"/>
                </a:lnTo>
                <a:lnTo>
                  <a:pt x="5244084" y="393218"/>
                </a:lnTo>
                <a:lnTo>
                  <a:pt x="5314950" y="384452"/>
                </a:lnTo>
                <a:lnTo>
                  <a:pt x="5385816" y="374403"/>
                </a:lnTo>
                <a:lnTo>
                  <a:pt x="5456682" y="364354"/>
                </a:lnTo>
                <a:lnTo>
                  <a:pt x="5527548" y="355588"/>
                </a:lnTo>
                <a:lnTo>
                  <a:pt x="5598414" y="349388"/>
                </a:lnTo>
                <a:lnTo>
                  <a:pt x="5669280" y="347036"/>
                </a:lnTo>
                <a:lnTo>
                  <a:pt x="5740146" y="344464"/>
                </a:lnTo>
                <a:lnTo>
                  <a:pt x="5811012" y="337684"/>
                </a:lnTo>
                <a:lnTo>
                  <a:pt x="5881878" y="328099"/>
                </a:lnTo>
                <a:lnTo>
                  <a:pt x="5952744" y="317111"/>
                </a:lnTo>
                <a:lnTo>
                  <a:pt x="6023610" y="306124"/>
                </a:lnTo>
                <a:lnTo>
                  <a:pt x="6094476" y="296538"/>
                </a:lnTo>
                <a:lnTo>
                  <a:pt x="6165342" y="289759"/>
                </a:lnTo>
                <a:lnTo>
                  <a:pt x="6236208" y="287187"/>
                </a:lnTo>
                <a:lnTo>
                  <a:pt x="6307074" y="284405"/>
                </a:lnTo>
                <a:lnTo>
                  <a:pt x="6377940" y="277072"/>
                </a:lnTo>
                <a:lnTo>
                  <a:pt x="6448806" y="266704"/>
                </a:lnTo>
                <a:lnTo>
                  <a:pt x="6519672" y="254819"/>
                </a:lnTo>
                <a:lnTo>
                  <a:pt x="6590538" y="242933"/>
                </a:lnTo>
                <a:lnTo>
                  <a:pt x="6661404" y="232565"/>
                </a:lnTo>
                <a:lnTo>
                  <a:pt x="6732270" y="225232"/>
                </a:lnTo>
                <a:lnTo>
                  <a:pt x="6803136" y="222450"/>
                </a:lnTo>
                <a:lnTo>
                  <a:pt x="6874002" y="219464"/>
                </a:lnTo>
                <a:lnTo>
                  <a:pt x="6944868" y="211592"/>
                </a:lnTo>
                <a:lnTo>
                  <a:pt x="7015734" y="200462"/>
                </a:lnTo>
                <a:lnTo>
                  <a:pt x="7086600" y="187704"/>
                </a:lnTo>
                <a:lnTo>
                  <a:pt x="7157466" y="174945"/>
                </a:lnTo>
                <a:lnTo>
                  <a:pt x="7228332" y="163815"/>
                </a:lnTo>
                <a:lnTo>
                  <a:pt x="7299198" y="155943"/>
                </a:lnTo>
                <a:lnTo>
                  <a:pt x="7370064" y="152957"/>
                </a:lnTo>
                <a:lnTo>
                  <a:pt x="7440930" y="149770"/>
                </a:lnTo>
                <a:lnTo>
                  <a:pt x="7511796" y="141367"/>
                </a:lnTo>
                <a:lnTo>
                  <a:pt x="7582662" y="129487"/>
                </a:lnTo>
                <a:lnTo>
                  <a:pt x="7653528" y="115869"/>
                </a:lnTo>
                <a:lnTo>
                  <a:pt x="7724394" y="102251"/>
                </a:lnTo>
                <a:lnTo>
                  <a:pt x="7795260" y="90372"/>
                </a:lnTo>
                <a:lnTo>
                  <a:pt x="7866126" y="81969"/>
                </a:lnTo>
                <a:lnTo>
                  <a:pt x="7936992" y="78782"/>
                </a:lnTo>
                <a:lnTo>
                  <a:pt x="8007858" y="75396"/>
                </a:lnTo>
                <a:lnTo>
                  <a:pt x="8078724" y="66472"/>
                </a:lnTo>
                <a:lnTo>
                  <a:pt x="8149590" y="53855"/>
                </a:lnTo>
                <a:lnTo>
                  <a:pt x="8220456" y="39391"/>
                </a:lnTo>
                <a:lnTo>
                  <a:pt x="8291322" y="24927"/>
                </a:lnTo>
                <a:lnTo>
                  <a:pt x="8362188" y="12310"/>
                </a:lnTo>
                <a:lnTo>
                  <a:pt x="8433054" y="3386"/>
                </a:lnTo>
                <a:lnTo>
                  <a:pt x="8503920" y="0"/>
                </a:lnTo>
                <a:lnTo>
                  <a:pt x="8503920" y="596061"/>
                </a:lnTo>
                <a:lnTo>
                  <a:pt x="8433054" y="597622"/>
                </a:lnTo>
                <a:lnTo>
                  <a:pt x="8362188" y="601737"/>
                </a:lnTo>
                <a:lnTo>
                  <a:pt x="8291322" y="607556"/>
                </a:lnTo>
                <a:lnTo>
                  <a:pt x="8220456" y="614226"/>
                </a:lnTo>
                <a:lnTo>
                  <a:pt x="8149590" y="620896"/>
                </a:lnTo>
                <a:lnTo>
                  <a:pt x="8078724" y="626714"/>
                </a:lnTo>
                <a:lnTo>
                  <a:pt x="8007858" y="630830"/>
                </a:lnTo>
                <a:lnTo>
                  <a:pt x="7936992" y="632391"/>
                </a:lnTo>
                <a:lnTo>
                  <a:pt x="7866126" y="633864"/>
                </a:lnTo>
                <a:lnTo>
                  <a:pt x="7795260" y="637748"/>
                </a:lnTo>
                <a:lnTo>
                  <a:pt x="7724394" y="643239"/>
                </a:lnTo>
                <a:lnTo>
                  <a:pt x="7653528" y="649533"/>
                </a:lnTo>
                <a:lnTo>
                  <a:pt x="7582662" y="655828"/>
                </a:lnTo>
                <a:lnTo>
                  <a:pt x="7511796" y="661319"/>
                </a:lnTo>
                <a:lnTo>
                  <a:pt x="7440930" y="665203"/>
                </a:lnTo>
                <a:lnTo>
                  <a:pt x="7370064" y="666676"/>
                </a:lnTo>
                <a:lnTo>
                  <a:pt x="7299198" y="668059"/>
                </a:lnTo>
                <a:lnTo>
                  <a:pt x="7228332" y="671706"/>
                </a:lnTo>
                <a:lnTo>
                  <a:pt x="7157466" y="676862"/>
                </a:lnTo>
                <a:lnTo>
                  <a:pt x="7086600" y="682772"/>
                </a:lnTo>
                <a:lnTo>
                  <a:pt x="7015734" y="688682"/>
                </a:lnTo>
                <a:lnTo>
                  <a:pt x="6944868" y="693838"/>
                </a:lnTo>
                <a:lnTo>
                  <a:pt x="6874002" y="697485"/>
                </a:lnTo>
                <a:lnTo>
                  <a:pt x="6803136" y="698868"/>
                </a:lnTo>
                <a:lnTo>
                  <a:pt x="6732270" y="700159"/>
                </a:lnTo>
                <a:lnTo>
                  <a:pt x="6661404" y="703562"/>
                </a:lnTo>
                <a:lnTo>
                  <a:pt x="6590538" y="708375"/>
                </a:lnTo>
                <a:lnTo>
                  <a:pt x="6519672" y="713891"/>
                </a:lnTo>
                <a:lnTo>
                  <a:pt x="6448806" y="719407"/>
                </a:lnTo>
                <a:lnTo>
                  <a:pt x="6377940" y="724219"/>
                </a:lnTo>
                <a:lnTo>
                  <a:pt x="6307074" y="727623"/>
                </a:lnTo>
                <a:lnTo>
                  <a:pt x="6236208" y="728914"/>
                </a:lnTo>
                <a:lnTo>
                  <a:pt x="6165342" y="730105"/>
                </a:lnTo>
                <a:lnTo>
                  <a:pt x="6094476" y="733246"/>
                </a:lnTo>
                <a:lnTo>
                  <a:pt x="6023610" y="737687"/>
                </a:lnTo>
                <a:lnTo>
                  <a:pt x="5952744" y="742778"/>
                </a:lnTo>
                <a:lnTo>
                  <a:pt x="5881878" y="747868"/>
                </a:lnTo>
                <a:lnTo>
                  <a:pt x="5811012" y="752309"/>
                </a:lnTo>
                <a:lnTo>
                  <a:pt x="5740146" y="755450"/>
                </a:lnTo>
                <a:lnTo>
                  <a:pt x="5669280" y="756642"/>
                </a:lnTo>
                <a:lnTo>
                  <a:pt x="5598414" y="757733"/>
                </a:lnTo>
                <a:lnTo>
                  <a:pt x="5527548" y="760610"/>
                </a:lnTo>
                <a:lnTo>
                  <a:pt x="5456682" y="764677"/>
                </a:lnTo>
                <a:lnTo>
                  <a:pt x="5385816" y="769340"/>
                </a:lnTo>
                <a:lnTo>
                  <a:pt x="5314950" y="774002"/>
                </a:lnTo>
                <a:lnTo>
                  <a:pt x="5244084" y="778070"/>
                </a:lnTo>
                <a:lnTo>
                  <a:pt x="5173218" y="780947"/>
                </a:lnTo>
                <a:lnTo>
                  <a:pt x="5102352" y="782038"/>
                </a:lnTo>
                <a:lnTo>
                  <a:pt x="5031486" y="783036"/>
                </a:lnTo>
                <a:lnTo>
                  <a:pt x="4960620" y="785666"/>
                </a:lnTo>
                <a:lnTo>
                  <a:pt x="4889754" y="789384"/>
                </a:lnTo>
                <a:lnTo>
                  <a:pt x="4818888" y="793646"/>
                </a:lnTo>
                <a:lnTo>
                  <a:pt x="4748022" y="797909"/>
                </a:lnTo>
                <a:lnTo>
                  <a:pt x="4677156" y="801627"/>
                </a:lnTo>
                <a:lnTo>
                  <a:pt x="4606290" y="804257"/>
                </a:lnTo>
                <a:lnTo>
                  <a:pt x="4535424" y="805255"/>
                </a:lnTo>
                <a:lnTo>
                  <a:pt x="4464558" y="806163"/>
                </a:lnTo>
                <a:lnTo>
                  <a:pt x="4393692" y="808558"/>
                </a:lnTo>
                <a:lnTo>
                  <a:pt x="4322826" y="811944"/>
                </a:lnTo>
                <a:lnTo>
                  <a:pt x="4251960" y="815825"/>
                </a:lnTo>
                <a:lnTo>
                  <a:pt x="4181094" y="819706"/>
                </a:lnTo>
                <a:lnTo>
                  <a:pt x="4110228" y="823092"/>
                </a:lnTo>
                <a:lnTo>
                  <a:pt x="4039362" y="825487"/>
                </a:lnTo>
                <a:lnTo>
                  <a:pt x="3968496" y="826395"/>
                </a:lnTo>
                <a:lnTo>
                  <a:pt x="3897630" y="827245"/>
                </a:lnTo>
                <a:lnTo>
                  <a:pt x="3826764" y="829484"/>
                </a:lnTo>
                <a:lnTo>
                  <a:pt x="3755898" y="832651"/>
                </a:lnTo>
                <a:lnTo>
                  <a:pt x="3685032" y="836280"/>
                </a:lnTo>
                <a:lnTo>
                  <a:pt x="3614166" y="839910"/>
                </a:lnTo>
                <a:lnTo>
                  <a:pt x="3543300" y="843077"/>
                </a:lnTo>
                <a:lnTo>
                  <a:pt x="3472434" y="845316"/>
                </a:lnTo>
                <a:lnTo>
                  <a:pt x="3401568" y="846166"/>
                </a:lnTo>
                <a:lnTo>
                  <a:pt x="3330702" y="846957"/>
                </a:lnTo>
                <a:lnTo>
                  <a:pt x="3259836" y="849044"/>
                </a:lnTo>
                <a:lnTo>
                  <a:pt x="3188970" y="851995"/>
                </a:lnTo>
                <a:lnTo>
                  <a:pt x="3118104" y="855377"/>
                </a:lnTo>
                <a:lnTo>
                  <a:pt x="3047238" y="858759"/>
                </a:lnTo>
                <a:lnTo>
                  <a:pt x="2976372" y="861709"/>
                </a:lnTo>
                <a:lnTo>
                  <a:pt x="2905506" y="863796"/>
                </a:lnTo>
                <a:lnTo>
                  <a:pt x="2834640" y="864588"/>
                </a:lnTo>
                <a:lnTo>
                  <a:pt x="2763774" y="865324"/>
                </a:lnTo>
                <a:lnTo>
                  <a:pt x="2692908" y="867266"/>
                </a:lnTo>
                <a:lnTo>
                  <a:pt x="2622042" y="870011"/>
                </a:lnTo>
                <a:lnTo>
                  <a:pt x="2551176" y="873158"/>
                </a:lnTo>
                <a:lnTo>
                  <a:pt x="2480310" y="876305"/>
                </a:lnTo>
                <a:lnTo>
                  <a:pt x="2409444" y="879050"/>
                </a:lnTo>
                <a:lnTo>
                  <a:pt x="2338578" y="880992"/>
                </a:lnTo>
                <a:lnTo>
                  <a:pt x="2267712" y="881729"/>
                </a:lnTo>
                <a:lnTo>
                  <a:pt x="2196846" y="882380"/>
                </a:lnTo>
                <a:lnTo>
                  <a:pt x="2125980" y="884097"/>
                </a:lnTo>
                <a:lnTo>
                  <a:pt x="2055114" y="886525"/>
                </a:lnTo>
                <a:lnTo>
                  <a:pt x="1984248" y="889308"/>
                </a:lnTo>
                <a:lnTo>
                  <a:pt x="1913382" y="892090"/>
                </a:lnTo>
                <a:lnTo>
                  <a:pt x="1842516" y="894518"/>
                </a:lnTo>
                <a:lnTo>
                  <a:pt x="1771650" y="896235"/>
                </a:lnTo>
                <a:lnTo>
                  <a:pt x="1700784" y="896886"/>
                </a:lnTo>
                <a:lnTo>
                  <a:pt x="1629918" y="897494"/>
                </a:lnTo>
                <a:lnTo>
                  <a:pt x="1559052" y="899098"/>
                </a:lnTo>
                <a:lnTo>
                  <a:pt x="1488186" y="901364"/>
                </a:lnTo>
                <a:lnTo>
                  <a:pt x="1417320" y="903963"/>
                </a:lnTo>
                <a:lnTo>
                  <a:pt x="1346454" y="906561"/>
                </a:lnTo>
                <a:lnTo>
                  <a:pt x="1275588" y="908828"/>
                </a:lnTo>
                <a:lnTo>
                  <a:pt x="1204722" y="910431"/>
                </a:lnTo>
                <a:lnTo>
                  <a:pt x="1133856" y="911039"/>
                </a:lnTo>
                <a:lnTo>
                  <a:pt x="1062990" y="911606"/>
                </a:lnTo>
                <a:lnTo>
                  <a:pt x="992124" y="913099"/>
                </a:lnTo>
                <a:lnTo>
                  <a:pt x="921258" y="915210"/>
                </a:lnTo>
                <a:lnTo>
                  <a:pt x="850392" y="917630"/>
                </a:lnTo>
                <a:lnTo>
                  <a:pt x="779526" y="920050"/>
                </a:lnTo>
                <a:lnTo>
                  <a:pt x="708660" y="922161"/>
                </a:lnTo>
                <a:lnTo>
                  <a:pt x="637794" y="923654"/>
                </a:lnTo>
                <a:lnTo>
                  <a:pt x="566928" y="924221"/>
                </a:lnTo>
                <a:lnTo>
                  <a:pt x="496062" y="924748"/>
                </a:lnTo>
                <a:lnTo>
                  <a:pt x="425196" y="926138"/>
                </a:lnTo>
                <a:lnTo>
                  <a:pt x="354330" y="928103"/>
                </a:lnTo>
                <a:lnTo>
                  <a:pt x="283464" y="930355"/>
                </a:lnTo>
                <a:lnTo>
                  <a:pt x="212598" y="932608"/>
                </a:lnTo>
                <a:lnTo>
                  <a:pt x="141732" y="934573"/>
                </a:lnTo>
                <a:lnTo>
                  <a:pt x="70866" y="935963"/>
                </a:lnTo>
                <a:lnTo>
                  <a:pt x="0" y="936490"/>
                </a:lnTo>
                <a:close/>
              </a:path>
            </a:pathLst>
          </a:custGeom>
          <a:solidFill>
            <a:srgbClr val="FFB703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844419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FB703"/>
                </a:solidFill>
                <a:latin typeface="Calibri"/>
              </a:rPr>
              <a:t>Protective &amp; Occupational W…  1,665</a:t>
            </a:r>
          </a:p>
        </p:txBody>
      </p:sp>
      <p:sp>
        <p:nvSpPr>
          <p:cNvPr id="13" name="Freeform 12"/>
          <p:cNvSpPr/>
          <p:nvPr/>
        </p:nvSpPr>
        <p:spPr>
          <a:xfrm>
            <a:off x="822960" y="3307041"/>
            <a:ext cx="8503920" cy="932078"/>
          </a:xfrm>
          <a:custGeom>
            <a:avLst/>
            <a:gdLst/>
            <a:ahLst/>
            <a:cxnLst/>
            <a:rect l="l" t="t" r="r" b="b"/>
            <a:pathLst>
              <a:path w="8503920" h="932078">
                <a:moveTo>
                  <a:pt x="0" y="340429"/>
                </a:moveTo>
                <a:lnTo>
                  <a:pt x="70866" y="339902"/>
                </a:lnTo>
                <a:lnTo>
                  <a:pt x="141732" y="338512"/>
                </a:lnTo>
                <a:lnTo>
                  <a:pt x="212598" y="336547"/>
                </a:lnTo>
                <a:lnTo>
                  <a:pt x="283464" y="334294"/>
                </a:lnTo>
                <a:lnTo>
                  <a:pt x="354330" y="332042"/>
                </a:lnTo>
                <a:lnTo>
                  <a:pt x="425196" y="330077"/>
                </a:lnTo>
                <a:lnTo>
                  <a:pt x="496062" y="328687"/>
                </a:lnTo>
                <a:lnTo>
                  <a:pt x="566928" y="328160"/>
                </a:lnTo>
                <a:lnTo>
                  <a:pt x="637794" y="327593"/>
                </a:lnTo>
                <a:lnTo>
                  <a:pt x="708660" y="326100"/>
                </a:lnTo>
                <a:lnTo>
                  <a:pt x="779526" y="323989"/>
                </a:lnTo>
                <a:lnTo>
                  <a:pt x="850392" y="321569"/>
                </a:lnTo>
                <a:lnTo>
                  <a:pt x="921258" y="319149"/>
                </a:lnTo>
                <a:lnTo>
                  <a:pt x="992124" y="317038"/>
                </a:lnTo>
                <a:lnTo>
                  <a:pt x="1062990" y="315545"/>
                </a:lnTo>
                <a:lnTo>
                  <a:pt x="1133856" y="314978"/>
                </a:lnTo>
                <a:lnTo>
                  <a:pt x="1204722" y="314370"/>
                </a:lnTo>
                <a:lnTo>
                  <a:pt x="1275588" y="312767"/>
                </a:lnTo>
                <a:lnTo>
                  <a:pt x="1346454" y="310500"/>
                </a:lnTo>
                <a:lnTo>
                  <a:pt x="1417320" y="307902"/>
                </a:lnTo>
                <a:lnTo>
                  <a:pt x="1488186" y="305303"/>
                </a:lnTo>
                <a:lnTo>
                  <a:pt x="1559052" y="303037"/>
                </a:lnTo>
                <a:lnTo>
                  <a:pt x="1629918" y="301433"/>
                </a:lnTo>
                <a:lnTo>
                  <a:pt x="1700784" y="300825"/>
                </a:lnTo>
                <a:lnTo>
                  <a:pt x="1771650" y="300174"/>
                </a:lnTo>
                <a:lnTo>
                  <a:pt x="1842516" y="298457"/>
                </a:lnTo>
                <a:lnTo>
                  <a:pt x="1913382" y="296029"/>
                </a:lnTo>
                <a:lnTo>
                  <a:pt x="1984248" y="293247"/>
                </a:lnTo>
                <a:lnTo>
                  <a:pt x="2055114" y="290464"/>
                </a:lnTo>
                <a:lnTo>
                  <a:pt x="2125980" y="288036"/>
                </a:lnTo>
                <a:lnTo>
                  <a:pt x="2196846" y="286319"/>
                </a:lnTo>
                <a:lnTo>
                  <a:pt x="2267712" y="285668"/>
                </a:lnTo>
                <a:lnTo>
                  <a:pt x="2338578" y="284931"/>
                </a:lnTo>
                <a:lnTo>
                  <a:pt x="2409444" y="282989"/>
                </a:lnTo>
                <a:lnTo>
                  <a:pt x="2480310" y="280244"/>
                </a:lnTo>
                <a:lnTo>
                  <a:pt x="2551176" y="277097"/>
                </a:lnTo>
                <a:lnTo>
                  <a:pt x="2622042" y="273950"/>
                </a:lnTo>
                <a:lnTo>
                  <a:pt x="2692908" y="271205"/>
                </a:lnTo>
                <a:lnTo>
                  <a:pt x="2763774" y="269263"/>
                </a:lnTo>
                <a:lnTo>
                  <a:pt x="2834640" y="268527"/>
                </a:lnTo>
                <a:lnTo>
                  <a:pt x="2905506" y="267735"/>
                </a:lnTo>
                <a:lnTo>
                  <a:pt x="2976372" y="265648"/>
                </a:lnTo>
                <a:lnTo>
                  <a:pt x="3047238" y="262698"/>
                </a:lnTo>
                <a:lnTo>
                  <a:pt x="3118104" y="259316"/>
                </a:lnTo>
                <a:lnTo>
                  <a:pt x="3188970" y="255934"/>
                </a:lnTo>
                <a:lnTo>
                  <a:pt x="3259836" y="252983"/>
                </a:lnTo>
                <a:lnTo>
                  <a:pt x="3330702" y="250896"/>
                </a:lnTo>
                <a:lnTo>
                  <a:pt x="3401568" y="250105"/>
                </a:lnTo>
                <a:lnTo>
                  <a:pt x="3472434" y="249255"/>
                </a:lnTo>
                <a:lnTo>
                  <a:pt x="3543300" y="247016"/>
                </a:lnTo>
                <a:lnTo>
                  <a:pt x="3614166" y="243849"/>
                </a:lnTo>
                <a:lnTo>
                  <a:pt x="3685032" y="240219"/>
                </a:lnTo>
                <a:lnTo>
                  <a:pt x="3755898" y="236590"/>
                </a:lnTo>
                <a:lnTo>
                  <a:pt x="3826764" y="233423"/>
                </a:lnTo>
                <a:lnTo>
                  <a:pt x="3897630" y="231184"/>
                </a:lnTo>
                <a:lnTo>
                  <a:pt x="3968496" y="230334"/>
                </a:lnTo>
                <a:lnTo>
                  <a:pt x="4039362" y="229426"/>
                </a:lnTo>
                <a:lnTo>
                  <a:pt x="4110228" y="227031"/>
                </a:lnTo>
                <a:lnTo>
                  <a:pt x="4181094" y="223645"/>
                </a:lnTo>
                <a:lnTo>
                  <a:pt x="4251960" y="219764"/>
                </a:lnTo>
                <a:lnTo>
                  <a:pt x="4322826" y="215883"/>
                </a:lnTo>
                <a:lnTo>
                  <a:pt x="4393692" y="212497"/>
                </a:lnTo>
                <a:lnTo>
                  <a:pt x="4464558" y="210102"/>
                </a:lnTo>
                <a:lnTo>
                  <a:pt x="4535424" y="209194"/>
                </a:lnTo>
                <a:lnTo>
                  <a:pt x="4606290" y="208196"/>
                </a:lnTo>
                <a:lnTo>
                  <a:pt x="4677156" y="205566"/>
                </a:lnTo>
                <a:lnTo>
                  <a:pt x="4748022" y="201848"/>
                </a:lnTo>
                <a:lnTo>
                  <a:pt x="4818888" y="197585"/>
                </a:lnTo>
                <a:lnTo>
                  <a:pt x="4889754" y="193323"/>
                </a:lnTo>
                <a:lnTo>
                  <a:pt x="4960620" y="189605"/>
                </a:lnTo>
                <a:lnTo>
                  <a:pt x="5031486" y="186975"/>
                </a:lnTo>
                <a:lnTo>
                  <a:pt x="5102352" y="185977"/>
                </a:lnTo>
                <a:lnTo>
                  <a:pt x="5173218" y="184886"/>
                </a:lnTo>
                <a:lnTo>
                  <a:pt x="5244084" y="182009"/>
                </a:lnTo>
                <a:lnTo>
                  <a:pt x="5314950" y="177941"/>
                </a:lnTo>
                <a:lnTo>
                  <a:pt x="5385816" y="173279"/>
                </a:lnTo>
                <a:lnTo>
                  <a:pt x="5456682" y="168616"/>
                </a:lnTo>
                <a:lnTo>
                  <a:pt x="5527548" y="164549"/>
                </a:lnTo>
                <a:lnTo>
                  <a:pt x="5598414" y="161672"/>
                </a:lnTo>
                <a:lnTo>
                  <a:pt x="5669280" y="160581"/>
                </a:lnTo>
                <a:lnTo>
                  <a:pt x="5740146" y="159389"/>
                </a:lnTo>
                <a:lnTo>
                  <a:pt x="5811012" y="156248"/>
                </a:lnTo>
                <a:lnTo>
                  <a:pt x="5881878" y="151807"/>
                </a:lnTo>
                <a:lnTo>
                  <a:pt x="5952744" y="146717"/>
                </a:lnTo>
                <a:lnTo>
                  <a:pt x="6023610" y="141626"/>
                </a:lnTo>
                <a:lnTo>
                  <a:pt x="6094476" y="137185"/>
                </a:lnTo>
                <a:lnTo>
                  <a:pt x="6165342" y="134044"/>
                </a:lnTo>
                <a:lnTo>
                  <a:pt x="6236208" y="132853"/>
                </a:lnTo>
                <a:lnTo>
                  <a:pt x="6307074" y="131562"/>
                </a:lnTo>
                <a:lnTo>
                  <a:pt x="6377940" y="128158"/>
                </a:lnTo>
                <a:lnTo>
                  <a:pt x="6448806" y="123346"/>
                </a:lnTo>
                <a:lnTo>
                  <a:pt x="6519672" y="117830"/>
                </a:lnTo>
                <a:lnTo>
                  <a:pt x="6590538" y="112314"/>
                </a:lnTo>
                <a:lnTo>
                  <a:pt x="6661404" y="107501"/>
                </a:lnTo>
                <a:lnTo>
                  <a:pt x="6732270" y="104098"/>
                </a:lnTo>
                <a:lnTo>
                  <a:pt x="6803136" y="102807"/>
                </a:lnTo>
                <a:lnTo>
                  <a:pt x="6874002" y="101424"/>
                </a:lnTo>
                <a:lnTo>
                  <a:pt x="6944868" y="97777"/>
                </a:lnTo>
                <a:lnTo>
                  <a:pt x="7015734" y="92621"/>
                </a:lnTo>
                <a:lnTo>
                  <a:pt x="7086600" y="86711"/>
                </a:lnTo>
                <a:lnTo>
                  <a:pt x="7157466" y="80801"/>
                </a:lnTo>
                <a:lnTo>
                  <a:pt x="7228332" y="75645"/>
                </a:lnTo>
                <a:lnTo>
                  <a:pt x="7299198" y="71998"/>
                </a:lnTo>
                <a:lnTo>
                  <a:pt x="7370064" y="70615"/>
                </a:lnTo>
                <a:lnTo>
                  <a:pt x="7440930" y="69142"/>
                </a:lnTo>
                <a:lnTo>
                  <a:pt x="7511796" y="65258"/>
                </a:lnTo>
                <a:lnTo>
                  <a:pt x="7582662" y="59767"/>
                </a:lnTo>
                <a:lnTo>
                  <a:pt x="7653528" y="53472"/>
                </a:lnTo>
                <a:lnTo>
                  <a:pt x="7724394" y="47178"/>
                </a:lnTo>
                <a:lnTo>
                  <a:pt x="7795260" y="41687"/>
                </a:lnTo>
                <a:lnTo>
                  <a:pt x="7866126" y="37803"/>
                </a:lnTo>
                <a:lnTo>
                  <a:pt x="7936992" y="36330"/>
                </a:lnTo>
                <a:lnTo>
                  <a:pt x="8007858" y="34769"/>
                </a:lnTo>
                <a:lnTo>
                  <a:pt x="8078724" y="30653"/>
                </a:lnTo>
                <a:lnTo>
                  <a:pt x="8149590" y="24835"/>
                </a:lnTo>
                <a:lnTo>
                  <a:pt x="8220456" y="18165"/>
                </a:lnTo>
                <a:lnTo>
                  <a:pt x="8291322" y="11495"/>
                </a:lnTo>
                <a:lnTo>
                  <a:pt x="8362188" y="5676"/>
                </a:lnTo>
                <a:lnTo>
                  <a:pt x="8433054" y="1561"/>
                </a:lnTo>
                <a:lnTo>
                  <a:pt x="8503920" y="0"/>
                </a:lnTo>
                <a:lnTo>
                  <a:pt x="8503920" y="932078"/>
                </a:lnTo>
                <a:lnTo>
                  <a:pt x="8433054" y="930786"/>
                </a:lnTo>
                <a:lnTo>
                  <a:pt x="8362188" y="927380"/>
                </a:lnTo>
                <a:lnTo>
                  <a:pt x="8291322" y="922566"/>
                </a:lnTo>
                <a:lnTo>
                  <a:pt x="8220456" y="917046"/>
                </a:lnTo>
                <a:lnTo>
                  <a:pt x="8149590" y="911527"/>
                </a:lnTo>
                <a:lnTo>
                  <a:pt x="8078724" y="906712"/>
                </a:lnTo>
                <a:lnTo>
                  <a:pt x="8007858" y="903307"/>
                </a:lnTo>
                <a:lnTo>
                  <a:pt x="7936992" y="902015"/>
                </a:lnTo>
                <a:lnTo>
                  <a:pt x="7866126" y="900803"/>
                </a:lnTo>
                <a:lnTo>
                  <a:pt x="7795260" y="897608"/>
                </a:lnTo>
                <a:lnTo>
                  <a:pt x="7724394" y="893090"/>
                </a:lnTo>
                <a:lnTo>
                  <a:pt x="7653528" y="887912"/>
                </a:lnTo>
                <a:lnTo>
                  <a:pt x="7582662" y="882733"/>
                </a:lnTo>
                <a:lnTo>
                  <a:pt x="7511796" y="878216"/>
                </a:lnTo>
                <a:lnTo>
                  <a:pt x="7440930" y="875020"/>
                </a:lnTo>
                <a:lnTo>
                  <a:pt x="7370064" y="873808"/>
                </a:lnTo>
                <a:lnTo>
                  <a:pt x="7299198" y="872675"/>
                </a:lnTo>
                <a:lnTo>
                  <a:pt x="7228332" y="869688"/>
                </a:lnTo>
                <a:lnTo>
                  <a:pt x="7157466" y="865465"/>
                </a:lnTo>
                <a:lnTo>
                  <a:pt x="7086600" y="860624"/>
                </a:lnTo>
                <a:lnTo>
                  <a:pt x="7015734" y="855783"/>
                </a:lnTo>
                <a:lnTo>
                  <a:pt x="6944868" y="851560"/>
                </a:lnTo>
                <a:lnTo>
                  <a:pt x="6874002" y="848573"/>
                </a:lnTo>
                <a:lnTo>
                  <a:pt x="6803136" y="847440"/>
                </a:lnTo>
                <a:lnTo>
                  <a:pt x="6732270" y="846389"/>
                </a:lnTo>
                <a:lnTo>
                  <a:pt x="6661404" y="843618"/>
                </a:lnTo>
                <a:lnTo>
                  <a:pt x="6590538" y="839702"/>
                </a:lnTo>
                <a:lnTo>
                  <a:pt x="6519672" y="835212"/>
                </a:lnTo>
                <a:lnTo>
                  <a:pt x="6448806" y="830722"/>
                </a:lnTo>
                <a:lnTo>
                  <a:pt x="6377940" y="826805"/>
                </a:lnTo>
                <a:lnTo>
                  <a:pt x="6307074" y="824035"/>
                </a:lnTo>
                <a:lnTo>
                  <a:pt x="6236208" y="822984"/>
                </a:lnTo>
                <a:lnTo>
                  <a:pt x="6165342" y="822014"/>
                </a:lnTo>
                <a:lnTo>
                  <a:pt x="6094476" y="819456"/>
                </a:lnTo>
                <a:lnTo>
                  <a:pt x="6023610" y="815840"/>
                </a:lnTo>
                <a:lnTo>
                  <a:pt x="5952744" y="811694"/>
                </a:lnTo>
                <a:lnTo>
                  <a:pt x="5881878" y="807549"/>
                </a:lnTo>
                <a:lnTo>
                  <a:pt x="5811012" y="803933"/>
                </a:lnTo>
                <a:lnTo>
                  <a:pt x="5740146" y="801375"/>
                </a:lnTo>
                <a:lnTo>
                  <a:pt x="5669280" y="800404"/>
                </a:lnTo>
                <a:lnTo>
                  <a:pt x="5598414" y="799524"/>
                </a:lnTo>
                <a:lnTo>
                  <a:pt x="5527548" y="797204"/>
                </a:lnTo>
                <a:lnTo>
                  <a:pt x="5456682" y="793924"/>
                </a:lnTo>
                <a:lnTo>
                  <a:pt x="5385816" y="790163"/>
                </a:lnTo>
                <a:lnTo>
                  <a:pt x="5314950" y="786402"/>
                </a:lnTo>
                <a:lnTo>
                  <a:pt x="5244084" y="783122"/>
                </a:lnTo>
                <a:lnTo>
                  <a:pt x="5173218" y="780802"/>
                </a:lnTo>
                <a:lnTo>
                  <a:pt x="5102352" y="779921"/>
                </a:lnTo>
                <a:lnTo>
                  <a:pt x="5031486" y="779128"/>
                </a:lnTo>
                <a:lnTo>
                  <a:pt x="4960620" y="777034"/>
                </a:lnTo>
                <a:lnTo>
                  <a:pt x="4889754" y="774075"/>
                </a:lnTo>
                <a:lnTo>
                  <a:pt x="4818888" y="770683"/>
                </a:lnTo>
                <a:lnTo>
                  <a:pt x="4748022" y="767290"/>
                </a:lnTo>
                <a:lnTo>
                  <a:pt x="4677156" y="764331"/>
                </a:lnTo>
                <a:lnTo>
                  <a:pt x="4606290" y="762238"/>
                </a:lnTo>
                <a:lnTo>
                  <a:pt x="4535424" y="761444"/>
                </a:lnTo>
                <a:lnTo>
                  <a:pt x="4464558" y="760725"/>
                </a:lnTo>
                <a:lnTo>
                  <a:pt x="4393692" y="758830"/>
                </a:lnTo>
                <a:lnTo>
                  <a:pt x="4322826" y="756151"/>
                </a:lnTo>
                <a:lnTo>
                  <a:pt x="4251960" y="753080"/>
                </a:lnTo>
                <a:lnTo>
                  <a:pt x="4181094" y="750008"/>
                </a:lnTo>
                <a:lnTo>
                  <a:pt x="4110228" y="747329"/>
                </a:lnTo>
                <a:lnTo>
                  <a:pt x="4039362" y="745434"/>
                </a:lnTo>
                <a:lnTo>
                  <a:pt x="3968496" y="744715"/>
                </a:lnTo>
                <a:lnTo>
                  <a:pt x="3897630" y="744060"/>
                </a:lnTo>
                <a:lnTo>
                  <a:pt x="3826764" y="742331"/>
                </a:lnTo>
                <a:lnTo>
                  <a:pt x="3755898" y="739888"/>
                </a:lnTo>
                <a:lnTo>
                  <a:pt x="3685032" y="737087"/>
                </a:lnTo>
                <a:lnTo>
                  <a:pt x="3614166" y="734287"/>
                </a:lnTo>
                <a:lnTo>
                  <a:pt x="3543300" y="731844"/>
                </a:lnTo>
                <a:lnTo>
                  <a:pt x="3472434" y="730115"/>
                </a:lnTo>
                <a:lnTo>
                  <a:pt x="3401568" y="729460"/>
                </a:lnTo>
                <a:lnTo>
                  <a:pt x="3330702" y="728871"/>
                </a:lnTo>
                <a:lnTo>
                  <a:pt x="3259836" y="727317"/>
                </a:lnTo>
                <a:lnTo>
                  <a:pt x="3188970" y="725120"/>
                </a:lnTo>
                <a:lnTo>
                  <a:pt x="3118104" y="722602"/>
                </a:lnTo>
                <a:lnTo>
                  <a:pt x="3047238" y="720085"/>
                </a:lnTo>
                <a:lnTo>
                  <a:pt x="2976372" y="717888"/>
                </a:lnTo>
                <a:lnTo>
                  <a:pt x="2905506" y="716334"/>
                </a:lnTo>
                <a:lnTo>
                  <a:pt x="2834640" y="715745"/>
                </a:lnTo>
                <a:lnTo>
                  <a:pt x="2763774" y="715219"/>
                </a:lnTo>
                <a:lnTo>
                  <a:pt x="2692908" y="713834"/>
                </a:lnTo>
                <a:lnTo>
                  <a:pt x="2622042" y="711875"/>
                </a:lnTo>
                <a:lnTo>
                  <a:pt x="2551176" y="709629"/>
                </a:lnTo>
                <a:lnTo>
                  <a:pt x="2480310" y="707384"/>
                </a:lnTo>
                <a:lnTo>
                  <a:pt x="2409444" y="705425"/>
                </a:lnTo>
                <a:lnTo>
                  <a:pt x="2338578" y="704039"/>
                </a:lnTo>
                <a:lnTo>
                  <a:pt x="2267712" y="703514"/>
                </a:lnTo>
                <a:lnTo>
                  <a:pt x="2196846" y="703072"/>
                </a:lnTo>
                <a:lnTo>
                  <a:pt x="2125980" y="701907"/>
                </a:lnTo>
                <a:lnTo>
                  <a:pt x="2055114" y="700260"/>
                </a:lnTo>
                <a:lnTo>
                  <a:pt x="1984248" y="698372"/>
                </a:lnTo>
                <a:lnTo>
                  <a:pt x="1913382" y="696484"/>
                </a:lnTo>
                <a:lnTo>
                  <a:pt x="1842516" y="694837"/>
                </a:lnTo>
                <a:lnTo>
                  <a:pt x="1771650" y="693672"/>
                </a:lnTo>
                <a:lnTo>
                  <a:pt x="1700784" y="693230"/>
                </a:lnTo>
                <a:lnTo>
                  <a:pt x="1629918" y="692836"/>
                </a:lnTo>
                <a:lnTo>
                  <a:pt x="1559052" y="691795"/>
                </a:lnTo>
                <a:lnTo>
                  <a:pt x="1488186" y="690324"/>
                </a:lnTo>
                <a:lnTo>
                  <a:pt x="1417320" y="688638"/>
                </a:lnTo>
                <a:lnTo>
                  <a:pt x="1346454" y="686951"/>
                </a:lnTo>
                <a:lnTo>
                  <a:pt x="1275588" y="685480"/>
                </a:lnTo>
                <a:lnTo>
                  <a:pt x="1204722" y="684440"/>
                </a:lnTo>
                <a:lnTo>
                  <a:pt x="1133856" y="684045"/>
                </a:lnTo>
                <a:lnTo>
                  <a:pt x="1062990" y="683690"/>
                </a:lnTo>
                <a:lnTo>
                  <a:pt x="992124" y="682754"/>
                </a:lnTo>
                <a:lnTo>
                  <a:pt x="921258" y="681431"/>
                </a:lnTo>
                <a:lnTo>
                  <a:pt x="850392" y="679914"/>
                </a:lnTo>
                <a:lnTo>
                  <a:pt x="779526" y="678397"/>
                </a:lnTo>
                <a:lnTo>
                  <a:pt x="708660" y="677074"/>
                </a:lnTo>
                <a:lnTo>
                  <a:pt x="637794" y="676138"/>
                </a:lnTo>
                <a:lnTo>
                  <a:pt x="566928" y="675783"/>
                </a:lnTo>
                <a:lnTo>
                  <a:pt x="496062" y="675461"/>
                </a:lnTo>
                <a:lnTo>
                  <a:pt x="425196" y="674612"/>
                </a:lnTo>
                <a:lnTo>
                  <a:pt x="354330" y="673412"/>
                </a:lnTo>
                <a:lnTo>
                  <a:pt x="283464" y="672037"/>
                </a:lnTo>
                <a:lnTo>
                  <a:pt x="212598" y="670661"/>
                </a:lnTo>
                <a:lnTo>
                  <a:pt x="141732" y="669461"/>
                </a:lnTo>
                <a:lnTo>
                  <a:pt x="70866" y="668612"/>
                </a:lnTo>
                <a:lnTo>
                  <a:pt x="0" y="668290"/>
                </a:lnTo>
                <a:close/>
              </a:path>
            </a:pathLst>
          </a:custGeom>
          <a:solidFill>
            <a:srgbClr val="FF6B57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3608488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F6B57"/>
                </a:solidFill>
                <a:latin typeface="Calibri"/>
              </a:rPr>
              <a:t>Sports &amp; Activewear  2,604</a:t>
            </a:r>
          </a:p>
        </p:txBody>
      </p:sp>
      <p:sp>
        <p:nvSpPr>
          <p:cNvPr id="15" name="Freeform 14"/>
          <p:cNvSpPr/>
          <p:nvPr/>
        </p:nvSpPr>
        <p:spPr>
          <a:xfrm>
            <a:off x="822960" y="3975331"/>
            <a:ext cx="8503920" cy="878325"/>
          </a:xfrm>
          <a:custGeom>
            <a:avLst/>
            <a:gdLst/>
            <a:ahLst/>
            <a:cxnLst/>
            <a:rect l="l" t="t" r="r" b="b"/>
            <a:pathLst>
              <a:path w="8503920" h="878325">
                <a:moveTo>
                  <a:pt x="0" y="0"/>
                </a:moveTo>
                <a:lnTo>
                  <a:pt x="70866" y="322"/>
                </a:lnTo>
                <a:lnTo>
                  <a:pt x="141732" y="1171"/>
                </a:lnTo>
                <a:lnTo>
                  <a:pt x="212598" y="2371"/>
                </a:lnTo>
                <a:lnTo>
                  <a:pt x="283464" y="3747"/>
                </a:lnTo>
                <a:lnTo>
                  <a:pt x="354330" y="5122"/>
                </a:lnTo>
                <a:lnTo>
                  <a:pt x="425196" y="6322"/>
                </a:lnTo>
                <a:lnTo>
                  <a:pt x="496062" y="7171"/>
                </a:lnTo>
                <a:lnTo>
                  <a:pt x="566928" y="7493"/>
                </a:lnTo>
                <a:lnTo>
                  <a:pt x="637794" y="7848"/>
                </a:lnTo>
                <a:lnTo>
                  <a:pt x="708660" y="8784"/>
                </a:lnTo>
                <a:lnTo>
                  <a:pt x="779526" y="10107"/>
                </a:lnTo>
                <a:lnTo>
                  <a:pt x="850392" y="11624"/>
                </a:lnTo>
                <a:lnTo>
                  <a:pt x="921258" y="13141"/>
                </a:lnTo>
                <a:lnTo>
                  <a:pt x="992124" y="14464"/>
                </a:lnTo>
                <a:lnTo>
                  <a:pt x="1062990" y="15400"/>
                </a:lnTo>
                <a:lnTo>
                  <a:pt x="1133856" y="15755"/>
                </a:lnTo>
                <a:lnTo>
                  <a:pt x="1204722" y="16150"/>
                </a:lnTo>
                <a:lnTo>
                  <a:pt x="1275588" y="17190"/>
                </a:lnTo>
                <a:lnTo>
                  <a:pt x="1346454" y="18661"/>
                </a:lnTo>
                <a:lnTo>
                  <a:pt x="1417320" y="20348"/>
                </a:lnTo>
                <a:lnTo>
                  <a:pt x="1488186" y="22034"/>
                </a:lnTo>
                <a:lnTo>
                  <a:pt x="1559052" y="23505"/>
                </a:lnTo>
                <a:lnTo>
                  <a:pt x="1629918" y="24546"/>
                </a:lnTo>
                <a:lnTo>
                  <a:pt x="1700784" y="24940"/>
                </a:lnTo>
                <a:lnTo>
                  <a:pt x="1771650" y="25382"/>
                </a:lnTo>
                <a:lnTo>
                  <a:pt x="1842516" y="26547"/>
                </a:lnTo>
                <a:lnTo>
                  <a:pt x="1913382" y="28194"/>
                </a:lnTo>
                <a:lnTo>
                  <a:pt x="1984248" y="30082"/>
                </a:lnTo>
                <a:lnTo>
                  <a:pt x="2055114" y="31970"/>
                </a:lnTo>
                <a:lnTo>
                  <a:pt x="2125980" y="33617"/>
                </a:lnTo>
                <a:lnTo>
                  <a:pt x="2196846" y="34782"/>
                </a:lnTo>
                <a:lnTo>
                  <a:pt x="2267712" y="35224"/>
                </a:lnTo>
                <a:lnTo>
                  <a:pt x="2338578" y="35749"/>
                </a:lnTo>
                <a:lnTo>
                  <a:pt x="2409444" y="37135"/>
                </a:lnTo>
                <a:lnTo>
                  <a:pt x="2480310" y="39094"/>
                </a:lnTo>
                <a:lnTo>
                  <a:pt x="2551176" y="41339"/>
                </a:lnTo>
                <a:lnTo>
                  <a:pt x="2622042" y="43585"/>
                </a:lnTo>
                <a:lnTo>
                  <a:pt x="2692908" y="45544"/>
                </a:lnTo>
                <a:lnTo>
                  <a:pt x="2763774" y="46929"/>
                </a:lnTo>
                <a:lnTo>
                  <a:pt x="2834640" y="47455"/>
                </a:lnTo>
                <a:lnTo>
                  <a:pt x="2905506" y="48044"/>
                </a:lnTo>
                <a:lnTo>
                  <a:pt x="2976372" y="49598"/>
                </a:lnTo>
                <a:lnTo>
                  <a:pt x="3047238" y="51795"/>
                </a:lnTo>
                <a:lnTo>
                  <a:pt x="3118104" y="54312"/>
                </a:lnTo>
                <a:lnTo>
                  <a:pt x="3188970" y="56830"/>
                </a:lnTo>
                <a:lnTo>
                  <a:pt x="3259836" y="59027"/>
                </a:lnTo>
                <a:lnTo>
                  <a:pt x="3330702" y="60581"/>
                </a:lnTo>
                <a:lnTo>
                  <a:pt x="3401568" y="61170"/>
                </a:lnTo>
                <a:lnTo>
                  <a:pt x="3472434" y="61825"/>
                </a:lnTo>
                <a:lnTo>
                  <a:pt x="3543300" y="63554"/>
                </a:lnTo>
                <a:lnTo>
                  <a:pt x="3614166" y="65997"/>
                </a:lnTo>
                <a:lnTo>
                  <a:pt x="3685032" y="68797"/>
                </a:lnTo>
                <a:lnTo>
                  <a:pt x="3755898" y="71598"/>
                </a:lnTo>
                <a:lnTo>
                  <a:pt x="3826764" y="74041"/>
                </a:lnTo>
                <a:lnTo>
                  <a:pt x="3897630" y="75770"/>
                </a:lnTo>
                <a:lnTo>
                  <a:pt x="3968496" y="76425"/>
                </a:lnTo>
                <a:lnTo>
                  <a:pt x="4039362" y="77144"/>
                </a:lnTo>
                <a:lnTo>
                  <a:pt x="4110228" y="79039"/>
                </a:lnTo>
                <a:lnTo>
                  <a:pt x="4181094" y="81718"/>
                </a:lnTo>
                <a:lnTo>
                  <a:pt x="4251960" y="84790"/>
                </a:lnTo>
                <a:lnTo>
                  <a:pt x="4322826" y="87861"/>
                </a:lnTo>
                <a:lnTo>
                  <a:pt x="4393692" y="90540"/>
                </a:lnTo>
                <a:lnTo>
                  <a:pt x="4464558" y="92435"/>
                </a:lnTo>
                <a:lnTo>
                  <a:pt x="4535424" y="93154"/>
                </a:lnTo>
                <a:lnTo>
                  <a:pt x="4606290" y="93948"/>
                </a:lnTo>
                <a:lnTo>
                  <a:pt x="4677156" y="96041"/>
                </a:lnTo>
                <a:lnTo>
                  <a:pt x="4748022" y="99000"/>
                </a:lnTo>
                <a:lnTo>
                  <a:pt x="4818888" y="102393"/>
                </a:lnTo>
                <a:lnTo>
                  <a:pt x="4889754" y="105785"/>
                </a:lnTo>
                <a:lnTo>
                  <a:pt x="4960620" y="108744"/>
                </a:lnTo>
                <a:lnTo>
                  <a:pt x="5031486" y="110838"/>
                </a:lnTo>
                <a:lnTo>
                  <a:pt x="5102352" y="111631"/>
                </a:lnTo>
                <a:lnTo>
                  <a:pt x="5173218" y="112512"/>
                </a:lnTo>
                <a:lnTo>
                  <a:pt x="5244084" y="114832"/>
                </a:lnTo>
                <a:lnTo>
                  <a:pt x="5314950" y="118112"/>
                </a:lnTo>
                <a:lnTo>
                  <a:pt x="5385816" y="121873"/>
                </a:lnTo>
                <a:lnTo>
                  <a:pt x="5456682" y="125634"/>
                </a:lnTo>
                <a:lnTo>
                  <a:pt x="5527548" y="128914"/>
                </a:lnTo>
                <a:lnTo>
                  <a:pt x="5598414" y="131234"/>
                </a:lnTo>
                <a:lnTo>
                  <a:pt x="5669280" y="132114"/>
                </a:lnTo>
                <a:lnTo>
                  <a:pt x="5740146" y="133085"/>
                </a:lnTo>
                <a:lnTo>
                  <a:pt x="5811012" y="135643"/>
                </a:lnTo>
                <a:lnTo>
                  <a:pt x="5881878" y="139259"/>
                </a:lnTo>
                <a:lnTo>
                  <a:pt x="5952744" y="143404"/>
                </a:lnTo>
                <a:lnTo>
                  <a:pt x="6023610" y="147550"/>
                </a:lnTo>
                <a:lnTo>
                  <a:pt x="6094476" y="151166"/>
                </a:lnTo>
                <a:lnTo>
                  <a:pt x="6165342" y="153724"/>
                </a:lnTo>
                <a:lnTo>
                  <a:pt x="6236208" y="154694"/>
                </a:lnTo>
                <a:lnTo>
                  <a:pt x="6307074" y="155745"/>
                </a:lnTo>
                <a:lnTo>
                  <a:pt x="6377940" y="158515"/>
                </a:lnTo>
                <a:lnTo>
                  <a:pt x="6448806" y="162432"/>
                </a:lnTo>
                <a:lnTo>
                  <a:pt x="6519672" y="166922"/>
                </a:lnTo>
                <a:lnTo>
                  <a:pt x="6590538" y="171412"/>
                </a:lnTo>
                <a:lnTo>
                  <a:pt x="6661404" y="175328"/>
                </a:lnTo>
                <a:lnTo>
                  <a:pt x="6732270" y="178099"/>
                </a:lnTo>
                <a:lnTo>
                  <a:pt x="6803136" y="179150"/>
                </a:lnTo>
                <a:lnTo>
                  <a:pt x="6874002" y="180283"/>
                </a:lnTo>
                <a:lnTo>
                  <a:pt x="6944868" y="183270"/>
                </a:lnTo>
                <a:lnTo>
                  <a:pt x="7015734" y="187493"/>
                </a:lnTo>
                <a:lnTo>
                  <a:pt x="7086600" y="192334"/>
                </a:lnTo>
                <a:lnTo>
                  <a:pt x="7157466" y="197175"/>
                </a:lnTo>
                <a:lnTo>
                  <a:pt x="7228332" y="201398"/>
                </a:lnTo>
                <a:lnTo>
                  <a:pt x="7299198" y="204385"/>
                </a:lnTo>
                <a:lnTo>
                  <a:pt x="7370064" y="205518"/>
                </a:lnTo>
                <a:lnTo>
                  <a:pt x="7440930" y="206730"/>
                </a:lnTo>
                <a:lnTo>
                  <a:pt x="7511796" y="209926"/>
                </a:lnTo>
                <a:lnTo>
                  <a:pt x="7582662" y="214443"/>
                </a:lnTo>
                <a:lnTo>
                  <a:pt x="7653528" y="219622"/>
                </a:lnTo>
                <a:lnTo>
                  <a:pt x="7724394" y="224800"/>
                </a:lnTo>
                <a:lnTo>
                  <a:pt x="7795260" y="229318"/>
                </a:lnTo>
                <a:lnTo>
                  <a:pt x="7866126" y="232513"/>
                </a:lnTo>
                <a:lnTo>
                  <a:pt x="7936992" y="233725"/>
                </a:lnTo>
                <a:lnTo>
                  <a:pt x="8007858" y="235017"/>
                </a:lnTo>
                <a:lnTo>
                  <a:pt x="8078724" y="238422"/>
                </a:lnTo>
                <a:lnTo>
                  <a:pt x="8149590" y="243237"/>
                </a:lnTo>
                <a:lnTo>
                  <a:pt x="8220456" y="248756"/>
                </a:lnTo>
                <a:lnTo>
                  <a:pt x="8291322" y="254276"/>
                </a:lnTo>
                <a:lnTo>
                  <a:pt x="8362188" y="259090"/>
                </a:lnTo>
                <a:lnTo>
                  <a:pt x="8433054" y="262496"/>
                </a:lnTo>
                <a:lnTo>
                  <a:pt x="8503920" y="263788"/>
                </a:lnTo>
                <a:lnTo>
                  <a:pt x="8503920" y="878325"/>
                </a:lnTo>
                <a:lnTo>
                  <a:pt x="8433054" y="875111"/>
                </a:lnTo>
                <a:lnTo>
                  <a:pt x="8362188" y="866639"/>
                </a:lnTo>
                <a:lnTo>
                  <a:pt x="8291322" y="854662"/>
                </a:lnTo>
                <a:lnTo>
                  <a:pt x="8220456" y="840932"/>
                </a:lnTo>
                <a:lnTo>
                  <a:pt x="8149590" y="827202"/>
                </a:lnTo>
                <a:lnTo>
                  <a:pt x="8078724" y="815224"/>
                </a:lnTo>
                <a:lnTo>
                  <a:pt x="8007858" y="806752"/>
                </a:lnTo>
                <a:lnTo>
                  <a:pt x="7936992" y="803539"/>
                </a:lnTo>
                <a:lnTo>
                  <a:pt x="7866126" y="800523"/>
                </a:lnTo>
                <a:lnTo>
                  <a:pt x="7795260" y="792573"/>
                </a:lnTo>
                <a:lnTo>
                  <a:pt x="7724394" y="781333"/>
                </a:lnTo>
                <a:lnTo>
                  <a:pt x="7653528" y="768448"/>
                </a:lnTo>
                <a:lnTo>
                  <a:pt x="7582662" y="755563"/>
                </a:lnTo>
                <a:lnTo>
                  <a:pt x="7511796" y="744323"/>
                </a:lnTo>
                <a:lnTo>
                  <a:pt x="7440930" y="736372"/>
                </a:lnTo>
                <a:lnTo>
                  <a:pt x="7370064" y="733357"/>
                </a:lnTo>
                <a:lnTo>
                  <a:pt x="7299198" y="730538"/>
                </a:lnTo>
                <a:lnTo>
                  <a:pt x="7228332" y="723107"/>
                </a:lnTo>
                <a:lnTo>
                  <a:pt x="7157466" y="712601"/>
                </a:lnTo>
                <a:lnTo>
                  <a:pt x="7086600" y="700558"/>
                </a:lnTo>
                <a:lnTo>
                  <a:pt x="7015734" y="688515"/>
                </a:lnTo>
                <a:lnTo>
                  <a:pt x="6944868" y="678009"/>
                </a:lnTo>
                <a:lnTo>
                  <a:pt x="6874002" y="670578"/>
                </a:lnTo>
                <a:lnTo>
                  <a:pt x="6803136" y="667760"/>
                </a:lnTo>
                <a:lnTo>
                  <a:pt x="6732270" y="665143"/>
                </a:lnTo>
                <a:lnTo>
                  <a:pt x="6661404" y="658244"/>
                </a:lnTo>
                <a:lnTo>
                  <a:pt x="6590538" y="648490"/>
                </a:lnTo>
                <a:lnTo>
                  <a:pt x="6519672" y="637309"/>
                </a:lnTo>
                <a:lnTo>
                  <a:pt x="6448806" y="626128"/>
                </a:lnTo>
                <a:lnTo>
                  <a:pt x="6377940" y="616374"/>
                </a:lnTo>
                <a:lnTo>
                  <a:pt x="6307074" y="609475"/>
                </a:lnTo>
                <a:lnTo>
                  <a:pt x="6236208" y="606859"/>
                </a:lnTo>
                <a:lnTo>
                  <a:pt x="6165342" y="604441"/>
                </a:lnTo>
                <a:lnTo>
                  <a:pt x="6094476" y="598068"/>
                </a:lnTo>
                <a:lnTo>
                  <a:pt x="6023610" y="589058"/>
                </a:lnTo>
                <a:lnTo>
                  <a:pt x="5952744" y="578729"/>
                </a:lnTo>
                <a:lnTo>
                  <a:pt x="5881878" y="568400"/>
                </a:lnTo>
                <a:lnTo>
                  <a:pt x="5811012" y="559389"/>
                </a:lnTo>
                <a:lnTo>
                  <a:pt x="5740146" y="553016"/>
                </a:lnTo>
                <a:lnTo>
                  <a:pt x="5669280" y="550599"/>
                </a:lnTo>
                <a:lnTo>
                  <a:pt x="5598414" y="548393"/>
                </a:lnTo>
                <a:lnTo>
                  <a:pt x="5527548" y="542576"/>
                </a:lnTo>
                <a:lnTo>
                  <a:pt x="5456682" y="534353"/>
                </a:lnTo>
                <a:lnTo>
                  <a:pt x="5385816" y="524926"/>
                </a:lnTo>
                <a:lnTo>
                  <a:pt x="5314950" y="515500"/>
                </a:lnTo>
                <a:lnTo>
                  <a:pt x="5244084" y="507277"/>
                </a:lnTo>
                <a:lnTo>
                  <a:pt x="5173218" y="501460"/>
                </a:lnTo>
                <a:lnTo>
                  <a:pt x="5102352" y="499254"/>
                </a:lnTo>
                <a:lnTo>
                  <a:pt x="5031486" y="497249"/>
                </a:lnTo>
                <a:lnTo>
                  <a:pt x="4960620" y="491964"/>
                </a:lnTo>
                <a:lnTo>
                  <a:pt x="4889754" y="484491"/>
                </a:lnTo>
                <a:lnTo>
                  <a:pt x="4818888" y="475925"/>
                </a:lnTo>
                <a:lnTo>
                  <a:pt x="4748022" y="467359"/>
                </a:lnTo>
                <a:lnTo>
                  <a:pt x="4677156" y="459886"/>
                </a:lnTo>
                <a:lnTo>
                  <a:pt x="4606290" y="454600"/>
                </a:lnTo>
                <a:lnTo>
                  <a:pt x="4535424" y="452595"/>
                </a:lnTo>
                <a:lnTo>
                  <a:pt x="4464558" y="450772"/>
                </a:lnTo>
                <a:lnTo>
                  <a:pt x="4393692" y="445966"/>
                </a:lnTo>
                <a:lnTo>
                  <a:pt x="4322826" y="439171"/>
                </a:lnTo>
                <a:lnTo>
                  <a:pt x="4251960" y="431382"/>
                </a:lnTo>
                <a:lnTo>
                  <a:pt x="4181094" y="423593"/>
                </a:lnTo>
                <a:lnTo>
                  <a:pt x="4110228" y="416798"/>
                </a:lnTo>
                <a:lnTo>
                  <a:pt x="4039362" y="411992"/>
                </a:lnTo>
                <a:lnTo>
                  <a:pt x="3968496" y="410168"/>
                </a:lnTo>
                <a:lnTo>
                  <a:pt x="3897630" y="408491"/>
                </a:lnTo>
                <a:lnTo>
                  <a:pt x="3826764" y="404068"/>
                </a:lnTo>
                <a:lnTo>
                  <a:pt x="3755898" y="397815"/>
                </a:lnTo>
                <a:lnTo>
                  <a:pt x="3685032" y="390647"/>
                </a:lnTo>
                <a:lnTo>
                  <a:pt x="3614166" y="383480"/>
                </a:lnTo>
                <a:lnTo>
                  <a:pt x="3543300" y="377227"/>
                </a:lnTo>
                <a:lnTo>
                  <a:pt x="3472434" y="372804"/>
                </a:lnTo>
                <a:lnTo>
                  <a:pt x="3401568" y="371126"/>
                </a:lnTo>
                <a:lnTo>
                  <a:pt x="3330702" y="369593"/>
                </a:lnTo>
                <a:lnTo>
                  <a:pt x="3259836" y="365549"/>
                </a:lnTo>
                <a:lnTo>
                  <a:pt x="3188970" y="359832"/>
                </a:lnTo>
                <a:lnTo>
                  <a:pt x="3118104" y="353278"/>
                </a:lnTo>
                <a:lnTo>
                  <a:pt x="3047238" y="346724"/>
                </a:lnTo>
                <a:lnTo>
                  <a:pt x="2976372" y="341007"/>
                </a:lnTo>
                <a:lnTo>
                  <a:pt x="2905506" y="336964"/>
                </a:lnTo>
                <a:lnTo>
                  <a:pt x="2834640" y="335430"/>
                </a:lnTo>
                <a:lnTo>
                  <a:pt x="2763774" y="334030"/>
                </a:lnTo>
                <a:lnTo>
                  <a:pt x="2692908" y="330339"/>
                </a:lnTo>
                <a:lnTo>
                  <a:pt x="2622042" y="325121"/>
                </a:lnTo>
                <a:lnTo>
                  <a:pt x="2551176" y="319140"/>
                </a:lnTo>
                <a:lnTo>
                  <a:pt x="2480310" y="313158"/>
                </a:lnTo>
                <a:lnTo>
                  <a:pt x="2409444" y="307940"/>
                </a:lnTo>
                <a:lnTo>
                  <a:pt x="2338578" y="304249"/>
                </a:lnTo>
                <a:lnTo>
                  <a:pt x="2267712" y="302850"/>
                </a:lnTo>
                <a:lnTo>
                  <a:pt x="2196846" y="301632"/>
                </a:lnTo>
                <a:lnTo>
                  <a:pt x="2125980" y="298421"/>
                </a:lnTo>
                <a:lnTo>
                  <a:pt x="2055114" y="293881"/>
                </a:lnTo>
                <a:lnTo>
                  <a:pt x="1984248" y="288677"/>
                </a:lnTo>
                <a:lnTo>
                  <a:pt x="1913382" y="283473"/>
                </a:lnTo>
                <a:lnTo>
                  <a:pt x="1842516" y="278934"/>
                </a:lnTo>
                <a:lnTo>
                  <a:pt x="1771650" y="275723"/>
                </a:lnTo>
                <a:lnTo>
                  <a:pt x="1700784" y="274505"/>
                </a:lnTo>
                <a:lnTo>
                  <a:pt x="1629918" y="273394"/>
                </a:lnTo>
                <a:lnTo>
                  <a:pt x="1559052" y="270465"/>
                </a:lnTo>
                <a:lnTo>
                  <a:pt x="1488186" y="266325"/>
                </a:lnTo>
                <a:lnTo>
                  <a:pt x="1417320" y="261578"/>
                </a:lnTo>
                <a:lnTo>
                  <a:pt x="1346454" y="256831"/>
                </a:lnTo>
                <a:lnTo>
                  <a:pt x="1275588" y="252691"/>
                </a:lnTo>
                <a:lnTo>
                  <a:pt x="1204722" y="249762"/>
                </a:lnTo>
                <a:lnTo>
                  <a:pt x="1133856" y="248651"/>
                </a:lnTo>
                <a:lnTo>
                  <a:pt x="1062990" y="247643"/>
                </a:lnTo>
                <a:lnTo>
                  <a:pt x="992124" y="244985"/>
                </a:lnTo>
                <a:lnTo>
                  <a:pt x="921258" y="241227"/>
                </a:lnTo>
                <a:lnTo>
                  <a:pt x="850392" y="236919"/>
                </a:lnTo>
                <a:lnTo>
                  <a:pt x="779526" y="232612"/>
                </a:lnTo>
                <a:lnTo>
                  <a:pt x="708660" y="228854"/>
                </a:lnTo>
                <a:lnTo>
                  <a:pt x="637794" y="226196"/>
                </a:lnTo>
                <a:lnTo>
                  <a:pt x="566928" y="225188"/>
                </a:lnTo>
                <a:lnTo>
                  <a:pt x="496062" y="224269"/>
                </a:lnTo>
                <a:lnTo>
                  <a:pt x="425196" y="221846"/>
                </a:lnTo>
                <a:lnTo>
                  <a:pt x="354330" y="218421"/>
                </a:lnTo>
                <a:lnTo>
                  <a:pt x="283464" y="214494"/>
                </a:lnTo>
                <a:lnTo>
                  <a:pt x="212598" y="210568"/>
                </a:lnTo>
                <a:lnTo>
                  <a:pt x="141732" y="207143"/>
                </a:lnTo>
                <a:lnTo>
                  <a:pt x="70866" y="204720"/>
                </a:lnTo>
                <a:lnTo>
                  <a:pt x="0" y="203801"/>
                </a:lnTo>
                <a:close/>
              </a:path>
            </a:pathLst>
          </a:custGeom>
          <a:solidFill>
            <a:srgbClr val="A78BFA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4381795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Calibri"/>
              </a:rPr>
              <a:t>Medical &amp; Healthcare  1,717</a:t>
            </a:r>
          </a:p>
        </p:txBody>
      </p:sp>
      <p:sp>
        <p:nvSpPr>
          <p:cNvPr id="17" name="Freeform 16"/>
          <p:cNvSpPr/>
          <p:nvPr/>
        </p:nvSpPr>
        <p:spPr>
          <a:xfrm>
            <a:off x="822960" y="4179132"/>
            <a:ext cx="8503920" cy="1227880"/>
          </a:xfrm>
          <a:custGeom>
            <a:avLst/>
            <a:gdLst/>
            <a:ahLst/>
            <a:cxnLst/>
            <a:rect l="l" t="t" r="r" b="b"/>
            <a:pathLst>
              <a:path w="8503920" h="1227880">
                <a:moveTo>
                  <a:pt x="0" y="0"/>
                </a:moveTo>
                <a:lnTo>
                  <a:pt x="70866" y="919"/>
                </a:lnTo>
                <a:lnTo>
                  <a:pt x="141732" y="3342"/>
                </a:lnTo>
                <a:lnTo>
                  <a:pt x="212598" y="6767"/>
                </a:lnTo>
                <a:lnTo>
                  <a:pt x="283464" y="10693"/>
                </a:lnTo>
                <a:lnTo>
                  <a:pt x="354330" y="14620"/>
                </a:lnTo>
                <a:lnTo>
                  <a:pt x="425196" y="18045"/>
                </a:lnTo>
                <a:lnTo>
                  <a:pt x="496062" y="20468"/>
                </a:lnTo>
                <a:lnTo>
                  <a:pt x="566928" y="21387"/>
                </a:lnTo>
                <a:lnTo>
                  <a:pt x="637794" y="22395"/>
                </a:lnTo>
                <a:lnTo>
                  <a:pt x="708660" y="25053"/>
                </a:lnTo>
                <a:lnTo>
                  <a:pt x="779526" y="28811"/>
                </a:lnTo>
                <a:lnTo>
                  <a:pt x="850392" y="33118"/>
                </a:lnTo>
                <a:lnTo>
                  <a:pt x="921258" y="37426"/>
                </a:lnTo>
                <a:lnTo>
                  <a:pt x="992124" y="41184"/>
                </a:lnTo>
                <a:lnTo>
                  <a:pt x="1062990" y="43842"/>
                </a:lnTo>
                <a:lnTo>
                  <a:pt x="1133856" y="44850"/>
                </a:lnTo>
                <a:lnTo>
                  <a:pt x="1204722" y="45961"/>
                </a:lnTo>
                <a:lnTo>
                  <a:pt x="1275588" y="48890"/>
                </a:lnTo>
                <a:lnTo>
                  <a:pt x="1346454" y="53030"/>
                </a:lnTo>
                <a:lnTo>
                  <a:pt x="1417320" y="57777"/>
                </a:lnTo>
                <a:lnTo>
                  <a:pt x="1488186" y="62524"/>
                </a:lnTo>
                <a:lnTo>
                  <a:pt x="1559052" y="66664"/>
                </a:lnTo>
                <a:lnTo>
                  <a:pt x="1629918" y="69593"/>
                </a:lnTo>
                <a:lnTo>
                  <a:pt x="1700784" y="70704"/>
                </a:lnTo>
                <a:lnTo>
                  <a:pt x="1771650" y="71922"/>
                </a:lnTo>
                <a:lnTo>
                  <a:pt x="1842516" y="75133"/>
                </a:lnTo>
                <a:lnTo>
                  <a:pt x="1913382" y="79672"/>
                </a:lnTo>
                <a:lnTo>
                  <a:pt x="1984248" y="84876"/>
                </a:lnTo>
                <a:lnTo>
                  <a:pt x="2055114" y="90080"/>
                </a:lnTo>
                <a:lnTo>
                  <a:pt x="2125980" y="94620"/>
                </a:lnTo>
                <a:lnTo>
                  <a:pt x="2196846" y="97831"/>
                </a:lnTo>
                <a:lnTo>
                  <a:pt x="2267712" y="99049"/>
                </a:lnTo>
                <a:lnTo>
                  <a:pt x="2338578" y="100448"/>
                </a:lnTo>
                <a:lnTo>
                  <a:pt x="2409444" y="104139"/>
                </a:lnTo>
                <a:lnTo>
                  <a:pt x="2480310" y="109357"/>
                </a:lnTo>
                <a:lnTo>
                  <a:pt x="2551176" y="115339"/>
                </a:lnTo>
                <a:lnTo>
                  <a:pt x="2622042" y="121320"/>
                </a:lnTo>
                <a:lnTo>
                  <a:pt x="2692908" y="126538"/>
                </a:lnTo>
                <a:lnTo>
                  <a:pt x="2763774" y="130229"/>
                </a:lnTo>
                <a:lnTo>
                  <a:pt x="2834640" y="131629"/>
                </a:lnTo>
                <a:lnTo>
                  <a:pt x="2905506" y="133163"/>
                </a:lnTo>
                <a:lnTo>
                  <a:pt x="2976372" y="137206"/>
                </a:lnTo>
                <a:lnTo>
                  <a:pt x="3047238" y="142923"/>
                </a:lnTo>
                <a:lnTo>
                  <a:pt x="3118104" y="149477"/>
                </a:lnTo>
                <a:lnTo>
                  <a:pt x="3188970" y="156031"/>
                </a:lnTo>
                <a:lnTo>
                  <a:pt x="3259836" y="161748"/>
                </a:lnTo>
                <a:lnTo>
                  <a:pt x="3330702" y="165792"/>
                </a:lnTo>
                <a:lnTo>
                  <a:pt x="3401568" y="167325"/>
                </a:lnTo>
                <a:lnTo>
                  <a:pt x="3472434" y="169003"/>
                </a:lnTo>
                <a:lnTo>
                  <a:pt x="3543300" y="173426"/>
                </a:lnTo>
                <a:lnTo>
                  <a:pt x="3614166" y="179679"/>
                </a:lnTo>
                <a:lnTo>
                  <a:pt x="3685032" y="186846"/>
                </a:lnTo>
                <a:lnTo>
                  <a:pt x="3755898" y="194014"/>
                </a:lnTo>
                <a:lnTo>
                  <a:pt x="3826764" y="200267"/>
                </a:lnTo>
                <a:lnTo>
                  <a:pt x="3897630" y="204690"/>
                </a:lnTo>
                <a:lnTo>
                  <a:pt x="3968496" y="206367"/>
                </a:lnTo>
                <a:lnTo>
                  <a:pt x="4039362" y="208191"/>
                </a:lnTo>
                <a:lnTo>
                  <a:pt x="4110228" y="212997"/>
                </a:lnTo>
                <a:lnTo>
                  <a:pt x="4181094" y="219792"/>
                </a:lnTo>
                <a:lnTo>
                  <a:pt x="4251960" y="227581"/>
                </a:lnTo>
                <a:lnTo>
                  <a:pt x="4322826" y="235370"/>
                </a:lnTo>
                <a:lnTo>
                  <a:pt x="4393692" y="242165"/>
                </a:lnTo>
                <a:lnTo>
                  <a:pt x="4464558" y="246971"/>
                </a:lnTo>
                <a:lnTo>
                  <a:pt x="4535424" y="248794"/>
                </a:lnTo>
                <a:lnTo>
                  <a:pt x="4606290" y="250799"/>
                </a:lnTo>
                <a:lnTo>
                  <a:pt x="4677156" y="256085"/>
                </a:lnTo>
                <a:lnTo>
                  <a:pt x="4748022" y="263558"/>
                </a:lnTo>
                <a:lnTo>
                  <a:pt x="4818888" y="272124"/>
                </a:lnTo>
                <a:lnTo>
                  <a:pt x="4889754" y="280690"/>
                </a:lnTo>
                <a:lnTo>
                  <a:pt x="4960620" y="288163"/>
                </a:lnTo>
                <a:lnTo>
                  <a:pt x="5031486" y="293448"/>
                </a:lnTo>
                <a:lnTo>
                  <a:pt x="5102352" y="295453"/>
                </a:lnTo>
                <a:lnTo>
                  <a:pt x="5173218" y="297659"/>
                </a:lnTo>
                <a:lnTo>
                  <a:pt x="5244084" y="303476"/>
                </a:lnTo>
                <a:lnTo>
                  <a:pt x="5314950" y="311699"/>
                </a:lnTo>
                <a:lnTo>
                  <a:pt x="5385816" y="321125"/>
                </a:lnTo>
                <a:lnTo>
                  <a:pt x="5456682" y="330552"/>
                </a:lnTo>
                <a:lnTo>
                  <a:pt x="5527548" y="338775"/>
                </a:lnTo>
                <a:lnTo>
                  <a:pt x="5598414" y="344592"/>
                </a:lnTo>
                <a:lnTo>
                  <a:pt x="5669280" y="346798"/>
                </a:lnTo>
                <a:lnTo>
                  <a:pt x="5740146" y="349215"/>
                </a:lnTo>
                <a:lnTo>
                  <a:pt x="5811012" y="355588"/>
                </a:lnTo>
                <a:lnTo>
                  <a:pt x="5881878" y="364599"/>
                </a:lnTo>
                <a:lnTo>
                  <a:pt x="5952744" y="374928"/>
                </a:lnTo>
                <a:lnTo>
                  <a:pt x="6023610" y="385257"/>
                </a:lnTo>
                <a:lnTo>
                  <a:pt x="6094476" y="394267"/>
                </a:lnTo>
                <a:lnTo>
                  <a:pt x="6165342" y="400640"/>
                </a:lnTo>
                <a:lnTo>
                  <a:pt x="6236208" y="403058"/>
                </a:lnTo>
                <a:lnTo>
                  <a:pt x="6307074" y="405674"/>
                </a:lnTo>
                <a:lnTo>
                  <a:pt x="6377940" y="412573"/>
                </a:lnTo>
                <a:lnTo>
                  <a:pt x="6448806" y="422327"/>
                </a:lnTo>
                <a:lnTo>
                  <a:pt x="6519672" y="433508"/>
                </a:lnTo>
                <a:lnTo>
                  <a:pt x="6590538" y="444689"/>
                </a:lnTo>
                <a:lnTo>
                  <a:pt x="6661404" y="454443"/>
                </a:lnTo>
                <a:lnTo>
                  <a:pt x="6732270" y="461342"/>
                </a:lnTo>
                <a:lnTo>
                  <a:pt x="6803136" y="463959"/>
                </a:lnTo>
                <a:lnTo>
                  <a:pt x="6874002" y="466777"/>
                </a:lnTo>
                <a:lnTo>
                  <a:pt x="6944868" y="474208"/>
                </a:lnTo>
                <a:lnTo>
                  <a:pt x="7015734" y="484714"/>
                </a:lnTo>
                <a:lnTo>
                  <a:pt x="7086600" y="496757"/>
                </a:lnTo>
                <a:lnTo>
                  <a:pt x="7157466" y="508800"/>
                </a:lnTo>
                <a:lnTo>
                  <a:pt x="7228332" y="519306"/>
                </a:lnTo>
                <a:lnTo>
                  <a:pt x="7299198" y="526737"/>
                </a:lnTo>
                <a:lnTo>
                  <a:pt x="7370064" y="529556"/>
                </a:lnTo>
                <a:lnTo>
                  <a:pt x="7440930" y="532571"/>
                </a:lnTo>
                <a:lnTo>
                  <a:pt x="7511796" y="540522"/>
                </a:lnTo>
                <a:lnTo>
                  <a:pt x="7582662" y="551762"/>
                </a:lnTo>
                <a:lnTo>
                  <a:pt x="7653528" y="564647"/>
                </a:lnTo>
                <a:lnTo>
                  <a:pt x="7724394" y="577532"/>
                </a:lnTo>
                <a:lnTo>
                  <a:pt x="7795260" y="588772"/>
                </a:lnTo>
                <a:lnTo>
                  <a:pt x="7866126" y="596722"/>
                </a:lnTo>
                <a:lnTo>
                  <a:pt x="7936992" y="599738"/>
                </a:lnTo>
                <a:lnTo>
                  <a:pt x="8007858" y="602951"/>
                </a:lnTo>
                <a:lnTo>
                  <a:pt x="8078724" y="611423"/>
                </a:lnTo>
                <a:lnTo>
                  <a:pt x="8149590" y="623401"/>
                </a:lnTo>
                <a:lnTo>
                  <a:pt x="8220456" y="637131"/>
                </a:lnTo>
                <a:lnTo>
                  <a:pt x="8291322" y="650861"/>
                </a:lnTo>
                <a:lnTo>
                  <a:pt x="8362188" y="662838"/>
                </a:lnTo>
                <a:lnTo>
                  <a:pt x="8433054" y="671310"/>
                </a:lnTo>
                <a:lnTo>
                  <a:pt x="8503920" y="674524"/>
                </a:lnTo>
                <a:lnTo>
                  <a:pt x="8503920" y="1227880"/>
                </a:lnTo>
                <a:lnTo>
                  <a:pt x="8433054" y="1223212"/>
                </a:lnTo>
                <a:lnTo>
                  <a:pt x="8362188" y="1210904"/>
                </a:lnTo>
                <a:lnTo>
                  <a:pt x="8291322" y="1193503"/>
                </a:lnTo>
                <a:lnTo>
                  <a:pt x="8220456" y="1173556"/>
                </a:lnTo>
                <a:lnTo>
                  <a:pt x="8149590" y="1153608"/>
                </a:lnTo>
                <a:lnTo>
                  <a:pt x="8078724" y="1136207"/>
                </a:lnTo>
                <a:lnTo>
                  <a:pt x="8007858" y="1123899"/>
                </a:lnTo>
                <a:lnTo>
                  <a:pt x="7936992" y="1119231"/>
                </a:lnTo>
                <a:lnTo>
                  <a:pt x="7866126" y="1114835"/>
                </a:lnTo>
                <a:lnTo>
                  <a:pt x="7795260" y="1103246"/>
                </a:lnTo>
                <a:lnTo>
                  <a:pt x="7724394" y="1086862"/>
                </a:lnTo>
                <a:lnTo>
                  <a:pt x="7653528" y="1068081"/>
                </a:lnTo>
                <a:lnTo>
                  <a:pt x="7582662" y="1049299"/>
                </a:lnTo>
                <a:lnTo>
                  <a:pt x="7511796" y="1032915"/>
                </a:lnTo>
                <a:lnTo>
                  <a:pt x="7440930" y="1021326"/>
                </a:lnTo>
                <a:lnTo>
                  <a:pt x="7370064" y="1016931"/>
                </a:lnTo>
                <a:lnTo>
                  <a:pt x="7299198" y="1012811"/>
                </a:lnTo>
                <a:lnTo>
                  <a:pt x="7228332" y="1001951"/>
                </a:lnTo>
                <a:lnTo>
                  <a:pt x="7157466" y="986597"/>
                </a:lnTo>
                <a:lnTo>
                  <a:pt x="7086600" y="968995"/>
                </a:lnTo>
                <a:lnTo>
                  <a:pt x="7015734" y="951394"/>
                </a:lnTo>
                <a:lnTo>
                  <a:pt x="6944868" y="936040"/>
                </a:lnTo>
                <a:lnTo>
                  <a:pt x="6874002" y="925179"/>
                </a:lnTo>
                <a:lnTo>
                  <a:pt x="6803136" y="921060"/>
                </a:lnTo>
                <a:lnTo>
                  <a:pt x="6732270" y="917224"/>
                </a:lnTo>
                <a:lnTo>
                  <a:pt x="6661404" y="907109"/>
                </a:lnTo>
                <a:lnTo>
                  <a:pt x="6590538" y="892810"/>
                </a:lnTo>
                <a:lnTo>
                  <a:pt x="6519672" y="876418"/>
                </a:lnTo>
                <a:lnTo>
                  <a:pt x="6448806" y="860026"/>
                </a:lnTo>
                <a:lnTo>
                  <a:pt x="6377940" y="845727"/>
                </a:lnTo>
                <a:lnTo>
                  <a:pt x="6307074" y="835613"/>
                </a:lnTo>
                <a:lnTo>
                  <a:pt x="6236208" y="831776"/>
                </a:lnTo>
                <a:lnTo>
                  <a:pt x="6165342" y="828223"/>
                </a:lnTo>
                <a:lnTo>
                  <a:pt x="6094476" y="818855"/>
                </a:lnTo>
                <a:lnTo>
                  <a:pt x="6023610" y="805610"/>
                </a:lnTo>
                <a:lnTo>
                  <a:pt x="5952744" y="790427"/>
                </a:lnTo>
                <a:lnTo>
                  <a:pt x="5881878" y="775244"/>
                </a:lnTo>
                <a:lnTo>
                  <a:pt x="5811012" y="761999"/>
                </a:lnTo>
                <a:lnTo>
                  <a:pt x="5740146" y="752630"/>
                </a:lnTo>
                <a:lnTo>
                  <a:pt x="5669280" y="749077"/>
                </a:lnTo>
                <a:lnTo>
                  <a:pt x="5598414" y="745824"/>
                </a:lnTo>
                <a:lnTo>
                  <a:pt x="5527548" y="737249"/>
                </a:lnTo>
                <a:lnTo>
                  <a:pt x="5456682" y="725125"/>
                </a:lnTo>
                <a:lnTo>
                  <a:pt x="5385816" y="711227"/>
                </a:lnTo>
                <a:lnTo>
                  <a:pt x="5314950" y="697329"/>
                </a:lnTo>
                <a:lnTo>
                  <a:pt x="5244084" y="685205"/>
                </a:lnTo>
                <a:lnTo>
                  <a:pt x="5173218" y="676630"/>
                </a:lnTo>
                <a:lnTo>
                  <a:pt x="5102352" y="673377"/>
                </a:lnTo>
                <a:lnTo>
                  <a:pt x="5031486" y="670420"/>
                </a:lnTo>
                <a:lnTo>
                  <a:pt x="4960620" y="662623"/>
                </a:lnTo>
                <a:lnTo>
                  <a:pt x="4889754" y="651599"/>
                </a:lnTo>
                <a:lnTo>
                  <a:pt x="4818888" y="638962"/>
                </a:lnTo>
                <a:lnTo>
                  <a:pt x="4748022" y="626326"/>
                </a:lnTo>
                <a:lnTo>
                  <a:pt x="4677156" y="615302"/>
                </a:lnTo>
                <a:lnTo>
                  <a:pt x="4606290" y="607505"/>
                </a:lnTo>
                <a:lnTo>
                  <a:pt x="4535424" y="604548"/>
                </a:lnTo>
                <a:lnTo>
                  <a:pt x="4464558" y="601857"/>
                </a:lnTo>
                <a:lnTo>
                  <a:pt x="4393692" y="594764"/>
                </a:lnTo>
                <a:lnTo>
                  <a:pt x="4322826" y="584735"/>
                </a:lnTo>
                <a:lnTo>
                  <a:pt x="4251960" y="573239"/>
                </a:lnTo>
                <a:lnTo>
                  <a:pt x="4181094" y="561743"/>
                </a:lnTo>
                <a:lnTo>
                  <a:pt x="4110228" y="551714"/>
                </a:lnTo>
                <a:lnTo>
                  <a:pt x="4039362" y="544621"/>
                </a:lnTo>
                <a:lnTo>
                  <a:pt x="3968496" y="541930"/>
                </a:lnTo>
                <a:lnTo>
                  <a:pt x="3897630" y="539448"/>
                </a:lnTo>
                <a:lnTo>
                  <a:pt x="3826764" y="532903"/>
                </a:lnTo>
                <a:lnTo>
                  <a:pt x="3755898" y="523649"/>
                </a:lnTo>
                <a:lnTo>
                  <a:pt x="3685032" y="513042"/>
                </a:lnTo>
                <a:lnTo>
                  <a:pt x="3614166" y="502434"/>
                </a:lnTo>
                <a:lnTo>
                  <a:pt x="3543300" y="493181"/>
                </a:lnTo>
                <a:lnTo>
                  <a:pt x="3472434" y="486636"/>
                </a:lnTo>
                <a:lnTo>
                  <a:pt x="3401568" y="484153"/>
                </a:lnTo>
                <a:lnTo>
                  <a:pt x="3330702" y="481875"/>
                </a:lnTo>
                <a:lnTo>
                  <a:pt x="3259836" y="475868"/>
                </a:lnTo>
                <a:lnTo>
                  <a:pt x="3188970" y="467376"/>
                </a:lnTo>
                <a:lnTo>
                  <a:pt x="3118104" y="457642"/>
                </a:lnTo>
                <a:lnTo>
                  <a:pt x="3047238" y="447908"/>
                </a:lnTo>
                <a:lnTo>
                  <a:pt x="2976372" y="439416"/>
                </a:lnTo>
                <a:lnTo>
                  <a:pt x="2905506" y="433409"/>
                </a:lnTo>
                <a:lnTo>
                  <a:pt x="2834640" y="431131"/>
                </a:lnTo>
                <a:lnTo>
                  <a:pt x="2763774" y="429039"/>
                </a:lnTo>
                <a:lnTo>
                  <a:pt x="2692908" y="423525"/>
                </a:lnTo>
                <a:lnTo>
                  <a:pt x="2622042" y="415729"/>
                </a:lnTo>
                <a:lnTo>
                  <a:pt x="2551176" y="406791"/>
                </a:lnTo>
                <a:lnTo>
                  <a:pt x="2480310" y="397854"/>
                </a:lnTo>
                <a:lnTo>
                  <a:pt x="2409444" y="390058"/>
                </a:lnTo>
                <a:lnTo>
                  <a:pt x="2338578" y="384543"/>
                </a:lnTo>
                <a:lnTo>
                  <a:pt x="2267712" y="382452"/>
                </a:lnTo>
                <a:lnTo>
                  <a:pt x="2196846" y="380635"/>
                </a:lnTo>
                <a:lnTo>
                  <a:pt x="2125980" y="375845"/>
                </a:lnTo>
                <a:lnTo>
                  <a:pt x="2055114" y="369073"/>
                </a:lnTo>
                <a:lnTo>
                  <a:pt x="1984248" y="361310"/>
                </a:lnTo>
                <a:lnTo>
                  <a:pt x="1913382" y="353547"/>
                </a:lnTo>
                <a:lnTo>
                  <a:pt x="1842516" y="346775"/>
                </a:lnTo>
                <a:lnTo>
                  <a:pt x="1771650" y="341985"/>
                </a:lnTo>
                <a:lnTo>
                  <a:pt x="1700784" y="340168"/>
                </a:lnTo>
                <a:lnTo>
                  <a:pt x="1629918" y="338499"/>
                </a:lnTo>
                <a:lnTo>
                  <a:pt x="1559052" y="334101"/>
                </a:lnTo>
                <a:lnTo>
                  <a:pt x="1488186" y="327881"/>
                </a:lnTo>
                <a:lnTo>
                  <a:pt x="1417320" y="320752"/>
                </a:lnTo>
                <a:lnTo>
                  <a:pt x="1346454" y="313623"/>
                </a:lnTo>
                <a:lnTo>
                  <a:pt x="1275588" y="307404"/>
                </a:lnTo>
                <a:lnTo>
                  <a:pt x="1204722" y="303005"/>
                </a:lnTo>
                <a:lnTo>
                  <a:pt x="1133856" y="301336"/>
                </a:lnTo>
                <a:lnTo>
                  <a:pt x="1062990" y="299817"/>
                </a:lnTo>
                <a:lnTo>
                  <a:pt x="992124" y="295810"/>
                </a:lnTo>
                <a:lnTo>
                  <a:pt x="921258" y="290146"/>
                </a:lnTo>
                <a:lnTo>
                  <a:pt x="850392" y="283653"/>
                </a:lnTo>
                <a:lnTo>
                  <a:pt x="779526" y="277160"/>
                </a:lnTo>
                <a:lnTo>
                  <a:pt x="708660" y="271496"/>
                </a:lnTo>
                <a:lnTo>
                  <a:pt x="637794" y="267490"/>
                </a:lnTo>
                <a:lnTo>
                  <a:pt x="566928" y="265971"/>
                </a:lnTo>
                <a:lnTo>
                  <a:pt x="496062" y="264577"/>
                </a:lnTo>
                <a:lnTo>
                  <a:pt x="425196" y="260902"/>
                </a:lnTo>
                <a:lnTo>
                  <a:pt x="354330" y="255707"/>
                </a:lnTo>
                <a:lnTo>
                  <a:pt x="283464" y="249752"/>
                </a:lnTo>
                <a:lnTo>
                  <a:pt x="212598" y="243797"/>
                </a:lnTo>
                <a:lnTo>
                  <a:pt x="141732" y="238602"/>
                </a:lnTo>
                <a:lnTo>
                  <a:pt x="70866" y="234928"/>
                </a:lnTo>
                <a:lnTo>
                  <a:pt x="0" y="233534"/>
                </a:lnTo>
                <a:close/>
              </a:path>
            </a:pathLst>
          </a:custGeom>
          <a:solidFill>
            <a:srgbClr val="9BDE5C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965742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9BDE5C"/>
                </a:solidFill>
                <a:latin typeface="Calibri"/>
              </a:rPr>
              <a:t>Intimate &amp; Bodywear  1,546</a:t>
            </a:r>
          </a:p>
        </p:txBody>
      </p:sp>
      <p:sp>
        <p:nvSpPr>
          <p:cNvPr id="19" name="Freeform 18"/>
          <p:cNvSpPr/>
          <p:nvPr/>
        </p:nvSpPr>
        <p:spPr>
          <a:xfrm>
            <a:off x="822960" y="4412666"/>
            <a:ext cx="8503920" cy="1439494"/>
          </a:xfrm>
          <a:custGeom>
            <a:avLst/>
            <a:gdLst/>
            <a:ahLst/>
            <a:cxnLst/>
            <a:rect l="l" t="t" r="r" b="b"/>
            <a:pathLst>
              <a:path w="8503920" h="1439494">
                <a:moveTo>
                  <a:pt x="0" y="0"/>
                </a:moveTo>
                <a:lnTo>
                  <a:pt x="70866" y="1394"/>
                </a:lnTo>
                <a:lnTo>
                  <a:pt x="141732" y="5068"/>
                </a:lnTo>
                <a:lnTo>
                  <a:pt x="212598" y="10263"/>
                </a:lnTo>
                <a:lnTo>
                  <a:pt x="283464" y="16218"/>
                </a:lnTo>
                <a:lnTo>
                  <a:pt x="354330" y="22173"/>
                </a:lnTo>
                <a:lnTo>
                  <a:pt x="425196" y="27368"/>
                </a:lnTo>
                <a:lnTo>
                  <a:pt x="496062" y="31043"/>
                </a:lnTo>
                <a:lnTo>
                  <a:pt x="566928" y="32437"/>
                </a:lnTo>
                <a:lnTo>
                  <a:pt x="637794" y="33956"/>
                </a:lnTo>
                <a:lnTo>
                  <a:pt x="708660" y="37962"/>
                </a:lnTo>
                <a:lnTo>
                  <a:pt x="779526" y="43626"/>
                </a:lnTo>
                <a:lnTo>
                  <a:pt x="850392" y="50119"/>
                </a:lnTo>
                <a:lnTo>
                  <a:pt x="921258" y="56612"/>
                </a:lnTo>
                <a:lnTo>
                  <a:pt x="992124" y="62276"/>
                </a:lnTo>
                <a:lnTo>
                  <a:pt x="1062990" y="66283"/>
                </a:lnTo>
                <a:lnTo>
                  <a:pt x="1133856" y="67802"/>
                </a:lnTo>
                <a:lnTo>
                  <a:pt x="1204722" y="69471"/>
                </a:lnTo>
                <a:lnTo>
                  <a:pt x="1275588" y="73870"/>
                </a:lnTo>
                <a:lnTo>
                  <a:pt x="1346454" y="80089"/>
                </a:lnTo>
                <a:lnTo>
                  <a:pt x="1417320" y="87218"/>
                </a:lnTo>
                <a:lnTo>
                  <a:pt x="1488186" y="94347"/>
                </a:lnTo>
                <a:lnTo>
                  <a:pt x="1559052" y="100567"/>
                </a:lnTo>
                <a:lnTo>
                  <a:pt x="1629918" y="104965"/>
                </a:lnTo>
                <a:lnTo>
                  <a:pt x="1700784" y="106634"/>
                </a:lnTo>
                <a:lnTo>
                  <a:pt x="1771650" y="108451"/>
                </a:lnTo>
                <a:lnTo>
                  <a:pt x="1842516" y="113241"/>
                </a:lnTo>
                <a:lnTo>
                  <a:pt x="1913382" y="120013"/>
                </a:lnTo>
                <a:lnTo>
                  <a:pt x="1984248" y="127776"/>
                </a:lnTo>
                <a:lnTo>
                  <a:pt x="2055114" y="135539"/>
                </a:lnTo>
                <a:lnTo>
                  <a:pt x="2125980" y="142311"/>
                </a:lnTo>
                <a:lnTo>
                  <a:pt x="2196846" y="147101"/>
                </a:lnTo>
                <a:lnTo>
                  <a:pt x="2267712" y="148918"/>
                </a:lnTo>
                <a:lnTo>
                  <a:pt x="2338578" y="151009"/>
                </a:lnTo>
                <a:lnTo>
                  <a:pt x="2409444" y="156524"/>
                </a:lnTo>
                <a:lnTo>
                  <a:pt x="2480310" y="164320"/>
                </a:lnTo>
                <a:lnTo>
                  <a:pt x="2551176" y="173257"/>
                </a:lnTo>
                <a:lnTo>
                  <a:pt x="2622042" y="182195"/>
                </a:lnTo>
                <a:lnTo>
                  <a:pt x="2692908" y="189991"/>
                </a:lnTo>
                <a:lnTo>
                  <a:pt x="2763774" y="195505"/>
                </a:lnTo>
                <a:lnTo>
                  <a:pt x="2834640" y="197597"/>
                </a:lnTo>
                <a:lnTo>
                  <a:pt x="2905506" y="199875"/>
                </a:lnTo>
                <a:lnTo>
                  <a:pt x="2976372" y="205882"/>
                </a:lnTo>
                <a:lnTo>
                  <a:pt x="3047238" y="214374"/>
                </a:lnTo>
                <a:lnTo>
                  <a:pt x="3118104" y="224108"/>
                </a:lnTo>
                <a:lnTo>
                  <a:pt x="3188970" y="233842"/>
                </a:lnTo>
                <a:lnTo>
                  <a:pt x="3259836" y="242334"/>
                </a:lnTo>
                <a:lnTo>
                  <a:pt x="3330702" y="248341"/>
                </a:lnTo>
                <a:lnTo>
                  <a:pt x="3401568" y="250619"/>
                </a:lnTo>
                <a:lnTo>
                  <a:pt x="3472434" y="253102"/>
                </a:lnTo>
                <a:lnTo>
                  <a:pt x="3543300" y="259647"/>
                </a:lnTo>
                <a:lnTo>
                  <a:pt x="3614166" y="268900"/>
                </a:lnTo>
                <a:lnTo>
                  <a:pt x="3685032" y="279508"/>
                </a:lnTo>
                <a:lnTo>
                  <a:pt x="3755898" y="290115"/>
                </a:lnTo>
                <a:lnTo>
                  <a:pt x="3826764" y="299369"/>
                </a:lnTo>
                <a:lnTo>
                  <a:pt x="3897630" y="305914"/>
                </a:lnTo>
                <a:lnTo>
                  <a:pt x="3968496" y="308396"/>
                </a:lnTo>
                <a:lnTo>
                  <a:pt x="4039362" y="311087"/>
                </a:lnTo>
                <a:lnTo>
                  <a:pt x="4110228" y="318180"/>
                </a:lnTo>
                <a:lnTo>
                  <a:pt x="4181094" y="328209"/>
                </a:lnTo>
                <a:lnTo>
                  <a:pt x="4251960" y="339705"/>
                </a:lnTo>
                <a:lnTo>
                  <a:pt x="4322826" y="351201"/>
                </a:lnTo>
                <a:lnTo>
                  <a:pt x="4393692" y="361230"/>
                </a:lnTo>
                <a:lnTo>
                  <a:pt x="4464558" y="368323"/>
                </a:lnTo>
                <a:lnTo>
                  <a:pt x="4535424" y="371014"/>
                </a:lnTo>
                <a:lnTo>
                  <a:pt x="4606290" y="373971"/>
                </a:lnTo>
                <a:lnTo>
                  <a:pt x="4677156" y="381768"/>
                </a:lnTo>
                <a:lnTo>
                  <a:pt x="4748022" y="392792"/>
                </a:lnTo>
                <a:lnTo>
                  <a:pt x="4818888" y="405428"/>
                </a:lnTo>
                <a:lnTo>
                  <a:pt x="4889754" y="418065"/>
                </a:lnTo>
                <a:lnTo>
                  <a:pt x="4960620" y="429089"/>
                </a:lnTo>
                <a:lnTo>
                  <a:pt x="5031486" y="436886"/>
                </a:lnTo>
                <a:lnTo>
                  <a:pt x="5102352" y="439843"/>
                </a:lnTo>
                <a:lnTo>
                  <a:pt x="5173218" y="443096"/>
                </a:lnTo>
                <a:lnTo>
                  <a:pt x="5244084" y="451671"/>
                </a:lnTo>
                <a:lnTo>
                  <a:pt x="5314950" y="463795"/>
                </a:lnTo>
                <a:lnTo>
                  <a:pt x="5385816" y="477693"/>
                </a:lnTo>
                <a:lnTo>
                  <a:pt x="5456682" y="491591"/>
                </a:lnTo>
                <a:lnTo>
                  <a:pt x="5527548" y="503715"/>
                </a:lnTo>
                <a:lnTo>
                  <a:pt x="5598414" y="512290"/>
                </a:lnTo>
                <a:lnTo>
                  <a:pt x="5669280" y="515543"/>
                </a:lnTo>
                <a:lnTo>
                  <a:pt x="5740146" y="519096"/>
                </a:lnTo>
                <a:lnTo>
                  <a:pt x="5811012" y="528465"/>
                </a:lnTo>
                <a:lnTo>
                  <a:pt x="5881878" y="541710"/>
                </a:lnTo>
                <a:lnTo>
                  <a:pt x="5952744" y="556893"/>
                </a:lnTo>
                <a:lnTo>
                  <a:pt x="6023610" y="572076"/>
                </a:lnTo>
                <a:lnTo>
                  <a:pt x="6094476" y="585321"/>
                </a:lnTo>
                <a:lnTo>
                  <a:pt x="6165342" y="594689"/>
                </a:lnTo>
                <a:lnTo>
                  <a:pt x="6236208" y="598242"/>
                </a:lnTo>
                <a:lnTo>
                  <a:pt x="6307074" y="602079"/>
                </a:lnTo>
                <a:lnTo>
                  <a:pt x="6377940" y="612193"/>
                </a:lnTo>
                <a:lnTo>
                  <a:pt x="6448806" y="626492"/>
                </a:lnTo>
                <a:lnTo>
                  <a:pt x="6519672" y="642884"/>
                </a:lnTo>
                <a:lnTo>
                  <a:pt x="6590538" y="659276"/>
                </a:lnTo>
                <a:lnTo>
                  <a:pt x="6661404" y="673575"/>
                </a:lnTo>
                <a:lnTo>
                  <a:pt x="6732270" y="683690"/>
                </a:lnTo>
                <a:lnTo>
                  <a:pt x="6803136" y="687526"/>
                </a:lnTo>
                <a:lnTo>
                  <a:pt x="6874002" y="691645"/>
                </a:lnTo>
                <a:lnTo>
                  <a:pt x="6944868" y="702506"/>
                </a:lnTo>
                <a:lnTo>
                  <a:pt x="7015734" y="717860"/>
                </a:lnTo>
                <a:lnTo>
                  <a:pt x="7086600" y="735461"/>
                </a:lnTo>
                <a:lnTo>
                  <a:pt x="7157466" y="753063"/>
                </a:lnTo>
                <a:lnTo>
                  <a:pt x="7228332" y="768417"/>
                </a:lnTo>
                <a:lnTo>
                  <a:pt x="7299198" y="779277"/>
                </a:lnTo>
                <a:lnTo>
                  <a:pt x="7370064" y="783397"/>
                </a:lnTo>
                <a:lnTo>
                  <a:pt x="7440930" y="787792"/>
                </a:lnTo>
                <a:lnTo>
                  <a:pt x="7511796" y="799381"/>
                </a:lnTo>
                <a:lnTo>
                  <a:pt x="7582662" y="815765"/>
                </a:lnTo>
                <a:lnTo>
                  <a:pt x="7653528" y="834547"/>
                </a:lnTo>
                <a:lnTo>
                  <a:pt x="7724394" y="853328"/>
                </a:lnTo>
                <a:lnTo>
                  <a:pt x="7795260" y="869712"/>
                </a:lnTo>
                <a:lnTo>
                  <a:pt x="7866126" y="881301"/>
                </a:lnTo>
                <a:lnTo>
                  <a:pt x="7936992" y="885697"/>
                </a:lnTo>
                <a:lnTo>
                  <a:pt x="8007858" y="890365"/>
                </a:lnTo>
                <a:lnTo>
                  <a:pt x="8078724" y="902673"/>
                </a:lnTo>
                <a:lnTo>
                  <a:pt x="8149590" y="920074"/>
                </a:lnTo>
                <a:lnTo>
                  <a:pt x="8220456" y="940022"/>
                </a:lnTo>
                <a:lnTo>
                  <a:pt x="8291322" y="959969"/>
                </a:lnTo>
                <a:lnTo>
                  <a:pt x="8362188" y="977370"/>
                </a:lnTo>
                <a:lnTo>
                  <a:pt x="8433054" y="989678"/>
                </a:lnTo>
                <a:lnTo>
                  <a:pt x="8503920" y="994346"/>
                </a:lnTo>
                <a:lnTo>
                  <a:pt x="8503920" y="1439494"/>
                </a:lnTo>
                <a:lnTo>
                  <a:pt x="8433054" y="1433445"/>
                </a:lnTo>
                <a:lnTo>
                  <a:pt x="8362188" y="1417498"/>
                </a:lnTo>
                <a:lnTo>
                  <a:pt x="8291322" y="1394953"/>
                </a:lnTo>
                <a:lnTo>
                  <a:pt x="8220456" y="1369108"/>
                </a:lnTo>
                <a:lnTo>
                  <a:pt x="8149590" y="1343263"/>
                </a:lnTo>
                <a:lnTo>
                  <a:pt x="8078724" y="1320718"/>
                </a:lnTo>
                <a:lnTo>
                  <a:pt x="8007858" y="1304771"/>
                </a:lnTo>
                <a:lnTo>
                  <a:pt x="7936992" y="1298722"/>
                </a:lnTo>
                <a:lnTo>
                  <a:pt x="7866126" y="1293027"/>
                </a:lnTo>
                <a:lnTo>
                  <a:pt x="7795260" y="1278011"/>
                </a:lnTo>
                <a:lnTo>
                  <a:pt x="7724394" y="1256782"/>
                </a:lnTo>
                <a:lnTo>
                  <a:pt x="7653528" y="1232446"/>
                </a:lnTo>
                <a:lnTo>
                  <a:pt x="7582662" y="1208111"/>
                </a:lnTo>
                <a:lnTo>
                  <a:pt x="7511796" y="1186882"/>
                </a:lnTo>
                <a:lnTo>
                  <a:pt x="7440930" y="1171866"/>
                </a:lnTo>
                <a:lnTo>
                  <a:pt x="7370064" y="1166170"/>
                </a:lnTo>
                <a:lnTo>
                  <a:pt x="7299198" y="1160835"/>
                </a:lnTo>
                <a:lnTo>
                  <a:pt x="7228332" y="1146770"/>
                </a:lnTo>
                <a:lnTo>
                  <a:pt x="7157466" y="1126885"/>
                </a:lnTo>
                <a:lnTo>
                  <a:pt x="7086600" y="1104090"/>
                </a:lnTo>
                <a:lnTo>
                  <a:pt x="7015734" y="1081295"/>
                </a:lnTo>
                <a:lnTo>
                  <a:pt x="6944868" y="1061410"/>
                </a:lnTo>
                <a:lnTo>
                  <a:pt x="6874002" y="1047345"/>
                </a:lnTo>
                <a:lnTo>
                  <a:pt x="6803136" y="1042010"/>
                </a:lnTo>
                <a:lnTo>
                  <a:pt x="6732270" y="1037045"/>
                </a:lnTo>
                <a:lnTo>
                  <a:pt x="6661404" y="1023956"/>
                </a:lnTo>
                <a:lnTo>
                  <a:pt x="6590538" y="1005451"/>
                </a:lnTo>
                <a:lnTo>
                  <a:pt x="6519672" y="984238"/>
                </a:lnTo>
                <a:lnTo>
                  <a:pt x="6448806" y="963025"/>
                </a:lnTo>
                <a:lnTo>
                  <a:pt x="6377940" y="944519"/>
                </a:lnTo>
                <a:lnTo>
                  <a:pt x="6307074" y="931430"/>
                </a:lnTo>
                <a:lnTo>
                  <a:pt x="6236208" y="926466"/>
                </a:lnTo>
                <a:lnTo>
                  <a:pt x="6165342" y="921876"/>
                </a:lnTo>
                <a:lnTo>
                  <a:pt x="6094476" y="909775"/>
                </a:lnTo>
                <a:lnTo>
                  <a:pt x="6023610" y="892667"/>
                </a:lnTo>
                <a:lnTo>
                  <a:pt x="5952744" y="873055"/>
                </a:lnTo>
                <a:lnTo>
                  <a:pt x="5881878" y="853444"/>
                </a:lnTo>
                <a:lnTo>
                  <a:pt x="5811012" y="836336"/>
                </a:lnTo>
                <a:lnTo>
                  <a:pt x="5740146" y="824235"/>
                </a:lnTo>
                <a:lnTo>
                  <a:pt x="5669280" y="819645"/>
                </a:lnTo>
                <a:lnTo>
                  <a:pt x="5598414" y="815442"/>
                </a:lnTo>
                <a:lnTo>
                  <a:pt x="5527548" y="804362"/>
                </a:lnTo>
                <a:lnTo>
                  <a:pt x="5456682" y="788696"/>
                </a:lnTo>
                <a:lnTo>
                  <a:pt x="5385816" y="770739"/>
                </a:lnTo>
                <a:lnTo>
                  <a:pt x="5314950" y="752781"/>
                </a:lnTo>
                <a:lnTo>
                  <a:pt x="5244084" y="737116"/>
                </a:lnTo>
                <a:lnTo>
                  <a:pt x="5173218" y="726035"/>
                </a:lnTo>
                <a:lnTo>
                  <a:pt x="5102352" y="721832"/>
                </a:lnTo>
                <a:lnTo>
                  <a:pt x="5031486" y="718014"/>
                </a:lnTo>
                <a:lnTo>
                  <a:pt x="4960620" y="707946"/>
                </a:lnTo>
                <a:lnTo>
                  <a:pt x="4889754" y="693712"/>
                </a:lnTo>
                <a:lnTo>
                  <a:pt x="4818888" y="677395"/>
                </a:lnTo>
                <a:lnTo>
                  <a:pt x="4748022" y="661079"/>
                </a:lnTo>
                <a:lnTo>
                  <a:pt x="4677156" y="646845"/>
                </a:lnTo>
                <a:lnTo>
                  <a:pt x="4606290" y="636777"/>
                </a:lnTo>
                <a:lnTo>
                  <a:pt x="4535424" y="632958"/>
                </a:lnTo>
                <a:lnTo>
                  <a:pt x="4464558" y="629486"/>
                </a:lnTo>
                <a:lnTo>
                  <a:pt x="4393692" y="620333"/>
                </a:lnTo>
                <a:lnTo>
                  <a:pt x="4322826" y="607392"/>
                </a:lnTo>
                <a:lnTo>
                  <a:pt x="4251960" y="592557"/>
                </a:lnTo>
                <a:lnTo>
                  <a:pt x="4181094" y="577723"/>
                </a:lnTo>
                <a:lnTo>
                  <a:pt x="4110228" y="564782"/>
                </a:lnTo>
                <a:lnTo>
                  <a:pt x="4039362" y="555628"/>
                </a:lnTo>
                <a:lnTo>
                  <a:pt x="3968496" y="552156"/>
                </a:lnTo>
                <a:lnTo>
                  <a:pt x="3897630" y="548955"/>
                </a:lnTo>
                <a:lnTo>
                  <a:pt x="3826764" y="540516"/>
                </a:lnTo>
                <a:lnTo>
                  <a:pt x="3755898" y="528584"/>
                </a:lnTo>
                <a:lnTo>
                  <a:pt x="3685032" y="514907"/>
                </a:lnTo>
                <a:lnTo>
                  <a:pt x="3614166" y="501229"/>
                </a:lnTo>
                <a:lnTo>
                  <a:pt x="3543300" y="489298"/>
                </a:lnTo>
                <a:lnTo>
                  <a:pt x="3472434" y="480858"/>
                </a:lnTo>
                <a:lnTo>
                  <a:pt x="3401568" y="477657"/>
                </a:lnTo>
                <a:lnTo>
                  <a:pt x="3330702" y="474719"/>
                </a:lnTo>
                <a:lnTo>
                  <a:pt x="3259836" y="466971"/>
                </a:lnTo>
                <a:lnTo>
                  <a:pt x="3188970" y="456018"/>
                </a:lnTo>
                <a:lnTo>
                  <a:pt x="3118104" y="443461"/>
                </a:lnTo>
                <a:lnTo>
                  <a:pt x="3047238" y="430905"/>
                </a:lnTo>
                <a:lnTo>
                  <a:pt x="2976372" y="419951"/>
                </a:lnTo>
                <a:lnTo>
                  <a:pt x="2905506" y="412204"/>
                </a:lnTo>
                <a:lnTo>
                  <a:pt x="2834640" y="409265"/>
                </a:lnTo>
                <a:lnTo>
                  <a:pt x="2763774" y="406564"/>
                </a:lnTo>
                <a:lnTo>
                  <a:pt x="2692908" y="399442"/>
                </a:lnTo>
                <a:lnTo>
                  <a:pt x="2622042" y="389374"/>
                </a:lnTo>
                <a:lnTo>
                  <a:pt x="2551176" y="377833"/>
                </a:lnTo>
                <a:lnTo>
                  <a:pt x="2480310" y="366291"/>
                </a:lnTo>
                <a:lnTo>
                  <a:pt x="2409444" y="356223"/>
                </a:lnTo>
                <a:lnTo>
                  <a:pt x="2338578" y="349102"/>
                </a:lnTo>
                <a:lnTo>
                  <a:pt x="2267712" y="346400"/>
                </a:lnTo>
                <a:lnTo>
                  <a:pt x="2196846" y="344048"/>
                </a:lnTo>
                <a:lnTo>
                  <a:pt x="2125980" y="337848"/>
                </a:lnTo>
                <a:lnTo>
                  <a:pt x="2055114" y="329082"/>
                </a:lnTo>
                <a:lnTo>
                  <a:pt x="1984248" y="319032"/>
                </a:lnTo>
                <a:lnTo>
                  <a:pt x="1913382" y="308983"/>
                </a:lnTo>
                <a:lnTo>
                  <a:pt x="1842516" y="300217"/>
                </a:lnTo>
                <a:lnTo>
                  <a:pt x="1771650" y="294016"/>
                </a:lnTo>
                <a:lnTo>
                  <a:pt x="1700784" y="291664"/>
                </a:lnTo>
                <a:lnTo>
                  <a:pt x="1629918" y="289502"/>
                </a:lnTo>
                <a:lnTo>
                  <a:pt x="1559052" y="283802"/>
                </a:lnTo>
                <a:lnTo>
                  <a:pt x="1488186" y="275743"/>
                </a:lnTo>
                <a:lnTo>
                  <a:pt x="1417320" y="266504"/>
                </a:lnTo>
                <a:lnTo>
                  <a:pt x="1346454" y="257266"/>
                </a:lnTo>
                <a:lnTo>
                  <a:pt x="1275588" y="249207"/>
                </a:lnTo>
                <a:lnTo>
                  <a:pt x="1204722" y="243507"/>
                </a:lnTo>
                <a:lnTo>
                  <a:pt x="1133856" y="241345"/>
                </a:lnTo>
                <a:lnTo>
                  <a:pt x="1062990" y="239375"/>
                </a:lnTo>
                <a:lnTo>
                  <a:pt x="992124" y="234184"/>
                </a:lnTo>
                <a:lnTo>
                  <a:pt x="921258" y="226845"/>
                </a:lnTo>
                <a:lnTo>
                  <a:pt x="850392" y="218431"/>
                </a:lnTo>
                <a:lnTo>
                  <a:pt x="779526" y="210017"/>
                </a:lnTo>
                <a:lnTo>
                  <a:pt x="708660" y="202678"/>
                </a:lnTo>
                <a:lnTo>
                  <a:pt x="637794" y="197487"/>
                </a:lnTo>
                <a:lnTo>
                  <a:pt x="566928" y="195517"/>
                </a:lnTo>
                <a:lnTo>
                  <a:pt x="496062" y="193712"/>
                </a:lnTo>
                <a:lnTo>
                  <a:pt x="425196" y="188954"/>
                </a:lnTo>
                <a:lnTo>
                  <a:pt x="354330" y="182226"/>
                </a:lnTo>
                <a:lnTo>
                  <a:pt x="283464" y="174513"/>
                </a:lnTo>
                <a:lnTo>
                  <a:pt x="212598" y="166801"/>
                </a:lnTo>
                <a:lnTo>
                  <a:pt x="141732" y="160073"/>
                </a:lnTo>
                <a:lnTo>
                  <a:pt x="70866" y="155314"/>
                </a:lnTo>
                <a:lnTo>
                  <a:pt x="0" y="153509"/>
                </a:lnTo>
                <a:close/>
              </a:path>
            </a:pathLst>
          </a:custGeom>
          <a:solidFill>
            <a:srgbClr val="F472B6">
              <a:alpha val="88000"/>
            </a:srgbClr>
          </a:solidFill>
          <a:ln w="63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5464994"/>
            <a:ext cx="2560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F472B6"/>
                </a:solidFill>
                <a:latin typeface="Calibri"/>
              </a:rPr>
              <a:t>Footwear  1,244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1600200"/>
            <a:ext cx="0" cy="4572000"/>
          </a:xfrm>
          <a:prstGeom prst="line">
            <a:avLst/>
          </a:prstGeom>
          <a:ln w="9525">
            <a:solidFill>
              <a:srgbClr val="24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6199632"/>
            <a:ext cx="10972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8FA8C0"/>
                </a:solidFill>
                <a:latin typeface="Calibri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1325880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50" b="1" i="0">
                <a:solidFill>
                  <a:srgbClr val="F2F6FA"/>
                </a:solidFill>
                <a:latin typeface="Calibri"/>
              </a:rPr>
              <a:t>US$ 4,055 Mn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1600200"/>
            <a:ext cx="0" cy="4572000"/>
          </a:xfrm>
          <a:prstGeom prst="line">
            <a:avLst/>
          </a:prstGeom>
          <a:ln w="9525">
            <a:solidFill>
              <a:srgbClr val="24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6199632"/>
            <a:ext cx="10972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8FA8C0"/>
                </a:solidFill>
                <a:latin typeface="Calibri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1325880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50" b="1" i="0">
                <a:solidFill>
                  <a:srgbClr val="F2F6FA"/>
                </a:solidFill>
                <a:latin typeface="Calibri"/>
              </a:rPr>
              <a:t>US$ 5,484 Mn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92240" y="1600200"/>
            <a:ext cx="0" cy="4572000"/>
          </a:xfrm>
          <a:prstGeom prst="line">
            <a:avLst/>
          </a:prstGeom>
          <a:ln w="9525">
            <a:solidFill>
              <a:srgbClr val="24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0" y="6199632"/>
            <a:ext cx="10972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8FA8C0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325880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50" b="1" i="0">
                <a:solidFill>
                  <a:srgbClr val="F2F6FA"/>
                </a:solidFill>
                <a:latin typeface="Calibri"/>
              </a:rPr>
              <a:t>US$ 7,777 Mn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0" y="1600200"/>
            <a:ext cx="0" cy="4572000"/>
          </a:xfrm>
          <a:prstGeom prst="line">
            <a:avLst/>
          </a:prstGeom>
          <a:ln w="9525">
            <a:solidFill>
              <a:srgbClr val="24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0" y="6199632"/>
            <a:ext cx="10972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8FA8C0"/>
                </a:solidFill>
                <a:latin typeface="Calibri"/>
              </a:rPr>
              <a:t>2036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325880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50" b="1" i="0">
                <a:solidFill>
                  <a:srgbClr val="F2F6FA"/>
                </a:solidFill>
                <a:latin typeface="Calibri"/>
              </a:rPr>
              <a:t>US$ 11,240 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Inside the material mix: two-ring sunburst, 2036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Inner ring = material family, outer ring = specific fibre; angle = share of US$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doughnut + drill-down ring + legend table  |  REPLACES: one pie plus a separate sub-segment table</a:t>
            </a:r>
          </a:p>
        </p:txBody>
      </p:sp>
      <p:sp>
        <p:nvSpPr>
          <p:cNvPr id="7" name="Freeform 6"/>
          <p:cNvSpPr/>
          <p:nvPr/>
        </p:nvSpPr>
        <p:spPr>
          <a:xfrm>
            <a:off x="3749039" y="2148840"/>
            <a:ext cx="1782677" cy="3357875"/>
          </a:xfrm>
          <a:custGeom>
            <a:avLst/>
            <a:gdLst/>
            <a:ahLst/>
            <a:cxnLst/>
            <a:rect l="l" t="t" r="r" b="b"/>
            <a:pathLst>
              <a:path w="1782677" h="3357875">
                <a:moveTo>
                  <a:pt x="0" y="0"/>
                </a:moveTo>
                <a:lnTo>
                  <a:pt x="78828" y="1743"/>
                </a:lnTo>
                <a:lnTo>
                  <a:pt x="157502" y="6969"/>
                </a:lnTo>
                <a:lnTo>
                  <a:pt x="235869" y="15669"/>
                </a:lnTo>
                <a:lnTo>
                  <a:pt x="313774" y="27825"/>
                </a:lnTo>
                <a:lnTo>
                  <a:pt x="391065" y="43412"/>
                </a:lnTo>
                <a:lnTo>
                  <a:pt x="467592" y="62402"/>
                </a:lnTo>
                <a:lnTo>
                  <a:pt x="543204" y="84756"/>
                </a:lnTo>
                <a:lnTo>
                  <a:pt x="617755" y="110431"/>
                </a:lnTo>
                <a:lnTo>
                  <a:pt x="691097" y="139377"/>
                </a:lnTo>
                <a:lnTo>
                  <a:pt x="763088" y="171537"/>
                </a:lnTo>
                <a:lnTo>
                  <a:pt x="833587" y="206848"/>
                </a:lnTo>
                <a:lnTo>
                  <a:pt x="902456" y="245241"/>
                </a:lnTo>
                <a:lnTo>
                  <a:pt x="969560" y="286642"/>
                </a:lnTo>
                <a:lnTo>
                  <a:pt x="1034768" y="330968"/>
                </a:lnTo>
                <a:lnTo>
                  <a:pt x="1097953" y="378134"/>
                </a:lnTo>
                <a:lnTo>
                  <a:pt x="1158991" y="428047"/>
                </a:lnTo>
                <a:lnTo>
                  <a:pt x="1217763" y="480610"/>
                </a:lnTo>
                <a:lnTo>
                  <a:pt x="1274153" y="535720"/>
                </a:lnTo>
                <a:lnTo>
                  <a:pt x="1328052" y="593269"/>
                </a:lnTo>
                <a:lnTo>
                  <a:pt x="1379354" y="653144"/>
                </a:lnTo>
                <a:lnTo>
                  <a:pt x="1427959" y="715229"/>
                </a:lnTo>
                <a:lnTo>
                  <a:pt x="1473772" y="779402"/>
                </a:lnTo>
                <a:lnTo>
                  <a:pt x="1516703" y="845537"/>
                </a:lnTo>
                <a:lnTo>
                  <a:pt x="1556668" y="913506"/>
                </a:lnTo>
                <a:lnTo>
                  <a:pt x="1593589" y="983175"/>
                </a:lnTo>
                <a:lnTo>
                  <a:pt x="1627394" y="1054408"/>
                </a:lnTo>
                <a:lnTo>
                  <a:pt x="1658017" y="1127066"/>
                </a:lnTo>
                <a:lnTo>
                  <a:pt x="1685397" y="1201007"/>
                </a:lnTo>
                <a:lnTo>
                  <a:pt x="1709483" y="1276086"/>
                </a:lnTo>
                <a:lnTo>
                  <a:pt x="1730225" y="1352157"/>
                </a:lnTo>
                <a:lnTo>
                  <a:pt x="1747584" y="1429070"/>
                </a:lnTo>
                <a:lnTo>
                  <a:pt x="1761526" y="1506675"/>
                </a:lnTo>
                <a:lnTo>
                  <a:pt x="1772023" y="1584821"/>
                </a:lnTo>
                <a:lnTo>
                  <a:pt x="1779055" y="1663355"/>
                </a:lnTo>
                <a:lnTo>
                  <a:pt x="1782609" y="1742122"/>
                </a:lnTo>
                <a:lnTo>
                  <a:pt x="1782677" y="1820970"/>
                </a:lnTo>
                <a:lnTo>
                  <a:pt x="1779259" y="1899743"/>
                </a:lnTo>
                <a:lnTo>
                  <a:pt x="1772362" y="1978289"/>
                </a:lnTo>
                <a:lnTo>
                  <a:pt x="1761999" y="2056453"/>
                </a:lnTo>
                <a:lnTo>
                  <a:pt x="1748190" y="2134082"/>
                </a:lnTo>
                <a:lnTo>
                  <a:pt x="1730964" y="2211025"/>
                </a:lnTo>
                <a:lnTo>
                  <a:pt x="1710352" y="2287131"/>
                </a:lnTo>
                <a:lnTo>
                  <a:pt x="1686396" y="2362251"/>
                </a:lnTo>
                <a:lnTo>
                  <a:pt x="1659143" y="2436239"/>
                </a:lnTo>
                <a:lnTo>
                  <a:pt x="1628645" y="2508950"/>
                </a:lnTo>
                <a:lnTo>
                  <a:pt x="1594963" y="2580241"/>
                </a:lnTo>
                <a:lnTo>
                  <a:pt x="1558162" y="2649974"/>
                </a:lnTo>
                <a:lnTo>
                  <a:pt x="1518313" y="2718011"/>
                </a:lnTo>
                <a:lnTo>
                  <a:pt x="1475497" y="2784220"/>
                </a:lnTo>
                <a:lnTo>
                  <a:pt x="1429794" y="2848472"/>
                </a:lnTo>
                <a:lnTo>
                  <a:pt x="1381296" y="2910640"/>
                </a:lnTo>
                <a:lnTo>
                  <a:pt x="1330097" y="2970604"/>
                </a:lnTo>
                <a:lnTo>
                  <a:pt x="1276297" y="3028245"/>
                </a:lnTo>
                <a:lnTo>
                  <a:pt x="1220002" y="3083452"/>
                </a:lnTo>
                <a:lnTo>
                  <a:pt x="1161321" y="3136116"/>
                </a:lnTo>
                <a:lnTo>
                  <a:pt x="1100369" y="3186134"/>
                </a:lnTo>
                <a:lnTo>
                  <a:pt x="1037265" y="3233409"/>
                </a:lnTo>
                <a:lnTo>
                  <a:pt x="972133" y="3277847"/>
                </a:lnTo>
                <a:lnTo>
                  <a:pt x="905100" y="3319363"/>
                </a:lnTo>
                <a:lnTo>
                  <a:pt x="836298" y="3357875"/>
                </a:lnTo>
                <a:lnTo>
                  <a:pt x="428870" y="2590667"/>
                </a:lnTo>
                <a:lnTo>
                  <a:pt x="464154" y="2570917"/>
                </a:lnTo>
                <a:lnTo>
                  <a:pt x="498530" y="2549627"/>
                </a:lnTo>
                <a:lnTo>
                  <a:pt x="531931" y="2526838"/>
                </a:lnTo>
                <a:lnTo>
                  <a:pt x="564291" y="2502595"/>
                </a:lnTo>
                <a:lnTo>
                  <a:pt x="595549" y="2476944"/>
                </a:lnTo>
                <a:lnTo>
                  <a:pt x="625642" y="2449937"/>
                </a:lnTo>
                <a:lnTo>
                  <a:pt x="654511" y="2421626"/>
                </a:lnTo>
                <a:lnTo>
                  <a:pt x="682101" y="2392066"/>
                </a:lnTo>
                <a:lnTo>
                  <a:pt x="708357" y="2361316"/>
                </a:lnTo>
                <a:lnTo>
                  <a:pt x="733228" y="2329435"/>
                </a:lnTo>
                <a:lnTo>
                  <a:pt x="756665" y="2296485"/>
                </a:lnTo>
                <a:lnTo>
                  <a:pt x="778622" y="2262532"/>
                </a:lnTo>
                <a:lnTo>
                  <a:pt x="799057" y="2227641"/>
                </a:lnTo>
                <a:lnTo>
                  <a:pt x="817929" y="2191880"/>
                </a:lnTo>
                <a:lnTo>
                  <a:pt x="835202" y="2155321"/>
                </a:lnTo>
                <a:lnTo>
                  <a:pt x="850842" y="2118033"/>
                </a:lnTo>
                <a:lnTo>
                  <a:pt x="864818" y="2080091"/>
                </a:lnTo>
                <a:lnTo>
                  <a:pt x="877104" y="2041567"/>
                </a:lnTo>
                <a:lnTo>
                  <a:pt x="887673" y="2002539"/>
                </a:lnTo>
                <a:lnTo>
                  <a:pt x="896508" y="1963081"/>
                </a:lnTo>
                <a:lnTo>
                  <a:pt x="903589" y="1923271"/>
                </a:lnTo>
                <a:lnTo>
                  <a:pt x="908903" y="1883187"/>
                </a:lnTo>
                <a:lnTo>
                  <a:pt x="912440" y="1842907"/>
                </a:lnTo>
                <a:lnTo>
                  <a:pt x="914193" y="1802510"/>
                </a:lnTo>
                <a:lnTo>
                  <a:pt x="914158" y="1762076"/>
                </a:lnTo>
                <a:lnTo>
                  <a:pt x="912336" y="1721682"/>
                </a:lnTo>
                <a:lnTo>
                  <a:pt x="908730" y="1681409"/>
                </a:lnTo>
                <a:lnTo>
                  <a:pt x="903346" y="1641334"/>
                </a:lnTo>
                <a:lnTo>
                  <a:pt x="896197" y="1601536"/>
                </a:lnTo>
                <a:lnTo>
                  <a:pt x="887295" y="1562094"/>
                </a:lnTo>
                <a:lnTo>
                  <a:pt x="876657" y="1523083"/>
                </a:lnTo>
                <a:lnTo>
                  <a:pt x="864306" y="1484581"/>
                </a:lnTo>
                <a:lnTo>
                  <a:pt x="850265" y="1446663"/>
                </a:lnTo>
                <a:lnTo>
                  <a:pt x="834561" y="1409402"/>
                </a:lnTo>
                <a:lnTo>
                  <a:pt x="817225" y="1372872"/>
                </a:lnTo>
                <a:lnTo>
                  <a:pt x="798291" y="1337144"/>
                </a:lnTo>
                <a:lnTo>
                  <a:pt x="777796" y="1302289"/>
                </a:lnTo>
                <a:lnTo>
                  <a:pt x="755780" y="1268373"/>
                </a:lnTo>
                <a:lnTo>
                  <a:pt x="732287" y="1235464"/>
                </a:lnTo>
                <a:lnTo>
                  <a:pt x="707361" y="1203625"/>
                </a:lnTo>
                <a:lnTo>
                  <a:pt x="681052" y="1172920"/>
                </a:lnTo>
                <a:lnTo>
                  <a:pt x="653412" y="1143408"/>
                </a:lnTo>
                <a:lnTo>
                  <a:pt x="624494" y="1115146"/>
                </a:lnTo>
                <a:lnTo>
                  <a:pt x="594354" y="1088191"/>
                </a:lnTo>
                <a:lnTo>
                  <a:pt x="563053" y="1062595"/>
                </a:lnTo>
                <a:lnTo>
                  <a:pt x="530650" y="1038407"/>
                </a:lnTo>
                <a:lnTo>
                  <a:pt x="497210" y="1015675"/>
                </a:lnTo>
                <a:lnTo>
                  <a:pt x="462798" y="994444"/>
                </a:lnTo>
                <a:lnTo>
                  <a:pt x="427480" y="974756"/>
                </a:lnTo>
                <a:lnTo>
                  <a:pt x="391327" y="956647"/>
                </a:lnTo>
                <a:lnTo>
                  <a:pt x="354409" y="940155"/>
                </a:lnTo>
                <a:lnTo>
                  <a:pt x="316797" y="925311"/>
                </a:lnTo>
                <a:lnTo>
                  <a:pt x="278566" y="912144"/>
                </a:lnTo>
                <a:lnTo>
                  <a:pt x="239791" y="900681"/>
                </a:lnTo>
                <a:lnTo>
                  <a:pt x="200546" y="890942"/>
                </a:lnTo>
                <a:lnTo>
                  <a:pt x="160909" y="882949"/>
                </a:lnTo>
                <a:lnTo>
                  <a:pt x="120958" y="876715"/>
                </a:lnTo>
                <a:lnTo>
                  <a:pt x="80770" y="872254"/>
                </a:lnTo>
                <a:lnTo>
                  <a:pt x="40424" y="869574"/>
                </a:lnTo>
                <a:lnTo>
                  <a:pt x="0" y="868680"/>
                </a:lnTo>
                <a:close/>
              </a:path>
            </a:pathLst>
          </a:custGeom>
          <a:solidFill>
            <a:srgbClr val="2EC4F1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749039" y="1600200"/>
            <a:ext cx="2331193" cy="4391067"/>
          </a:xfrm>
          <a:custGeom>
            <a:avLst/>
            <a:gdLst/>
            <a:ahLst/>
            <a:cxnLst/>
            <a:rect l="l" t="t" r="r" b="b"/>
            <a:pathLst>
              <a:path w="2331193" h="4391067">
                <a:moveTo>
                  <a:pt x="0" y="0"/>
                </a:moveTo>
                <a:lnTo>
                  <a:pt x="103083" y="2279"/>
                </a:lnTo>
                <a:lnTo>
                  <a:pt x="205965" y="9114"/>
                </a:lnTo>
                <a:lnTo>
                  <a:pt x="308444" y="20490"/>
                </a:lnTo>
                <a:lnTo>
                  <a:pt x="410319" y="36386"/>
                </a:lnTo>
                <a:lnTo>
                  <a:pt x="511393" y="56770"/>
                </a:lnTo>
                <a:lnTo>
                  <a:pt x="611467" y="81603"/>
                </a:lnTo>
                <a:lnTo>
                  <a:pt x="710344" y="110835"/>
                </a:lnTo>
                <a:lnTo>
                  <a:pt x="807833" y="144410"/>
                </a:lnTo>
                <a:lnTo>
                  <a:pt x="903743" y="182262"/>
                </a:lnTo>
                <a:lnTo>
                  <a:pt x="997885" y="224317"/>
                </a:lnTo>
                <a:lnTo>
                  <a:pt x="1090075" y="270494"/>
                </a:lnTo>
                <a:lnTo>
                  <a:pt x="1180135" y="320700"/>
                </a:lnTo>
                <a:lnTo>
                  <a:pt x="1267886" y="374839"/>
                </a:lnTo>
                <a:lnTo>
                  <a:pt x="1353159" y="432804"/>
                </a:lnTo>
                <a:lnTo>
                  <a:pt x="1435785" y="494483"/>
                </a:lnTo>
                <a:lnTo>
                  <a:pt x="1515604" y="559754"/>
                </a:lnTo>
                <a:lnTo>
                  <a:pt x="1592459" y="628490"/>
                </a:lnTo>
                <a:lnTo>
                  <a:pt x="1666201" y="700557"/>
                </a:lnTo>
                <a:lnTo>
                  <a:pt x="1736684" y="775813"/>
                </a:lnTo>
                <a:lnTo>
                  <a:pt x="1803771" y="854111"/>
                </a:lnTo>
                <a:lnTo>
                  <a:pt x="1867331" y="935299"/>
                </a:lnTo>
                <a:lnTo>
                  <a:pt x="1927240" y="1019218"/>
                </a:lnTo>
                <a:lnTo>
                  <a:pt x="1983381" y="1105703"/>
                </a:lnTo>
                <a:lnTo>
                  <a:pt x="2035643" y="1194585"/>
                </a:lnTo>
                <a:lnTo>
                  <a:pt x="2083924" y="1285691"/>
                </a:lnTo>
                <a:lnTo>
                  <a:pt x="2128131" y="1378842"/>
                </a:lnTo>
                <a:lnTo>
                  <a:pt x="2168176" y="1473856"/>
                </a:lnTo>
                <a:lnTo>
                  <a:pt x="2203981" y="1570548"/>
                </a:lnTo>
                <a:lnTo>
                  <a:pt x="2235477" y="1668729"/>
                </a:lnTo>
                <a:lnTo>
                  <a:pt x="2262602" y="1768205"/>
                </a:lnTo>
                <a:lnTo>
                  <a:pt x="2285302" y="1868784"/>
                </a:lnTo>
                <a:lnTo>
                  <a:pt x="2303534" y="1970268"/>
                </a:lnTo>
                <a:lnTo>
                  <a:pt x="2317261" y="2072458"/>
                </a:lnTo>
                <a:lnTo>
                  <a:pt x="2326457" y="2175156"/>
                </a:lnTo>
                <a:lnTo>
                  <a:pt x="2331104" y="2278160"/>
                </a:lnTo>
                <a:lnTo>
                  <a:pt x="2331193" y="2381268"/>
                </a:lnTo>
                <a:lnTo>
                  <a:pt x="2326723" y="2484280"/>
                </a:lnTo>
                <a:lnTo>
                  <a:pt x="2317704" y="2586993"/>
                </a:lnTo>
                <a:lnTo>
                  <a:pt x="2304152" y="2689207"/>
                </a:lnTo>
                <a:lnTo>
                  <a:pt x="2286095" y="2790722"/>
                </a:lnTo>
                <a:lnTo>
                  <a:pt x="2263568" y="2891340"/>
                </a:lnTo>
                <a:lnTo>
                  <a:pt x="2236615" y="2990863"/>
                </a:lnTo>
                <a:lnTo>
                  <a:pt x="2205288" y="3089098"/>
                </a:lnTo>
                <a:lnTo>
                  <a:pt x="2169649" y="3185851"/>
                </a:lnTo>
                <a:lnTo>
                  <a:pt x="2129767" y="3280934"/>
                </a:lnTo>
                <a:lnTo>
                  <a:pt x="2085721" y="3374161"/>
                </a:lnTo>
                <a:lnTo>
                  <a:pt x="2037596" y="3465350"/>
                </a:lnTo>
                <a:lnTo>
                  <a:pt x="1985487" y="3554322"/>
                </a:lnTo>
                <a:lnTo>
                  <a:pt x="1929496" y="3640904"/>
                </a:lnTo>
                <a:lnTo>
                  <a:pt x="1869731" y="3724925"/>
                </a:lnTo>
                <a:lnTo>
                  <a:pt x="1806311" y="3806222"/>
                </a:lnTo>
                <a:lnTo>
                  <a:pt x="1739358" y="3884636"/>
                </a:lnTo>
                <a:lnTo>
                  <a:pt x="1669005" y="3960013"/>
                </a:lnTo>
                <a:lnTo>
                  <a:pt x="1595387" y="4032206"/>
                </a:lnTo>
                <a:lnTo>
                  <a:pt x="1518650" y="4101075"/>
                </a:lnTo>
                <a:lnTo>
                  <a:pt x="1438944" y="4166483"/>
                </a:lnTo>
                <a:lnTo>
                  <a:pt x="1356424" y="4228304"/>
                </a:lnTo>
                <a:lnTo>
                  <a:pt x="1271251" y="4286416"/>
                </a:lnTo>
                <a:lnTo>
                  <a:pt x="1183593" y="4340705"/>
                </a:lnTo>
                <a:lnTo>
                  <a:pt x="1093620" y="4391067"/>
                </a:lnTo>
                <a:lnTo>
                  <a:pt x="857741" y="3946894"/>
                </a:lnTo>
                <a:lnTo>
                  <a:pt x="928308" y="3907395"/>
                </a:lnTo>
                <a:lnTo>
                  <a:pt x="997060" y="3864815"/>
                </a:lnTo>
                <a:lnTo>
                  <a:pt x="1063862" y="3819236"/>
                </a:lnTo>
                <a:lnTo>
                  <a:pt x="1128583" y="3770750"/>
                </a:lnTo>
                <a:lnTo>
                  <a:pt x="1191098" y="3719449"/>
                </a:lnTo>
                <a:lnTo>
                  <a:pt x="1251284" y="3665435"/>
                </a:lnTo>
                <a:lnTo>
                  <a:pt x="1309023" y="3608813"/>
                </a:lnTo>
                <a:lnTo>
                  <a:pt x="1364202" y="3549693"/>
                </a:lnTo>
                <a:lnTo>
                  <a:pt x="1416714" y="3488192"/>
                </a:lnTo>
                <a:lnTo>
                  <a:pt x="1466456" y="3424430"/>
                </a:lnTo>
                <a:lnTo>
                  <a:pt x="1513330" y="3358531"/>
                </a:lnTo>
                <a:lnTo>
                  <a:pt x="1557245" y="3290624"/>
                </a:lnTo>
                <a:lnTo>
                  <a:pt x="1598114" y="3220842"/>
                </a:lnTo>
                <a:lnTo>
                  <a:pt x="1635859" y="3149321"/>
                </a:lnTo>
                <a:lnTo>
                  <a:pt x="1670405" y="3076202"/>
                </a:lnTo>
                <a:lnTo>
                  <a:pt x="1701685" y="3001627"/>
                </a:lnTo>
                <a:lnTo>
                  <a:pt x="1729637" y="2925742"/>
                </a:lnTo>
                <a:lnTo>
                  <a:pt x="1754208" y="2848695"/>
                </a:lnTo>
                <a:lnTo>
                  <a:pt x="1775347" y="2770638"/>
                </a:lnTo>
                <a:lnTo>
                  <a:pt x="1793016" y="2691722"/>
                </a:lnTo>
                <a:lnTo>
                  <a:pt x="1807178" y="2612102"/>
                </a:lnTo>
                <a:lnTo>
                  <a:pt x="1817807" y="2531934"/>
                </a:lnTo>
                <a:lnTo>
                  <a:pt x="1824881" y="2451375"/>
                </a:lnTo>
                <a:lnTo>
                  <a:pt x="1828387" y="2370581"/>
                </a:lnTo>
                <a:lnTo>
                  <a:pt x="1828317" y="2289712"/>
                </a:lnTo>
                <a:lnTo>
                  <a:pt x="1824672" y="2208925"/>
                </a:lnTo>
                <a:lnTo>
                  <a:pt x="1817460" y="2128378"/>
                </a:lnTo>
                <a:lnTo>
                  <a:pt x="1806693" y="2048228"/>
                </a:lnTo>
                <a:lnTo>
                  <a:pt x="1792394" y="1968633"/>
                </a:lnTo>
                <a:lnTo>
                  <a:pt x="1774590" y="1889748"/>
                </a:lnTo>
                <a:lnTo>
                  <a:pt x="1753315" y="1811727"/>
                </a:lnTo>
                <a:lnTo>
                  <a:pt x="1728613" y="1734722"/>
                </a:lnTo>
                <a:lnTo>
                  <a:pt x="1700530" y="1658886"/>
                </a:lnTo>
                <a:lnTo>
                  <a:pt x="1669122" y="1584364"/>
                </a:lnTo>
                <a:lnTo>
                  <a:pt x="1634450" y="1511305"/>
                </a:lnTo>
                <a:lnTo>
                  <a:pt x="1596582" y="1439849"/>
                </a:lnTo>
                <a:lnTo>
                  <a:pt x="1555593" y="1370138"/>
                </a:lnTo>
                <a:lnTo>
                  <a:pt x="1511561" y="1302306"/>
                </a:lnTo>
                <a:lnTo>
                  <a:pt x="1464574" y="1236488"/>
                </a:lnTo>
                <a:lnTo>
                  <a:pt x="1414722" y="1172811"/>
                </a:lnTo>
                <a:lnTo>
                  <a:pt x="1362105" y="1111401"/>
                </a:lnTo>
                <a:lnTo>
                  <a:pt x="1306824" y="1052376"/>
                </a:lnTo>
                <a:lnTo>
                  <a:pt x="1248988" y="995853"/>
                </a:lnTo>
                <a:lnTo>
                  <a:pt x="1188709" y="941943"/>
                </a:lnTo>
                <a:lnTo>
                  <a:pt x="1126106" y="890750"/>
                </a:lnTo>
                <a:lnTo>
                  <a:pt x="1061301" y="842374"/>
                </a:lnTo>
                <a:lnTo>
                  <a:pt x="994421" y="796911"/>
                </a:lnTo>
                <a:lnTo>
                  <a:pt x="925596" y="754449"/>
                </a:lnTo>
                <a:lnTo>
                  <a:pt x="854961" y="715072"/>
                </a:lnTo>
                <a:lnTo>
                  <a:pt x="782655" y="678855"/>
                </a:lnTo>
                <a:lnTo>
                  <a:pt x="708818" y="645871"/>
                </a:lnTo>
                <a:lnTo>
                  <a:pt x="633595" y="616183"/>
                </a:lnTo>
                <a:lnTo>
                  <a:pt x="557133" y="589849"/>
                </a:lnTo>
                <a:lnTo>
                  <a:pt x="479582" y="566922"/>
                </a:lnTo>
                <a:lnTo>
                  <a:pt x="401092" y="547445"/>
                </a:lnTo>
                <a:lnTo>
                  <a:pt x="321819" y="531458"/>
                </a:lnTo>
                <a:lnTo>
                  <a:pt x="241916" y="518991"/>
                </a:lnTo>
                <a:lnTo>
                  <a:pt x="161541" y="510068"/>
                </a:lnTo>
                <a:lnTo>
                  <a:pt x="80849" y="504708"/>
                </a:lnTo>
                <a:lnTo>
                  <a:pt x="0" y="502920"/>
                </a:lnTo>
                <a:close/>
              </a:path>
            </a:pathLst>
          </a:custGeom>
          <a:solidFill>
            <a:srgbClr val="2EC4F1">
              <a:alpha val="100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6475" y="3467700"/>
            <a:ext cx="731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07182B"/>
                </a:solidFill>
                <a:latin typeface="Calibri"/>
              </a:rPr>
              <a:t>42%</a:t>
            </a:r>
          </a:p>
        </p:txBody>
      </p:sp>
      <p:sp>
        <p:nvSpPr>
          <p:cNvPr id="10" name="Freeform 9"/>
          <p:cNvSpPr/>
          <p:nvPr/>
        </p:nvSpPr>
        <p:spPr>
          <a:xfrm>
            <a:off x="2464257" y="4565976"/>
            <a:ext cx="2121080" cy="1149019"/>
          </a:xfrm>
          <a:custGeom>
            <a:avLst/>
            <a:gdLst/>
            <a:ahLst/>
            <a:cxnLst/>
            <a:rect l="l" t="t" r="r" b="b"/>
            <a:pathLst>
              <a:path w="2121080" h="1149019">
                <a:moveTo>
                  <a:pt x="2121080" y="940739"/>
                </a:moveTo>
                <a:lnTo>
                  <a:pt x="2050071" y="976442"/>
                </a:lnTo>
                <a:lnTo>
                  <a:pt x="1977542" y="1008946"/>
                </a:lnTo>
                <a:lnTo>
                  <a:pt x="1903636" y="1038185"/>
                </a:lnTo>
                <a:lnTo>
                  <a:pt x="1828501" y="1064102"/>
                </a:lnTo>
                <a:lnTo>
                  <a:pt x="1752285" y="1086645"/>
                </a:lnTo>
                <a:lnTo>
                  <a:pt x="1675141" y="1105769"/>
                </a:lnTo>
                <a:lnTo>
                  <a:pt x="1597221" y="1121437"/>
                </a:lnTo>
                <a:lnTo>
                  <a:pt x="1518680" y="1133616"/>
                </a:lnTo>
                <a:lnTo>
                  <a:pt x="1439675" y="1142283"/>
                </a:lnTo>
                <a:lnTo>
                  <a:pt x="1360361" y="1147421"/>
                </a:lnTo>
                <a:lnTo>
                  <a:pt x="1280898" y="1149019"/>
                </a:lnTo>
                <a:lnTo>
                  <a:pt x="1201442" y="1147075"/>
                </a:lnTo>
                <a:lnTo>
                  <a:pt x="1122152" y="1141592"/>
                </a:lnTo>
                <a:lnTo>
                  <a:pt x="1043185" y="1132580"/>
                </a:lnTo>
                <a:lnTo>
                  <a:pt x="964698" y="1120059"/>
                </a:lnTo>
                <a:lnTo>
                  <a:pt x="886847" y="1104052"/>
                </a:lnTo>
                <a:lnTo>
                  <a:pt x="809787" y="1084592"/>
                </a:lnTo>
                <a:lnTo>
                  <a:pt x="733670" y="1061718"/>
                </a:lnTo>
                <a:lnTo>
                  <a:pt x="658649" y="1035474"/>
                </a:lnTo>
                <a:lnTo>
                  <a:pt x="584871" y="1005913"/>
                </a:lnTo>
                <a:lnTo>
                  <a:pt x="512484" y="973093"/>
                </a:lnTo>
                <a:lnTo>
                  <a:pt x="441632" y="937081"/>
                </a:lnTo>
                <a:lnTo>
                  <a:pt x="372454" y="897947"/>
                </a:lnTo>
                <a:lnTo>
                  <a:pt x="305090" y="855768"/>
                </a:lnTo>
                <a:lnTo>
                  <a:pt x="239672" y="810630"/>
                </a:lnTo>
                <a:lnTo>
                  <a:pt x="176330" y="762621"/>
                </a:lnTo>
                <a:lnTo>
                  <a:pt x="115191" y="711838"/>
                </a:lnTo>
                <a:lnTo>
                  <a:pt x="56375" y="658380"/>
                </a:lnTo>
                <a:lnTo>
                  <a:pt x="0" y="602354"/>
                </a:lnTo>
                <a:lnTo>
                  <a:pt x="625919" y="0"/>
                </a:lnTo>
                <a:lnTo>
                  <a:pt x="654830" y="28731"/>
                </a:lnTo>
                <a:lnTo>
                  <a:pt x="684991" y="56146"/>
                </a:lnTo>
                <a:lnTo>
                  <a:pt x="716345" y="82189"/>
                </a:lnTo>
                <a:lnTo>
                  <a:pt x="748828" y="106808"/>
                </a:lnTo>
                <a:lnTo>
                  <a:pt x="782375" y="129956"/>
                </a:lnTo>
                <a:lnTo>
                  <a:pt x="816921" y="151586"/>
                </a:lnTo>
                <a:lnTo>
                  <a:pt x="852397" y="171655"/>
                </a:lnTo>
                <a:lnTo>
                  <a:pt x="888732" y="190123"/>
                </a:lnTo>
                <a:lnTo>
                  <a:pt x="925853" y="206953"/>
                </a:lnTo>
                <a:lnTo>
                  <a:pt x="963688" y="222113"/>
                </a:lnTo>
                <a:lnTo>
                  <a:pt x="1002160" y="235571"/>
                </a:lnTo>
                <a:lnTo>
                  <a:pt x="1041194" y="247302"/>
                </a:lnTo>
                <a:lnTo>
                  <a:pt x="1080713" y="257281"/>
                </a:lnTo>
                <a:lnTo>
                  <a:pt x="1120636" y="265490"/>
                </a:lnTo>
                <a:lnTo>
                  <a:pt x="1160886" y="271911"/>
                </a:lnTo>
                <a:lnTo>
                  <a:pt x="1201382" y="276532"/>
                </a:lnTo>
                <a:lnTo>
                  <a:pt x="1242043" y="279344"/>
                </a:lnTo>
                <a:lnTo>
                  <a:pt x="1282790" y="280341"/>
                </a:lnTo>
                <a:lnTo>
                  <a:pt x="1323540" y="279522"/>
                </a:lnTo>
                <a:lnTo>
                  <a:pt x="1364214" y="276887"/>
                </a:lnTo>
                <a:lnTo>
                  <a:pt x="1404730" y="272442"/>
                </a:lnTo>
                <a:lnTo>
                  <a:pt x="1445007" y="266196"/>
                </a:lnTo>
                <a:lnTo>
                  <a:pt x="1484966" y="258162"/>
                </a:lnTo>
                <a:lnTo>
                  <a:pt x="1524527" y="248355"/>
                </a:lnTo>
                <a:lnTo>
                  <a:pt x="1563612" y="236794"/>
                </a:lnTo>
                <a:lnTo>
                  <a:pt x="1602143" y="223503"/>
                </a:lnTo>
                <a:lnTo>
                  <a:pt x="1640043" y="208509"/>
                </a:lnTo>
                <a:lnTo>
                  <a:pt x="1677238" y="191840"/>
                </a:lnTo>
                <a:lnTo>
                  <a:pt x="1713652" y="173531"/>
                </a:lnTo>
                <a:close/>
              </a:path>
            </a:pathLst>
          </a:custGeom>
          <a:solidFill>
            <a:srgbClr val="1FD1B0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068940" y="5200033"/>
            <a:ext cx="2773719" cy="1063601"/>
          </a:xfrm>
          <a:custGeom>
            <a:avLst/>
            <a:gdLst/>
            <a:ahLst/>
            <a:cxnLst/>
            <a:rect l="l" t="t" r="r" b="b"/>
            <a:pathLst>
              <a:path w="2773719" h="1063601">
                <a:moveTo>
                  <a:pt x="2773719" y="791234"/>
                </a:moveTo>
                <a:lnTo>
                  <a:pt x="2680862" y="837923"/>
                </a:lnTo>
                <a:lnTo>
                  <a:pt x="2586016" y="880428"/>
                </a:lnTo>
                <a:lnTo>
                  <a:pt x="2489370" y="918664"/>
                </a:lnTo>
                <a:lnTo>
                  <a:pt x="2391116" y="952556"/>
                </a:lnTo>
                <a:lnTo>
                  <a:pt x="2291450" y="982035"/>
                </a:lnTo>
                <a:lnTo>
                  <a:pt x="2190568" y="1007043"/>
                </a:lnTo>
                <a:lnTo>
                  <a:pt x="2088673" y="1027531"/>
                </a:lnTo>
                <a:lnTo>
                  <a:pt x="1985966" y="1043458"/>
                </a:lnTo>
                <a:lnTo>
                  <a:pt x="1882651" y="1054792"/>
                </a:lnTo>
                <a:lnTo>
                  <a:pt x="1778934" y="1061511"/>
                </a:lnTo>
                <a:lnTo>
                  <a:pt x="1675020" y="1063601"/>
                </a:lnTo>
                <a:lnTo>
                  <a:pt x="1571116" y="1061058"/>
                </a:lnTo>
                <a:lnTo>
                  <a:pt x="1467429" y="1053888"/>
                </a:lnTo>
                <a:lnTo>
                  <a:pt x="1364165" y="1042104"/>
                </a:lnTo>
                <a:lnTo>
                  <a:pt x="1261528" y="1025730"/>
                </a:lnTo>
                <a:lnTo>
                  <a:pt x="1159723" y="1004798"/>
                </a:lnTo>
                <a:lnTo>
                  <a:pt x="1058952" y="979351"/>
                </a:lnTo>
                <a:lnTo>
                  <a:pt x="959415" y="949438"/>
                </a:lnTo>
                <a:lnTo>
                  <a:pt x="861309" y="915119"/>
                </a:lnTo>
                <a:lnTo>
                  <a:pt x="764831" y="876462"/>
                </a:lnTo>
                <a:lnTo>
                  <a:pt x="670171" y="833544"/>
                </a:lnTo>
                <a:lnTo>
                  <a:pt x="577518" y="786451"/>
                </a:lnTo>
                <a:lnTo>
                  <a:pt x="487055" y="735275"/>
                </a:lnTo>
                <a:lnTo>
                  <a:pt x="398963" y="680119"/>
                </a:lnTo>
                <a:lnTo>
                  <a:pt x="313416" y="621092"/>
                </a:lnTo>
                <a:lnTo>
                  <a:pt x="230585" y="558312"/>
                </a:lnTo>
                <a:lnTo>
                  <a:pt x="150634" y="491902"/>
                </a:lnTo>
                <a:lnTo>
                  <a:pt x="73721" y="421996"/>
                </a:lnTo>
                <a:lnTo>
                  <a:pt x="0" y="348732"/>
                </a:lnTo>
                <a:lnTo>
                  <a:pt x="362374" y="0"/>
                </a:lnTo>
                <a:lnTo>
                  <a:pt x="420195" y="57462"/>
                </a:lnTo>
                <a:lnTo>
                  <a:pt x="480518" y="112291"/>
                </a:lnTo>
                <a:lnTo>
                  <a:pt x="543225" y="164377"/>
                </a:lnTo>
                <a:lnTo>
                  <a:pt x="608191" y="213616"/>
                </a:lnTo>
                <a:lnTo>
                  <a:pt x="675286" y="259912"/>
                </a:lnTo>
                <a:lnTo>
                  <a:pt x="744378" y="303172"/>
                </a:lnTo>
                <a:lnTo>
                  <a:pt x="815329" y="343309"/>
                </a:lnTo>
                <a:lnTo>
                  <a:pt x="887999" y="380245"/>
                </a:lnTo>
                <a:lnTo>
                  <a:pt x="962242" y="413906"/>
                </a:lnTo>
                <a:lnTo>
                  <a:pt x="1037911" y="444225"/>
                </a:lnTo>
                <a:lnTo>
                  <a:pt x="1114856" y="471142"/>
                </a:lnTo>
                <a:lnTo>
                  <a:pt x="1192924" y="494603"/>
                </a:lnTo>
                <a:lnTo>
                  <a:pt x="1271961" y="514562"/>
                </a:lnTo>
                <a:lnTo>
                  <a:pt x="1351808" y="530979"/>
                </a:lnTo>
                <a:lnTo>
                  <a:pt x="1432307" y="543822"/>
                </a:lnTo>
                <a:lnTo>
                  <a:pt x="1513299" y="553064"/>
                </a:lnTo>
                <a:lnTo>
                  <a:pt x="1594622" y="558688"/>
                </a:lnTo>
                <a:lnTo>
                  <a:pt x="1676115" y="560682"/>
                </a:lnTo>
                <a:lnTo>
                  <a:pt x="1757616" y="559043"/>
                </a:lnTo>
                <a:lnTo>
                  <a:pt x="1838963" y="553773"/>
                </a:lnTo>
                <a:lnTo>
                  <a:pt x="1919995" y="544884"/>
                </a:lnTo>
                <a:lnTo>
                  <a:pt x="2000549" y="532392"/>
                </a:lnTo>
                <a:lnTo>
                  <a:pt x="2080467" y="516323"/>
                </a:lnTo>
                <a:lnTo>
                  <a:pt x="2159590" y="496709"/>
                </a:lnTo>
                <a:lnTo>
                  <a:pt x="2237759" y="473588"/>
                </a:lnTo>
                <a:lnTo>
                  <a:pt x="2314821" y="447006"/>
                </a:lnTo>
                <a:lnTo>
                  <a:pt x="2390622" y="417017"/>
                </a:lnTo>
                <a:lnTo>
                  <a:pt x="2465011" y="383680"/>
                </a:lnTo>
                <a:lnTo>
                  <a:pt x="2537840" y="347061"/>
                </a:lnTo>
                <a:close/>
              </a:path>
            </a:pathLst>
          </a:custGeom>
          <a:solidFill>
            <a:srgbClr val="1FD1B0">
              <a:alpha val="100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0075" y="5131172"/>
            <a:ext cx="731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07182B"/>
                </a:solidFill>
                <a:latin typeface="Calibri"/>
              </a:rPr>
              <a:t>21%</a:t>
            </a:r>
          </a:p>
        </p:txBody>
      </p:sp>
      <p:sp>
        <p:nvSpPr>
          <p:cNvPr id="13" name="Freeform 12"/>
          <p:cNvSpPr/>
          <p:nvPr/>
        </p:nvSpPr>
        <p:spPr>
          <a:xfrm>
            <a:off x="1965986" y="3680073"/>
            <a:ext cx="1124190" cy="1488257"/>
          </a:xfrm>
          <a:custGeom>
            <a:avLst/>
            <a:gdLst/>
            <a:ahLst/>
            <a:cxnLst/>
            <a:rect l="l" t="t" r="r" b="b"/>
            <a:pathLst>
              <a:path w="1124190" h="1488257">
                <a:moveTo>
                  <a:pt x="498271" y="1488257"/>
                </a:moveTo>
                <a:lnTo>
                  <a:pt x="443486" y="1428679"/>
                </a:lnTo>
                <a:lnTo>
                  <a:pt x="391460" y="1366676"/>
                </a:lnTo>
                <a:lnTo>
                  <a:pt x="342301" y="1302375"/>
                </a:lnTo>
                <a:lnTo>
                  <a:pt x="296112" y="1235910"/>
                </a:lnTo>
                <a:lnTo>
                  <a:pt x="252986" y="1167418"/>
                </a:lnTo>
                <a:lnTo>
                  <a:pt x="213013" y="1097038"/>
                </a:lnTo>
                <a:lnTo>
                  <a:pt x="176275" y="1024918"/>
                </a:lnTo>
                <a:lnTo>
                  <a:pt x="142847" y="951204"/>
                </a:lnTo>
                <a:lnTo>
                  <a:pt x="112799" y="876049"/>
                </a:lnTo>
                <a:lnTo>
                  <a:pt x="86193" y="799609"/>
                </a:lnTo>
                <a:lnTo>
                  <a:pt x="63084" y="722039"/>
                </a:lnTo>
                <a:lnTo>
                  <a:pt x="43518" y="643501"/>
                </a:lnTo>
                <a:lnTo>
                  <a:pt x="27536" y="564155"/>
                </a:lnTo>
                <a:lnTo>
                  <a:pt x="15172" y="484167"/>
                </a:lnTo>
                <a:lnTo>
                  <a:pt x="6450" y="403699"/>
                </a:lnTo>
                <a:lnTo>
                  <a:pt x="1390" y="322919"/>
                </a:lnTo>
                <a:lnTo>
                  <a:pt x="0" y="241992"/>
                </a:lnTo>
                <a:lnTo>
                  <a:pt x="2284" y="161085"/>
                </a:lnTo>
                <a:lnTo>
                  <a:pt x="8237" y="80366"/>
                </a:lnTo>
                <a:lnTo>
                  <a:pt x="17848" y="0"/>
                </a:lnTo>
                <a:lnTo>
                  <a:pt x="877819" y="122694"/>
                </a:lnTo>
                <a:lnTo>
                  <a:pt x="872891" y="163908"/>
                </a:lnTo>
                <a:lnTo>
                  <a:pt x="869838" y="205302"/>
                </a:lnTo>
                <a:lnTo>
                  <a:pt x="868666" y="246793"/>
                </a:lnTo>
                <a:lnTo>
                  <a:pt x="869379" y="288294"/>
                </a:lnTo>
                <a:lnTo>
                  <a:pt x="871974" y="329720"/>
                </a:lnTo>
                <a:lnTo>
                  <a:pt x="876447" y="370985"/>
                </a:lnTo>
                <a:lnTo>
                  <a:pt x="882788" y="412005"/>
                </a:lnTo>
                <a:lnTo>
                  <a:pt x="890983" y="452695"/>
                </a:lnTo>
                <a:lnTo>
                  <a:pt x="901017" y="492971"/>
                </a:lnTo>
                <a:lnTo>
                  <a:pt x="912868" y="532750"/>
                </a:lnTo>
                <a:lnTo>
                  <a:pt x="926512" y="571951"/>
                </a:lnTo>
                <a:lnTo>
                  <a:pt x="941922" y="610491"/>
                </a:lnTo>
                <a:lnTo>
                  <a:pt x="959064" y="648293"/>
                </a:lnTo>
                <a:lnTo>
                  <a:pt x="977904" y="685278"/>
                </a:lnTo>
                <a:lnTo>
                  <a:pt x="998403" y="721370"/>
                </a:lnTo>
                <a:lnTo>
                  <a:pt x="1020519" y="756495"/>
                </a:lnTo>
                <a:lnTo>
                  <a:pt x="1044206" y="790579"/>
                </a:lnTo>
                <a:lnTo>
                  <a:pt x="1069415" y="823554"/>
                </a:lnTo>
                <a:lnTo>
                  <a:pt x="1096095" y="855350"/>
                </a:lnTo>
                <a:lnTo>
                  <a:pt x="1124190" y="885903"/>
                </a:lnTo>
                <a:close/>
              </a:path>
            </a:pathLst>
          </a:custGeom>
          <a:solidFill>
            <a:srgbClr val="FFB703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17354" y="3602581"/>
            <a:ext cx="1013960" cy="1946184"/>
          </a:xfrm>
          <a:custGeom>
            <a:avLst/>
            <a:gdLst/>
            <a:ahLst/>
            <a:cxnLst/>
            <a:rect l="l" t="t" r="r" b="b"/>
            <a:pathLst>
              <a:path w="1013960" h="1946184">
                <a:moveTo>
                  <a:pt x="651586" y="1946184"/>
                </a:moveTo>
                <a:lnTo>
                  <a:pt x="579943" y="1868273"/>
                </a:lnTo>
                <a:lnTo>
                  <a:pt x="511909" y="1787192"/>
                </a:lnTo>
                <a:lnTo>
                  <a:pt x="447625" y="1703107"/>
                </a:lnTo>
                <a:lnTo>
                  <a:pt x="387223" y="1616191"/>
                </a:lnTo>
                <a:lnTo>
                  <a:pt x="330828" y="1526624"/>
                </a:lnTo>
                <a:lnTo>
                  <a:pt x="278556" y="1434589"/>
                </a:lnTo>
                <a:lnTo>
                  <a:pt x="230513" y="1340278"/>
                </a:lnTo>
                <a:lnTo>
                  <a:pt x="186801" y="1243883"/>
                </a:lnTo>
                <a:lnTo>
                  <a:pt x="147507" y="1145604"/>
                </a:lnTo>
                <a:lnTo>
                  <a:pt x="112715" y="1045643"/>
                </a:lnTo>
                <a:lnTo>
                  <a:pt x="82494" y="944206"/>
                </a:lnTo>
                <a:lnTo>
                  <a:pt x="56908" y="841502"/>
                </a:lnTo>
                <a:lnTo>
                  <a:pt x="36009" y="737742"/>
                </a:lnTo>
                <a:lnTo>
                  <a:pt x="19841" y="633142"/>
                </a:lnTo>
                <a:lnTo>
                  <a:pt x="8436" y="527915"/>
                </a:lnTo>
                <a:lnTo>
                  <a:pt x="1818" y="422279"/>
                </a:lnTo>
                <a:lnTo>
                  <a:pt x="0" y="316452"/>
                </a:lnTo>
                <a:lnTo>
                  <a:pt x="2987" y="210651"/>
                </a:lnTo>
                <a:lnTo>
                  <a:pt x="10772" y="105094"/>
                </a:lnTo>
                <a:lnTo>
                  <a:pt x="23340" y="0"/>
                </a:lnTo>
                <a:lnTo>
                  <a:pt x="521218" y="71034"/>
                </a:lnTo>
                <a:lnTo>
                  <a:pt x="511361" y="153461"/>
                </a:lnTo>
                <a:lnTo>
                  <a:pt x="505255" y="236250"/>
                </a:lnTo>
                <a:lnTo>
                  <a:pt x="502912" y="319231"/>
                </a:lnTo>
                <a:lnTo>
                  <a:pt x="504338" y="402233"/>
                </a:lnTo>
                <a:lnTo>
                  <a:pt x="509528" y="485085"/>
                </a:lnTo>
                <a:lnTo>
                  <a:pt x="518474" y="567616"/>
                </a:lnTo>
                <a:lnTo>
                  <a:pt x="531155" y="649655"/>
                </a:lnTo>
                <a:lnTo>
                  <a:pt x="547546" y="731035"/>
                </a:lnTo>
                <a:lnTo>
                  <a:pt x="567614" y="811587"/>
                </a:lnTo>
                <a:lnTo>
                  <a:pt x="591316" y="891146"/>
                </a:lnTo>
                <a:lnTo>
                  <a:pt x="618604" y="969547"/>
                </a:lnTo>
                <a:lnTo>
                  <a:pt x="649423" y="1046628"/>
                </a:lnTo>
                <a:lnTo>
                  <a:pt x="683707" y="1122232"/>
                </a:lnTo>
                <a:lnTo>
                  <a:pt x="721387" y="1196202"/>
                </a:lnTo>
                <a:lnTo>
                  <a:pt x="762385" y="1268386"/>
                </a:lnTo>
                <a:lnTo>
                  <a:pt x="806617" y="1338635"/>
                </a:lnTo>
                <a:lnTo>
                  <a:pt x="853991" y="1406804"/>
                </a:lnTo>
                <a:lnTo>
                  <a:pt x="904410" y="1472753"/>
                </a:lnTo>
                <a:lnTo>
                  <a:pt x="957770" y="1536346"/>
                </a:lnTo>
                <a:lnTo>
                  <a:pt x="1013960" y="1597452"/>
                </a:lnTo>
                <a:close/>
              </a:path>
            </a:pathLst>
          </a:custGeom>
          <a:solidFill>
            <a:srgbClr val="FFB703">
              <a:alpha val="100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5406" y="4210497"/>
            <a:ext cx="731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07182B"/>
                </a:solidFill>
                <a:latin typeface="Calibri"/>
              </a:rPr>
              <a:t>14%</a:t>
            </a:r>
          </a:p>
        </p:txBody>
      </p:sp>
      <p:sp>
        <p:nvSpPr>
          <p:cNvPr id="16" name="Freeform 15"/>
          <p:cNvSpPr/>
          <p:nvPr/>
        </p:nvSpPr>
        <p:spPr>
          <a:xfrm>
            <a:off x="1983834" y="2411646"/>
            <a:ext cx="1287388" cy="1391121"/>
          </a:xfrm>
          <a:custGeom>
            <a:avLst/>
            <a:gdLst/>
            <a:ahLst/>
            <a:cxnLst/>
            <a:rect l="l" t="t" r="r" b="b"/>
            <a:pathLst>
              <a:path w="1287388" h="1391121">
                <a:moveTo>
                  <a:pt x="0" y="1268427"/>
                </a:moveTo>
                <a:lnTo>
                  <a:pt x="12774" y="1191093"/>
                </a:lnTo>
                <a:lnTo>
                  <a:pt x="28934" y="1114395"/>
                </a:lnTo>
                <a:lnTo>
                  <a:pt x="48449" y="1038481"/>
                </a:lnTo>
                <a:lnTo>
                  <a:pt x="71281" y="963498"/>
                </a:lnTo>
                <a:lnTo>
                  <a:pt x="97387" y="889592"/>
                </a:lnTo>
                <a:lnTo>
                  <a:pt x="126716" y="816904"/>
                </a:lnTo>
                <a:lnTo>
                  <a:pt x="159211" y="745575"/>
                </a:lnTo>
                <a:lnTo>
                  <a:pt x="194809" y="675743"/>
                </a:lnTo>
                <a:lnTo>
                  <a:pt x="233442" y="607543"/>
                </a:lnTo>
                <a:lnTo>
                  <a:pt x="275034" y="541107"/>
                </a:lnTo>
                <a:lnTo>
                  <a:pt x="319507" y="476563"/>
                </a:lnTo>
                <a:lnTo>
                  <a:pt x="366773" y="414036"/>
                </a:lnTo>
                <a:lnTo>
                  <a:pt x="416741" y="353646"/>
                </a:lnTo>
                <a:lnTo>
                  <a:pt x="469315" y="295511"/>
                </a:lnTo>
                <a:lnTo>
                  <a:pt x="524393" y="239742"/>
                </a:lnTo>
                <a:lnTo>
                  <a:pt x="581868" y="186448"/>
                </a:lnTo>
                <a:lnTo>
                  <a:pt x="641631" y="135732"/>
                </a:lnTo>
                <a:lnTo>
                  <a:pt x="703564" y="87690"/>
                </a:lnTo>
                <a:lnTo>
                  <a:pt x="767549" y="42418"/>
                </a:lnTo>
                <a:lnTo>
                  <a:pt x="833462" y="0"/>
                </a:lnTo>
                <a:lnTo>
                  <a:pt x="1287388" y="740646"/>
                </a:lnTo>
                <a:lnTo>
                  <a:pt x="1253586" y="762399"/>
                </a:lnTo>
                <a:lnTo>
                  <a:pt x="1220774" y="785616"/>
                </a:lnTo>
                <a:lnTo>
                  <a:pt x="1189013" y="810252"/>
                </a:lnTo>
                <a:lnTo>
                  <a:pt x="1158365" y="836261"/>
                </a:lnTo>
                <a:lnTo>
                  <a:pt x="1128891" y="863591"/>
                </a:lnTo>
                <a:lnTo>
                  <a:pt x="1100646" y="892190"/>
                </a:lnTo>
                <a:lnTo>
                  <a:pt x="1073685" y="922003"/>
                </a:lnTo>
                <a:lnTo>
                  <a:pt x="1048060" y="952972"/>
                </a:lnTo>
                <a:lnTo>
                  <a:pt x="1023821" y="985037"/>
                </a:lnTo>
                <a:lnTo>
                  <a:pt x="1001015" y="1018137"/>
                </a:lnTo>
                <a:lnTo>
                  <a:pt x="979685" y="1052207"/>
                </a:lnTo>
                <a:lnTo>
                  <a:pt x="959873" y="1087181"/>
                </a:lnTo>
                <a:lnTo>
                  <a:pt x="941618" y="1122992"/>
                </a:lnTo>
                <a:lnTo>
                  <a:pt x="924954" y="1159571"/>
                </a:lnTo>
                <a:lnTo>
                  <a:pt x="909914" y="1196847"/>
                </a:lnTo>
                <a:lnTo>
                  <a:pt x="896526" y="1234748"/>
                </a:lnTo>
                <a:lnTo>
                  <a:pt x="884817" y="1273200"/>
                </a:lnTo>
                <a:lnTo>
                  <a:pt x="874809" y="1312130"/>
                </a:lnTo>
                <a:lnTo>
                  <a:pt x="866522" y="1351463"/>
                </a:lnTo>
                <a:lnTo>
                  <a:pt x="859971" y="1391121"/>
                </a:lnTo>
                <a:close/>
              </a:path>
            </a:pathLst>
          </a:custGeom>
          <a:solidFill>
            <a:srgbClr val="FF6B57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440694" y="2758923"/>
            <a:ext cx="727802" cy="914692"/>
          </a:xfrm>
          <a:custGeom>
            <a:avLst/>
            <a:gdLst/>
            <a:ahLst/>
            <a:cxnLst/>
            <a:rect l="l" t="t" r="r" b="b"/>
            <a:pathLst>
              <a:path w="727802" h="914692">
                <a:moveTo>
                  <a:pt x="0" y="843658"/>
                </a:moveTo>
                <a:lnTo>
                  <a:pt x="18539" y="732873"/>
                </a:lnTo>
                <a:lnTo>
                  <a:pt x="42392" y="623109"/>
                </a:lnTo>
                <a:lnTo>
                  <a:pt x="71503" y="514622"/>
                </a:lnTo>
                <a:lnTo>
                  <a:pt x="105805" y="407662"/>
                </a:lnTo>
                <a:lnTo>
                  <a:pt x="145218" y="302478"/>
                </a:lnTo>
                <a:lnTo>
                  <a:pt x="189651" y="199314"/>
                </a:lnTo>
                <a:lnTo>
                  <a:pt x="239001" y="98410"/>
                </a:lnTo>
                <a:lnTo>
                  <a:pt x="293153" y="0"/>
                </a:lnTo>
                <a:lnTo>
                  <a:pt x="727802" y="252999"/>
                </a:lnTo>
                <a:lnTo>
                  <a:pt x="685330" y="330184"/>
                </a:lnTo>
                <a:lnTo>
                  <a:pt x="646624" y="409324"/>
                </a:lnTo>
                <a:lnTo>
                  <a:pt x="611775" y="490237"/>
                </a:lnTo>
                <a:lnTo>
                  <a:pt x="580862" y="572734"/>
                </a:lnTo>
                <a:lnTo>
                  <a:pt x="553959" y="656624"/>
                </a:lnTo>
                <a:lnTo>
                  <a:pt x="531127" y="741712"/>
                </a:lnTo>
                <a:lnTo>
                  <a:pt x="512419" y="827802"/>
                </a:lnTo>
                <a:lnTo>
                  <a:pt x="497878" y="914692"/>
                </a:lnTo>
                <a:close/>
              </a:path>
            </a:pathLst>
          </a:custGeom>
          <a:solidFill>
            <a:srgbClr val="FF6B57">
              <a:alpha val="82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733847" y="2049846"/>
            <a:ext cx="935594" cy="962076"/>
          </a:xfrm>
          <a:custGeom>
            <a:avLst/>
            <a:gdLst/>
            <a:ahLst/>
            <a:cxnLst/>
            <a:rect l="l" t="t" r="r" b="b"/>
            <a:pathLst>
              <a:path w="935594" h="962076">
                <a:moveTo>
                  <a:pt x="0" y="709077"/>
                </a:moveTo>
                <a:lnTo>
                  <a:pt x="55816" y="618045"/>
                </a:lnTo>
                <a:lnTo>
                  <a:pt x="115742" y="529665"/>
                </a:lnTo>
                <a:lnTo>
                  <a:pt x="179651" y="444120"/>
                </a:lnTo>
                <a:lnTo>
                  <a:pt x="247409" y="361592"/>
                </a:lnTo>
                <a:lnTo>
                  <a:pt x="318875" y="282252"/>
                </a:lnTo>
                <a:lnTo>
                  <a:pt x="393899" y="206267"/>
                </a:lnTo>
                <a:lnTo>
                  <a:pt x="472322" y="133797"/>
                </a:lnTo>
                <a:lnTo>
                  <a:pt x="553981" y="64993"/>
                </a:lnTo>
                <a:lnTo>
                  <a:pt x="638705" y="0"/>
                </a:lnTo>
                <a:lnTo>
                  <a:pt x="935594" y="405937"/>
                </a:lnTo>
                <a:lnTo>
                  <a:pt x="869144" y="456912"/>
                </a:lnTo>
                <a:lnTo>
                  <a:pt x="805098" y="510876"/>
                </a:lnTo>
                <a:lnTo>
                  <a:pt x="743589" y="567716"/>
                </a:lnTo>
                <a:lnTo>
                  <a:pt x="684747" y="627311"/>
                </a:lnTo>
                <a:lnTo>
                  <a:pt x="628696" y="689539"/>
                </a:lnTo>
                <a:lnTo>
                  <a:pt x="575552" y="754267"/>
                </a:lnTo>
                <a:lnTo>
                  <a:pt x="525427" y="821361"/>
                </a:lnTo>
                <a:lnTo>
                  <a:pt x="478427" y="890679"/>
                </a:lnTo>
                <a:lnTo>
                  <a:pt x="434649" y="962076"/>
                </a:lnTo>
                <a:close/>
              </a:path>
            </a:pathLst>
          </a:custGeom>
          <a:solidFill>
            <a:srgbClr val="FF6B57">
              <a:alpha val="64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372552" y="1943870"/>
            <a:ext cx="420853" cy="511913"/>
          </a:xfrm>
          <a:custGeom>
            <a:avLst/>
            <a:gdLst/>
            <a:ahLst/>
            <a:cxnLst/>
            <a:rect l="l" t="t" r="r" b="b"/>
            <a:pathLst>
              <a:path w="420853" h="511913">
                <a:moveTo>
                  <a:pt x="0" y="105976"/>
                </a:moveTo>
                <a:lnTo>
                  <a:pt x="77945" y="51375"/>
                </a:lnTo>
                <a:lnTo>
                  <a:pt x="158054" y="0"/>
                </a:lnTo>
                <a:lnTo>
                  <a:pt x="420853" y="428795"/>
                </a:lnTo>
                <a:lnTo>
                  <a:pt x="358023" y="469089"/>
                </a:lnTo>
                <a:lnTo>
                  <a:pt x="296889" y="511913"/>
                </a:lnTo>
                <a:close/>
              </a:path>
            </a:pathLst>
          </a:custGeom>
          <a:solidFill>
            <a:srgbClr val="FF6B57">
              <a:alpha val="46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2278" y="3051597"/>
            <a:ext cx="731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 i="0">
                <a:solidFill>
                  <a:srgbClr val="07182B"/>
                </a:solidFill>
                <a:latin typeface="Calibri"/>
              </a:rPr>
              <a:t>14%</a:t>
            </a:r>
          </a:p>
        </p:txBody>
      </p:sp>
      <p:sp>
        <p:nvSpPr>
          <p:cNvPr id="21" name="Freeform 20"/>
          <p:cNvSpPr/>
          <p:nvPr/>
        </p:nvSpPr>
        <p:spPr>
          <a:xfrm>
            <a:off x="2817296" y="2214359"/>
            <a:ext cx="686145" cy="937933"/>
          </a:xfrm>
          <a:custGeom>
            <a:avLst/>
            <a:gdLst/>
            <a:ahLst/>
            <a:cxnLst/>
            <a:rect l="l" t="t" r="r" b="b"/>
            <a:pathLst>
              <a:path w="686145" h="937933">
                <a:moveTo>
                  <a:pt x="0" y="197287"/>
                </a:moveTo>
                <a:lnTo>
                  <a:pt x="71390" y="155777"/>
                </a:lnTo>
                <a:lnTo>
                  <a:pt x="144625" y="117617"/>
                </a:lnTo>
                <a:lnTo>
                  <a:pt x="219549" y="82888"/>
                </a:lnTo>
                <a:lnTo>
                  <a:pt x="296000" y="51666"/>
                </a:lnTo>
                <a:lnTo>
                  <a:pt x="373815" y="24017"/>
                </a:lnTo>
                <a:lnTo>
                  <a:pt x="452827" y="0"/>
                </a:lnTo>
                <a:lnTo>
                  <a:pt x="686145" y="836760"/>
                </a:lnTo>
                <a:lnTo>
                  <a:pt x="645626" y="849076"/>
                </a:lnTo>
                <a:lnTo>
                  <a:pt x="605721" y="863255"/>
                </a:lnTo>
                <a:lnTo>
                  <a:pt x="566515" y="879267"/>
                </a:lnTo>
                <a:lnTo>
                  <a:pt x="528093" y="897076"/>
                </a:lnTo>
                <a:lnTo>
                  <a:pt x="490536" y="916646"/>
                </a:lnTo>
                <a:lnTo>
                  <a:pt x="453926" y="937933"/>
                </a:lnTo>
                <a:close/>
              </a:path>
            </a:pathLst>
          </a:custGeom>
          <a:solidFill>
            <a:srgbClr val="A78BFA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530606" y="1804984"/>
            <a:ext cx="468986" cy="567681"/>
          </a:xfrm>
          <a:custGeom>
            <a:avLst/>
            <a:gdLst/>
            <a:ahLst/>
            <a:cxnLst/>
            <a:rect l="l" t="t" r="r" b="b"/>
            <a:pathLst>
              <a:path w="468986" h="567681">
                <a:moveTo>
                  <a:pt x="0" y="138886"/>
                </a:moveTo>
                <a:lnTo>
                  <a:pt x="129228" y="65249"/>
                </a:lnTo>
                <a:lnTo>
                  <a:pt x="262889" y="0"/>
                </a:lnTo>
                <a:lnTo>
                  <a:pt x="468986" y="458751"/>
                </a:lnTo>
                <a:lnTo>
                  <a:pt x="364155" y="509926"/>
                </a:lnTo>
                <a:lnTo>
                  <a:pt x="262799" y="567681"/>
                </a:lnTo>
                <a:close/>
              </a:path>
            </a:pathLst>
          </a:custGeom>
          <a:solidFill>
            <a:srgbClr val="A78BFA">
              <a:alpha val="82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793495" y="1726527"/>
            <a:ext cx="361759" cy="537208"/>
          </a:xfrm>
          <a:custGeom>
            <a:avLst/>
            <a:gdLst/>
            <a:ahLst/>
            <a:cxnLst/>
            <a:rect l="l" t="t" r="r" b="b"/>
            <a:pathLst>
              <a:path w="361759" h="537208">
                <a:moveTo>
                  <a:pt x="0" y="78457"/>
                </a:moveTo>
                <a:lnTo>
                  <a:pt x="98336" y="36957"/>
                </a:lnTo>
                <a:lnTo>
                  <a:pt x="198468" y="0"/>
                </a:lnTo>
                <a:lnTo>
                  <a:pt x="361759" y="475673"/>
                </a:lnTo>
                <a:lnTo>
                  <a:pt x="283224" y="504659"/>
                </a:lnTo>
                <a:lnTo>
                  <a:pt x="206097" y="537208"/>
                </a:lnTo>
                <a:close/>
              </a:path>
            </a:pathLst>
          </a:custGeom>
          <a:solidFill>
            <a:srgbClr val="A78BFA">
              <a:alpha val="64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991963" y="1685879"/>
            <a:ext cx="265880" cy="516321"/>
          </a:xfrm>
          <a:custGeom>
            <a:avLst/>
            <a:gdLst/>
            <a:ahLst/>
            <a:cxnLst/>
            <a:rect l="l" t="t" r="r" b="b"/>
            <a:pathLst>
              <a:path w="265880" h="516321">
                <a:moveTo>
                  <a:pt x="0" y="40648"/>
                </a:moveTo>
                <a:lnTo>
                  <a:pt x="65102" y="19363"/>
                </a:lnTo>
                <a:lnTo>
                  <a:pt x="130801" y="0"/>
                </a:lnTo>
                <a:lnTo>
                  <a:pt x="265880" y="484440"/>
                </a:lnTo>
                <a:lnTo>
                  <a:pt x="214351" y="499627"/>
                </a:lnTo>
                <a:lnTo>
                  <a:pt x="163291" y="516321"/>
                </a:lnTo>
                <a:close/>
              </a:path>
            </a:pathLst>
          </a:custGeom>
          <a:solidFill>
            <a:srgbClr val="A78BFA">
              <a:alpha val="46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270123" y="2148840"/>
            <a:ext cx="478916" cy="902279"/>
          </a:xfrm>
          <a:custGeom>
            <a:avLst/>
            <a:gdLst/>
            <a:ahLst/>
            <a:cxnLst/>
            <a:rect l="l" t="t" r="r" b="b"/>
            <a:pathLst>
              <a:path w="478916" h="902279">
                <a:moveTo>
                  <a:pt x="0" y="65519"/>
                </a:moveTo>
                <a:lnTo>
                  <a:pt x="78307" y="45585"/>
                </a:lnTo>
                <a:lnTo>
                  <a:pt x="157437" y="29219"/>
                </a:lnTo>
                <a:lnTo>
                  <a:pt x="237227" y="16455"/>
                </a:lnTo>
                <a:lnTo>
                  <a:pt x="317514" y="7319"/>
                </a:lnTo>
                <a:lnTo>
                  <a:pt x="398132" y="1830"/>
                </a:lnTo>
                <a:lnTo>
                  <a:pt x="478916" y="0"/>
                </a:lnTo>
                <a:lnTo>
                  <a:pt x="478916" y="868680"/>
                </a:lnTo>
                <a:lnTo>
                  <a:pt x="437488" y="869618"/>
                </a:lnTo>
                <a:lnTo>
                  <a:pt x="396145" y="872433"/>
                </a:lnTo>
                <a:lnTo>
                  <a:pt x="354973" y="877118"/>
                </a:lnTo>
                <a:lnTo>
                  <a:pt x="314055" y="883664"/>
                </a:lnTo>
                <a:lnTo>
                  <a:pt x="273475" y="892057"/>
                </a:lnTo>
                <a:lnTo>
                  <a:pt x="233318" y="902279"/>
                </a:lnTo>
                <a:close/>
              </a:path>
            </a:pathLst>
          </a:custGeom>
          <a:solidFill>
            <a:srgbClr val="9BDE5C"/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122764" y="1600200"/>
            <a:ext cx="626275" cy="570119"/>
          </a:xfrm>
          <a:custGeom>
            <a:avLst/>
            <a:gdLst/>
            <a:ahLst/>
            <a:cxnLst/>
            <a:rect l="l" t="t" r="r" b="b"/>
            <a:pathLst>
              <a:path w="626275" h="570119">
                <a:moveTo>
                  <a:pt x="0" y="85679"/>
                </a:moveTo>
                <a:lnTo>
                  <a:pt x="102402" y="59611"/>
                </a:lnTo>
                <a:lnTo>
                  <a:pt x="205879" y="38210"/>
                </a:lnTo>
                <a:lnTo>
                  <a:pt x="310220" y="21519"/>
                </a:lnTo>
                <a:lnTo>
                  <a:pt x="415210" y="9572"/>
                </a:lnTo>
                <a:lnTo>
                  <a:pt x="520634" y="2394"/>
                </a:lnTo>
                <a:lnTo>
                  <a:pt x="626275" y="0"/>
                </a:lnTo>
                <a:lnTo>
                  <a:pt x="626275" y="502920"/>
                </a:lnTo>
                <a:lnTo>
                  <a:pt x="543419" y="504797"/>
                </a:lnTo>
                <a:lnTo>
                  <a:pt x="460734" y="510427"/>
                </a:lnTo>
                <a:lnTo>
                  <a:pt x="378389" y="519797"/>
                </a:lnTo>
                <a:lnTo>
                  <a:pt x="296553" y="532888"/>
                </a:lnTo>
                <a:lnTo>
                  <a:pt x="215394" y="549674"/>
                </a:lnTo>
                <a:lnTo>
                  <a:pt x="135079" y="570119"/>
                </a:lnTo>
                <a:close/>
              </a:path>
            </a:pathLst>
          </a:custGeom>
          <a:solidFill>
            <a:srgbClr val="9BDE5C">
              <a:alpha val="100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79" y="3566160"/>
            <a:ext cx="1645920" cy="7315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 i="0">
                <a:solidFill>
                  <a:srgbClr val="F2F6FA"/>
                </a:solidFill>
                <a:latin typeface="Calibri"/>
              </a:rPr>
              <a:t>2036</a:t>
            </a:r>
          </a:p>
          <a:p>
            <a:pPr algn="ctr"/>
            <a:r>
              <a:rPr sz="1400" b="1" i="0">
                <a:solidFill>
                  <a:srgbClr val="F2F6FA"/>
                </a:solidFill>
                <a:latin typeface="Calibri"/>
              </a:rPr>
              <a:t>US$ 11,240 Mn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508760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MATERIAL FAMILY / FIBRE   ·   US$ Mn 2036   ·   CAGR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1901952"/>
            <a:ext cx="146304" cy="146304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856232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Polyester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1856232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2EC4F1"/>
                </a:solidFill>
                <a:latin typeface="Calibri"/>
              </a:rPr>
              <a:t>4,747  ·  7.1%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249424"/>
            <a:ext cx="146304" cy="146304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2203704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Polyamide or Nylon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203704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1FD1B0"/>
                </a:solidFill>
                <a:latin typeface="Calibri"/>
              </a:rPr>
              <a:t>2,313  ·  7.2%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2596896"/>
            <a:ext cx="146304" cy="146304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2551176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Elastane or Spandex Blends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551176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FFB703"/>
                </a:solidFill>
                <a:latin typeface="Calibri"/>
              </a:rPr>
              <a:t>1,624  ·  8.2%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944368"/>
            <a:ext cx="146304" cy="146304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2898648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High-Performance &amp; Specialty Fibe…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898648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FF6B57"/>
                </a:solidFill>
                <a:latin typeface="Calibri"/>
              </a:rPr>
              <a:t>1,573  ·  8.6%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172968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Aramid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172968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689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392424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UHMWPE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392424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737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611880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Other Specialty Fibers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611880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146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95020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904488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Cellulosic Fibers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904488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A78BFA"/>
                </a:solidFill>
                <a:latin typeface="Calibri"/>
              </a:rPr>
              <a:t>497  ·  6.3%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4178808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Cotton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178808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228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4398264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Viscose or Rayon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398264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164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4617720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Lyocell or Modal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617720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0" i="0">
                <a:solidFill>
                  <a:srgbClr val="8FA8C0"/>
                </a:solidFill>
                <a:latin typeface="Calibri"/>
              </a:rPr>
              <a:t>105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4956048"/>
            <a:ext cx="146304" cy="146304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4910328"/>
            <a:ext cx="2926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Polypropylene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4910328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200" b="1" i="0">
                <a:solidFill>
                  <a:srgbClr val="9BDE5C"/>
                </a:solidFill>
                <a:latin typeface="Calibri"/>
              </a:rPr>
              <a:t>486  ·  7.6%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Radial ranking: application size with growth tags, 2036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Each ring = one end-use application; arc length = 2036 value (full 270° = largest)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bar ranking + circular layout + CAGR chips  |  REPLACES: horizontal bar of end-use</a:t>
            </a:r>
          </a:p>
        </p:txBody>
      </p:sp>
      <p:sp>
        <p:nvSpPr>
          <p:cNvPr id="7" name="Freeform 6"/>
          <p:cNvSpPr/>
          <p:nvPr/>
        </p:nvSpPr>
        <p:spPr>
          <a:xfrm>
            <a:off x="1389888" y="1344168"/>
            <a:ext cx="5084064" cy="5084064"/>
          </a:xfrm>
          <a:custGeom>
            <a:avLst/>
            <a:gdLst/>
            <a:ahLst/>
            <a:cxnLst/>
            <a:rect l="l" t="t" r="r" b="b"/>
            <a:pathLst>
              <a:path w="5084064" h="5084064">
                <a:moveTo>
                  <a:pt x="2542032" y="0"/>
                </a:moveTo>
                <a:lnTo>
                  <a:pt x="2652913" y="2419"/>
                </a:lnTo>
                <a:lnTo>
                  <a:pt x="2763584" y="9673"/>
                </a:lnTo>
                <a:lnTo>
                  <a:pt x="2873833" y="21747"/>
                </a:lnTo>
                <a:lnTo>
                  <a:pt x="2983451" y="38619"/>
                </a:lnTo>
                <a:lnTo>
                  <a:pt x="3092228" y="60256"/>
                </a:lnTo>
                <a:lnTo>
                  <a:pt x="3199958" y="86617"/>
                </a:lnTo>
                <a:lnTo>
                  <a:pt x="3306435" y="117652"/>
                </a:lnTo>
                <a:lnTo>
                  <a:pt x="3411458" y="153303"/>
                </a:lnTo>
                <a:lnTo>
                  <a:pt x="3514825" y="193500"/>
                </a:lnTo>
                <a:lnTo>
                  <a:pt x="3616341" y="238168"/>
                </a:lnTo>
                <a:lnTo>
                  <a:pt x="3715811" y="287222"/>
                </a:lnTo>
                <a:lnTo>
                  <a:pt x="3813048" y="340567"/>
                </a:lnTo>
                <a:lnTo>
                  <a:pt x="3907864" y="398103"/>
                </a:lnTo>
                <a:lnTo>
                  <a:pt x="4000081" y="459721"/>
                </a:lnTo>
                <a:lnTo>
                  <a:pt x="4089523" y="525302"/>
                </a:lnTo>
                <a:lnTo>
                  <a:pt x="4176018" y="594722"/>
                </a:lnTo>
                <a:lnTo>
                  <a:pt x="4259403" y="667849"/>
                </a:lnTo>
                <a:lnTo>
                  <a:pt x="4339520" y="744543"/>
                </a:lnTo>
                <a:lnTo>
                  <a:pt x="4416214" y="824660"/>
                </a:lnTo>
                <a:lnTo>
                  <a:pt x="4489341" y="908045"/>
                </a:lnTo>
                <a:lnTo>
                  <a:pt x="4558761" y="994540"/>
                </a:lnTo>
                <a:lnTo>
                  <a:pt x="4624342" y="1083982"/>
                </a:lnTo>
                <a:lnTo>
                  <a:pt x="4685960" y="1176199"/>
                </a:lnTo>
                <a:lnTo>
                  <a:pt x="4743496" y="1271016"/>
                </a:lnTo>
                <a:lnTo>
                  <a:pt x="4796841" y="1368252"/>
                </a:lnTo>
                <a:lnTo>
                  <a:pt x="4845895" y="1467722"/>
                </a:lnTo>
                <a:lnTo>
                  <a:pt x="4890563" y="1569238"/>
                </a:lnTo>
                <a:lnTo>
                  <a:pt x="4930760" y="1672605"/>
                </a:lnTo>
                <a:lnTo>
                  <a:pt x="4966411" y="1777628"/>
                </a:lnTo>
                <a:lnTo>
                  <a:pt x="4997446" y="1884105"/>
                </a:lnTo>
                <a:lnTo>
                  <a:pt x="5023807" y="1991835"/>
                </a:lnTo>
                <a:lnTo>
                  <a:pt x="5045444" y="2100612"/>
                </a:lnTo>
                <a:lnTo>
                  <a:pt x="5062316" y="2210230"/>
                </a:lnTo>
                <a:lnTo>
                  <a:pt x="5074390" y="2320479"/>
                </a:lnTo>
                <a:lnTo>
                  <a:pt x="5081644" y="2431150"/>
                </a:lnTo>
                <a:lnTo>
                  <a:pt x="5084064" y="2542032"/>
                </a:lnTo>
                <a:lnTo>
                  <a:pt x="5081644" y="2652913"/>
                </a:lnTo>
                <a:lnTo>
                  <a:pt x="5074390" y="2763584"/>
                </a:lnTo>
                <a:lnTo>
                  <a:pt x="5062316" y="2873833"/>
                </a:lnTo>
                <a:lnTo>
                  <a:pt x="5045444" y="2983451"/>
                </a:lnTo>
                <a:lnTo>
                  <a:pt x="5023807" y="3092228"/>
                </a:lnTo>
                <a:lnTo>
                  <a:pt x="4997446" y="3199958"/>
                </a:lnTo>
                <a:lnTo>
                  <a:pt x="4966411" y="3306435"/>
                </a:lnTo>
                <a:lnTo>
                  <a:pt x="4930760" y="3411458"/>
                </a:lnTo>
                <a:lnTo>
                  <a:pt x="4890563" y="3514825"/>
                </a:lnTo>
                <a:lnTo>
                  <a:pt x="4845895" y="3616341"/>
                </a:lnTo>
                <a:lnTo>
                  <a:pt x="4796841" y="3715811"/>
                </a:lnTo>
                <a:lnTo>
                  <a:pt x="4743496" y="3813048"/>
                </a:lnTo>
                <a:lnTo>
                  <a:pt x="4685960" y="3907864"/>
                </a:lnTo>
                <a:lnTo>
                  <a:pt x="4624342" y="4000081"/>
                </a:lnTo>
                <a:lnTo>
                  <a:pt x="4558761" y="4089523"/>
                </a:lnTo>
                <a:lnTo>
                  <a:pt x="4489341" y="4176018"/>
                </a:lnTo>
                <a:lnTo>
                  <a:pt x="4416214" y="4259403"/>
                </a:lnTo>
                <a:lnTo>
                  <a:pt x="4339520" y="4339520"/>
                </a:lnTo>
                <a:lnTo>
                  <a:pt x="4259403" y="4416214"/>
                </a:lnTo>
                <a:lnTo>
                  <a:pt x="4176018" y="4489341"/>
                </a:lnTo>
                <a:lnTo>
                  <a:pt x="4089523" y="4558761"/>
                </a:lnTo>
                <a:lnTo>
                  <a:pt x="4000081" y="4624342"/>
                </a:lnTo>
                <a:lnTo>
                  <a:pt x="3907864" y="4685960"/>
                </a:lnTo>
                <a:lnTo>
                  <a:pt x="3813048" y="4743496"/>
                </a:lnTo>
                <a:lnTo>
                  <a:pt x="3715811" y="4796841"/>
                </a:lnTo>
                <a:lnTo>
                  <a:pt x="3616341" y="4845895"/>
                </a:lnTo>
                <a:lnTo>
                  <a:pt x="3514825" y="4890563"/>
                </a:lnTo>
                <a:lnTo>
                  <a:pt x="3411458" y="4930760"/>
                </a:lnTo>
                <a:lnTo>
                  <a:pt x="3306435" y="4966411"/>
                </a:lnTo>
                <a:lnTo>
                  <a:pt x="3199958" y="4997446"/>
                </a:lnTo>
                <a:lnTo>
                  <a:pt x="3092228" y="5023807"/>
                </a:lnTo>
                <a:lnTo>
                  <a:pt x="2983451" y="5045444"/>
                </a:lnTo>
                <a:lnTo>
                  <a:pt x="2873833" y="5062316"/>
                </a:lnTo>
                <a:lnTo>
                  <a:pt x="2763584" y="5074390"/>
                </a:lnTo>
                <a:lnTo>
                  <a:pt x="2652913" y="5081644"/>
                </a:lnTo>
                <a:lnTo>
                  <a:pt x="2542032" y="5084064"/>
                </a:lnTo>
                <a:lnTo>
                  <a:pt x="2431150" y="5081644"/>
                </a:lnTo>
                <a:lnTo>
                  <a:pt x="2320479" y="5074390"/>
                </a:lnTo>
                <a:lnTo>
                  <a:pt x="2210230" y="5062316"/>
                </a:lnTo>
                <a:lnTo>
                  <a:pt x="2100612" y="5045444"/>
                </a:lnTo>
                <a:lnTo>
                  <a:pt x="1991835" y="5023807"/>
                </a:lnTo>
                <a:lnTo>
                  <a:pt x="1884105" y="4997446"/>
                </a:lnTo>
                <a:lnTo>
                  <a:pt x="1777628" y="4966411"/>
                </a:lnTo>
                <a:lnTo>
                  <a:pt x="1672605" y="4930760"/>
                </a:lnTo>
                <a:lnTo>
                  <a:pt x="1569238" y="4890563"/>
                </a:lnTo>
                <a:lnTo>
                  <a:pt x="1467722" y="4845895"/>
                </a:lnTo>
                <a:lnTo>
                  <a:pt x="1368252" y="4796841"/>
                </a:lnTo>
                <a:lnTo>
                  <a:pt x="1271016" y="4743496"/>
                </a:lnTo>
                <a:lnTo>
                  <a:pt x="1176199" y="4685960"/>
                </a:lnTo>
                <a:lnTo>
                  <a:pt x="1083982" y="4624342"/>
                </a:lnTo>
                <a:lnTo>
                  <a:pt x="994540" y="4558761"/>
                </a:lnTo>
                <a:lnTo>
                  <a:pt x="908045" y="4489341"/>
                </a:lnTo>
                <a:lnTo>
                  <a:pt x="824660" y="4416214"/>
                </a:lnTo>
                <a:lnTo>
                  <a:pt x="744543" y="4339520"/>
                </a:lnTo>
                <a:lnTo>
                  <a:pt x="667849" y="4259403"/>
                </a:lnTo>
                <a:lnTo>
                  <a:pt x="594722" y="4176018"/>
                </a:lnTo>
                <a:lnTo>
                  <a:pt x="525302" y="4089523"/>
                </a:lnTo>
                <a:lnTo>
                  <a:pt x="459721" y="4000081"/>
                </a:lnTo>
                <a:lnTo>
                  <a:pt x="398103" y="3907864"/>
                </a:lnTo>
                <a:lnTo>
                  <a:pt x="340567" y="3813048"/>
                </a:lnTo>
                <a:lnTo>
                  <a:pt x="287222" y="3715811"/>
                </a:lnTo>
                <a:lnTo>
                  <a:pt x="238168" y="3616341"/>
                </a:lnTo>
                <a:lnTo>
                  <a:pt x="193500" y="3514825"/>
                </a:lnTo>
                <a:lnTo>
                  <a:pt x="153303" y="3411458"/>
                </a:lnTo>
                <a:lnTo>
                  <a:pt x="117652" y="3306435"/>
                </a:lnTo>
                <a:lnTo>
                  <a:pt x="86617" y="3199958"/>
                </a:lnTo>
                <a:lnTo>
                  <a:pt x="60256" y="3092228"/>
                </a:lnTo>
                <a:lnTo>
                  <a:pt x="38619" y="2983451"/>
                </a:lnTo>
                <a:lnTo>
                  <a:pt x="21747" y="2873833"/>
                </a:lnTo>
                <a:lnTo>
                  <a:pt x="9673" y="2763584"/>
                </a:lnTo>
                <a:lnTo>
                  <a:pt x="2419" y="2652913"/>
                </a:lnTo>
                <a:lnTo>
                  <a:pt x="0" y="2542032"/>
                </a:lnTo>
                <a:lnTo>
                  <a:pt x="210312" y="2542032"/>
                </a:lnTo>
                <a:lnTo>
                  <a:pt x="212531" y="2643740"/>
                </a:lnTo>
                <a:lnTo>
                  <a:pt x="219184" y="2745254"/>
                </a:lnTo>
                <a:lnTo>
                  <a:pt x="230260" y="2846382"/>
                </a:lnTo>
                <a:lnTo>
                  <a:pt x="245736" y="2946930"/>
                </a:lnTo>
                <a:lnTo>
                  <a:pt x="265583" y="3046708"/>
                </a:lnTo>
                <a:lnTo>
                  <a:pt x="289763" y="3145525"/>
                </a:lnTo>
                <a:lnTo>
                  <a:pt x="318231" y="3243193"/>
                </a:lnTo>
                <a:lnTo>
                  <a:pt x="350931" y="3339527"/>
                </a:lnTo>
                <a:lnTo>
                  <a:pt x="387803" y="3434342"/>
                </a:lnTo>
                <a:lnTo>
                  <a:pt x="428776" y="3527459"/>
                </a:lnTo>
                <a:lnTo>
                  <a:pt x="473771" y="3618700"/>
                </a:lnTo>
                <a:lnTo>
                  <a:pt x="522703" y="3707892"/>
                </a:lnTo>
                <a:lnTo>
                  <a:pt x="575479" y="3794864"/>
                </a:lnTo>
                <a:lnTo>
                  <a:pt x="631998" y="3879451"/>
                </a:lnTo>
                <a:lnTo>
                  <a:pt x="692154" y="3961493"/>
                </a:lnTo>
                <a:lnTo>
                  <a:pt x="755830" y="4040832"/>
                </a:lnTo>
                <a:lnTo>
                  <a:pt x="822907" y="4117319"/>
                </a:lnTo>
                <a:lnTo>
                  <a:pt x="893256" y="4190807"/>
                </a:lnTo>
                <a:lnTo>
                  <a:pt x="966744" y="4261156"/>
                </a:lnTo>
                <a:lnTo>
                  <a:pt x="1043231" y="4328233"/>
                </a:lnTo>
                <a:lnTo>
                  <a:pt x="1122570" y="4391909"/>
                </a:lnTo>
                <a:lnTo>
                  <a:pt x="1204612" y="4452065"/>
                </a:lnTo>
                <a:lnTo>
                  <a:pt x="1289199" y="4508584"/>
                </a:lnTo>
                <a:lnTo>
                  <a:pt x="1376172" y="4561360"/>
                </a:lnTo>
                <a:lnTo>
                  <a:pt x="1465363" y="4610292"/>
                </a:lnTo>
                <a:lnTo>
                  <a:pt x="1556604" y="4655287"/>
                </a:lnTo>
                <a:lnTo>
                  <a:pt x="1649721" y="4696260"/>
                </a:lnTo>
                <a:lnTo>
                  <a:pt x="1744536" y="4733132"/>
                </a:lnTo>
                <a:lnTo>
                  <a:pt x="1840870" y="4765832"/>
                </a:lnTo>
                <a:lnTo>
                  <a:pt x="1938538" y="4794300"/>
                </a:lnTo>
                <a:lnTo>
                  <a:pt x="2037355" y="4818480"/>
                </a:lnTo>
                <a:lnTo>
                  <a:pt x="2137133" y="4838327"/>
                </a:lnTo>
                <a:lnTo>
                  <a:pt x="2237681" y="4853803"/>
                </a:lnTo>
                <a:lnTo>
                  <a:pt x="2338809" y="4864879"/>
                </a:lnTo>
                <a:lnTo>
                  <a:pt x="2440323" y="4871532"/>
                </a:lnTo>
                <a:lnTo>
                  <a:pt x="2542032" y="4873752"/>
                </a:lnTo>
                <a:lnTo>
                  <a:pt x="2643740" y="4871532"/>
                </a:lnTo>
                <a:lnTo>
                  <a:pt x="2745254" y="4864879"/>
                </a:lnTo>
                <a:lnTo>
                  <a:pt x="2846382" y="4853803"/>
                </a:lnTo>
                <a:lnTo>
                  <a:pt x="2946930" y="4838327"/>
                </a:lnTo>
                <a:lnTo>
                  <a:pt x="3046708" y="4818480"/>
                </a:lnTo>
                <a:lnTo>
                  <a:pt x="3145525" y="4794300"/>
                </a:lnTo>
                <a:lnTo>
                  <a:pt x="3243193" y="4765832"/>
                </a:lnTo>
                <a:lnTo>
                  <a:pt x="3339527" y="4733132"/>
                </a:lnTo>
                <a:lnTo>
                  <a:pt x="3434342" y="4696260"/>
                </a:lnTo>
                <a:lnTo>
                  <a:pt x="3527459" y="4655287"/>
                </a:lnTo>
                <a:lnTo>
                  <a:pt x="3618700" y="4610292"/>
                </a:lnTo>
                <a:lnTo>
                  <a:pt x="3707892" y="4561360"/>
                </a:lnTo>
                <a:lnTo>
                  <a:pt x="3794864" y="4508584"/>
                </a:lnTo>
                <a:lnTo>
                  <a:pt x="3879451" y="4452065"/>
                </a:lnTo>
                <a:lnTo>
                  <a:pt x="3961493" y="4391909"/>
                </a:lnTo>
                <a:lnTo>
                  <a:pt x="4040832" y="4328233"/>
                </a:lnTo>
                <a:lnTo>
                  <a:pt x="4117319" y="4261156"/>
                </a:lnTo>
                <a:lnTo>
                  <a:pt x="4190807" y="4190807"/>
                </a:lnTo>
                <a:lnTo>
                  <a:pt x="4261156" y="4117319"/>
                </a:lnTo>
                <a:lnTo>
                  <a:pt x="4328233" y="4040832"/>
                </a:lnTo>
                <a:lnTo>
                  <a:pt x="4391909" y="3961493"/>
                </a:lnTo>
                <a:lnTo>
                  <a:pt x="4452065" y="3879451"/>
                </a:lnTo>
                <a:lnTo>
                  <a:pt x="4508584" y="3794864"/>
                </a:lnTo>
                <a:lnTo>
                  <a:pt x="4561360" y="3707892"/>
                </a:lnTo>
                <a:lnTo>
                  <a:pt x="4610292" y="3618700"/>
                </a:lnTo>
                <a:lnTo>
                  <a:pt x="4655287" y="3527459"/>
                </a:lnTo>
                <a:lnTo>
                  <a:pt x="4696260" y="3434342"/>
                </a:lnTo>
                <a:lnTo>
                  <a:pt x="4733132" y="3339527"/>
                </a:lnTo>
                <a:lnTo>
                  <a:pt x="4765832" y="3243193"/>
                </a:lnTo>
                <a:lnTo>
                  <a:pt x="4794300" y="3145525"/>
                </a:lnTo>
                <a:lnTo>
                  <a:pt x="4818480" y="3046708"/>
                </a:lnTo>
                <a:lnTo>
                  <a:pt x="4838327" y="2946930"/>
                </a:lnTo>
                <a:lnTo>
                  <a:pt x="4853803" y="2846382"/>
                </a:lnTo>
                <a:lnTo>
                  <a:pt x="4864879" y="2745254"/>
                </a:lnTo>
                <a:lnTo>
                  <a:pt x="4871532" y="2643740"/>
                </a:lnTo>
                <a:lnTo>
                  <a:pt x="4873752" y="2542032"/>
                </a:lnTo>
                <a:lnTo>
                  <a:pt x="4871532" y="2440323"/>
                </a:lnTo>
                <a:lnTo>
                  <a:pt x="4864879" y="2338809"/>
                </a:lnTo>
                <a:lnTo>
                  <a:pt x="4853803" y="2237681"/>
                </a:lnTo>
                <a:lnTo>
                  <a:pt x="4838327" y="2137133"/>
                </a:lnTo>
                <a:lnTo>
                  <a:pt x="4818480" y="2037355"/>
                </a:lnTo>
                <a:lnTo>
                  <a:pt x="4794300" y="1938538"/>
                </a:lnTo>
                <a:lnTo>
                  <a:pt x="4765832" y="1840870"/>
                </a:lnTo>
                <a:lnTo>
                  <a:pt x="4733132" y="1744536"/>
                </a:lnTo>
                <a:lnTo>
                  <a:pt x="4696260" y="1649721"/>
                </a:lnTo>
                <a:lnTo>
                  <a:pt x="4655287" y="1556604"/>
                </a:lnTo>
                <a:lnTo>
                  <a:pt x="4610292" y="1465363"/>
                </a:lnTo>
                <a:lnTo>
                  <a:pt x="4561360" y="1376172"/>
                </a:lnTo>
                <a:lnTo>
                  <a:pt x="4508584" y="1289199"/>
                </a:lnTo>
                <a:lnTo>
                  <a:pt x="4452065" y="1204612"/>
                </a:lnTo>
                <a:lnTo>
                  <a:pt x="4391909" y="1122570"/>
                </a:lnTo>
                <a:lnTo>
                  <a:pt x="4328233" y="1043231"/>
                </a:lnTo>
                <a:lnTo>
                  <a:pt x="4261156" y="966744"/>
                </a:lnTo>
                <a:lnTo>
                  <a:pt x="4190807" y="893256"/>
                </a:lnTo>
                <a:lnTo>
                  <a:pt x="4117319" y="822907"/>
                </a:lnTo>
                <a:lnTo>
                  <a:pt x="4040832" y="755830"/>
                </a:lnTo>
                <a:lnTo>
                  <a:pt x="3961493" y="692154"/>
                </a:lnTo>
                <a:lnTo>
                  <a:pt x="3879451" y="631998"/>
                </a:lnTo>
                <a:lnTo>
                  <a:pt x="3794864" y="575479"/>
                </a:lnTo>
                <a:lnTo>
                  <a:pt x="3707892" y="522703"/>
                </a:lnTo>
                <a:lnTo>
                  <a:pt x="3618700" y="473771"/>
                </a:lnTo>
                <a:lnTo>
                  <a:pt x="3527459" y="428776"/>
                </a:lnTo>
                <a:lnTo>
                  <a:pt x="3434342" y="387803"/>
                </a:lnTo>
                <a:lnTo>
                  <a:pt x="3339527" y="350931"/>
                </a:lnTo>
                <a:lnTo>
                  <a:pt x="3243193" y="318231"/>
                </a:lnTo>
                <a:lnTo>
                  <a:pt x="3145525" y="289763"/>
                </a:lnTo>
                <a:lnTo>
                  <a:pt x="3046708" y="265583"/>
                </a:lnTo>
                <a:lnTo>
                  <a:pt x="2946930" y="245736"/>
                </a:lnTo>
                <a:lnTo>
                  <a:pt x="2846382" y="230260"/>
                </a:lnTo>
                <a:lnTo>
                  <a:pt x="2745254" y="219184"/>
                </a:lnTo>
                <a:lnTo>
                  <a:pt x="2643740" y="212531"/>
                </a:lnTo>
                <a:lnTo>
                  <a:pt x="254203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389888" y="1344168"/>
            <a:ext cx="5084064" cy="5084064"/>
          </a:xfrm>
          <a:custGeom>
            <a:avLst/>
            <a:gdLst/>
            <a:ahLst/>
            <a:cxnLst/>
            <a:rect l="l" t="t" r="r" b="b"/>
            <a:pathLst>
              <a:path w="5084064" h="5084064">
                <a:moveTo>
                  <a:pt x="2542032" y="0"/>
                </a:moveTo>
                <a:lnTo>
                  <a:pt x="2652913" y="2419"/>
                </a:lnTo>
                <a:lnTo>
                  <a:pt x="2763584" y="9673"/>
                </a:lnTo>
                <a:lnTo>
                  <a:pt x="2873833" y="21747"/>
                </a:lnTo>
                <a:lnTo>
                  <a:pt x="2983451" y="38619"/>
                </a:lnTo>
                <a:lnTo>
                  <a:pt x="3092228" y="60256"/>
                </a:lnTo>
                <a:lnTo>
                  <a:pt x="3199958" y="86617"/>
                </a:lnTo>
                <a:lnTo>
                  <a:pt x="3306435" y="117652"/>
                </a:lnTo>
                <a:lnTo>
                  <a:pt x="3411458" y="153303"/>
                </a:lnTo>
                <a:lnTo>
                  <a:pt x="3514825" y="193500"/>
                </a:lnTo>
                <a:lnTo>
                  <a:pt x="3616341" y="238168"/>
                </a:lnTo>
                <a:lnTo>
                  <a:pt x="3715811" y="287222"/>
                </a:lnTo>
                <a:lnTo>
                  <a:pt x="3813048" y="340567"/>
                </a:lnTo>
                <a:lnTo>
                  <a:pt x="3907864" y="398103"/>
                </a:lnTo>
                <a:lnTo>
                  <a:pt x="4000081" y="459721"/>
                </a:lnTo>
                <a:lnTo>
                  <a:pt x="4089523" y="525302"/>
                </a:lnTo>
                <a:lnTo>
                  <a:pt x="4176018" y="594722"/>
                </a:lnTo>
                <a:lnTo>
                  <a:pt x="4259403" y="667849"/>
                </a:lnTo>
                <a:lnTo>
                  <a:pt x="4339520" y="744543"/>
                </a:lnTo>
                <a:lnTo>
                  <a:pt x="4416214" y="824660"/>
                </a:lnTo>
                <a:lnTo>
                  <a:pt x="4489341" y="908045"/>
                </a:lnTo>
                <a:lnTo>
                  <a:pt x="4558761" y="994540"/>
                </a:lnTo>
                <a:lnTo>
                  <a:pt x="4624342" y="1083982"/>
                </a:lnTo>
                <a:lnTo>
                  <a:pt x="4685960" y="1176199"/>
                </a:lnTo>
                <a:lnTo>
                  <a:pt x="4743496" y="1271016"/>
                </a:lnTo>
                <a:lnTo>
                  <a:pt x="4796841" y="1368252"/>
                </a:lnTo>
                <a:lnTo>
                  <a:pt x="4845895" y="1467722"/>
                </a:lnTo>
                <a:lnTo>
                  <a:pt x="4890563" y="1569238"/>
                </a:lnTo>
                <a:lnTo>
                  <a:pt x="4930760" y="1672605"/>
                </a:lnTo>
                <a:lnTo>
                  <a:pt x="4966411" y="1777628"/>
                </a:lnTo>
                <a:lnTo>
                  <a:pt x="4997446" y="1884105"/>
                </a:lnTo>
                <a:lnTo>
                  <a:pt x="5023807" y="1991835"/>
                </a:lnTo>
                <a:lnTo>
                  <a:pt x="5045444" y="2100612"/>
                </a:lnTo>
                <a:lnTo>
                  <a:pt x="5062316" y="2210230"/>
                </a:lnTo>
                <a:lnTo>
                  <a:pt x="5074390" y="2320479"/>
                </a:lnTo>
                <a:lnTo>
                  <a:pt x="5081644" y="2431150"/>
                </a:lnTo>
                <a:lnTo>
                  <a:pt x="5084064" y="2542032"/>
                </a:lnTo>
                <a:lnTo>
                  <a:pt x="5081644" y="2652913"/>
                </a:lnTo>
                <a:lnTo>
                  <a:pt x="5074390" y="2763584"/>
                </a:lnTo>
                <a:lnTo>
                  <a:pt x="5062316" y="2873833"/>
                </a:lnTo>
                <a:lnTo>
                  <a:pt x="5045444" y="2983451"/>
                </a:lnTo>
                <a:lnTo>
                  <a:pt x="5023807" y="3092228"/>
                </a:lnTo>
                <a:lnTo>
                  <a:pt x="4997446" y="3199958"/>
                </a:lnTo>
                <a:lnTo>
                  <a:pt x="4966411" y="3306435"/>
                </a:lnTo>
                <a:lnTo>
                  <a:pt x="4930760" y="3411458"/>
                </a:lnTo>
                <a:lnTo>
                  <a:pt x="4890563" y="3514825"/>
                </a:lnTo>
                <a:lnTo>
                  <a:pt x="4845895" y="3616341"/>
                </a:lnTo>
                <a:lnTo>
                  <a:pt x="4796841" y="3715811"/>
                </a:lnTo>
                <a:lnTo>
                  <a:pt x="4743496" y="3813048"/>
                </a:lnTo>
                <a:lnTo>
                  <a:pt x="4685960" y="3907864"/>
                </a:lnTo>
                <a:lnTo>
                  <a:pt x="4624342" y="4000081"/>
                </a:lnTo>
                <a:lnTo>
                  <a:pt x="4558761" y="4089523"/>
                </a:lnTo>
                <a:lnTo>
                  <a:pt x="4489341" y="4176018"/>
                </a:lnTo>
                <a:lnTo>
                  <a:pt x="4416214" y="4259403"/>
                </a:lnTo>
                <a:lnTo>
                  <a:pt x="4339520" y="4339520"/>
                </a:lnTo>
                <a:lnTo>
                  <a:pt x="4259403" y="4416214"/>
                </a:lnTo>
                <a:lnTo>
                  <a:pt x="4176018" y="4489341"/>
                </a:lnTo>
                <a:lnTo>
                  <a:pt x="4089523" y="4558761"/>
                </a:lnTo>
                <a:lnTo>
                  <a:pt x="4000081" y="4624342"/>
                </a:lnTo>
                <a:lnTo>
                  <a:pt x="3907864" y="4685960"/>
                </a:lnTo>
                <a:lnTo>
                  <a:pt x="3813048" y="4743496"/>
                </a:lnTo>
                <a:lnTo>
                  <a:pt x="3715811" y="4796841"/>
                </a:lnTo>
                <a:lnTo>
                  <a:pt x="3616341" y="4845895"/>
                </a:lnTo>
                <a:lnTo>
                  <a:pt x="3514825" y="4890563"/>
                </a:lnTo>
                <a:lnTo>
                  <a:pt x="3411458" y="4930760"/>
                </a:lnTo>
                <a:lnTo>
                  <a:pt x="3306435" y="4966411"/>
                </a:lnTo>
                <a:lnTo>
                  <a:pt x="3199958" y="4997446"/>
                </a:lnTo>
                <a:lnTo>
                  <a:pt x="3092228" y="5023807"/>
                </a:lnTo>
                <a:lnTo>
                  <a:pt x="2983451" y="5045444"/>
                </a:lnTo>
                <a:lnTo>
                  <a:pt x="2873833" y="5062316"/>
                </a:lnTo>
                <a:lnTo>
                  <a:pt x="2763584" y="5074390"/>
                </a:lnTo>
                <a:lnTo>
                  <a:pt x="2652913" y="5081644"/>
                </a:lnTo>
                <a:lnTo>
                  <a:pt x="2542032" y="5084064"/>
                </a:lnTo>
                <a:lnTo>
                  <a:pt x="2431150" y="5081644"/>
                </a:lnTo>
                <a:lnTo>
                  <a:pt x="2320479" y="5074390"/>
                </a:lnTo>
                <a:lnTo>
                  <a:pt x="2210230" y="5062316"/>
                </a:lnTo>
                <a:lnTo>
                  <a:pt x="2100612" y="5045444"/>
                </a:lnTo>
                <a:lnTo>
                  <a:pt x="1991835" y="5023807"/>
                </a:lnTo>
                <a:lnTo>
                  <a:pt x="1884105" y="4997446"/>
                </a:lnTo>
                <a:lnTo>
                  <a:pt x="1777628" y="4966411"/>
                </a:lnTo>
                <a:lnTo>
                  <a:pt x="1672605" y="4930760"/>
                </a:lnTo>
                <a:lnTo>
                  <a:pt x="1569238" y="4890563"/>
                </a:lnTo>
                <a:lnTo>
                  <a:pt x="1467722" y="4845895"/>
                </a:lnTo>
                <a:lnTo>
                  <a:pt x="1368252" y="4796841"/>
                </a:lnTo>
                <a:lnTo>
                  <a:pt x="1271016" y="4743496"/>
                </a:lnTo>
                <a:lnTo>
                  <a:pt x="1176199" y="4685960"/>
                </a:lnTo>
                <a:lnTo>
                  <a:pt x="1083982" y="4624342"/>
                </a:lnTo>
                <a:lnTo>
                  <a:pt x="994540" y="4558761"/>
                </a:lnTo>
                <a:lnTo>
                  <a:pt x="908045" y="4489341"/>
                </a:lnTo>
                <a:lnTo>
                  <a:pt x="824660" y="4416214"/>
                </a:lnTo>
                <a:lnTo>
                  <a:pt x="744543" y="4339520"/>
                </a:lnTo>
                <a:lnTo>
                  <a:pt x="667849" y="4259403"/>
                </a:lnTo>
                <a:lnTo>
                  <a:pt x="594722" y="4176018"/>
                </a:lnTo>
                <a:lnTo>
                  <a:pt x="525302" y="4089523"/>
                </a:lnTo>
                <a:lnTo>
                  <a:pt x="459721" y="4000081"/>
                </a:lnTo>
                <a:lnTo>
                  <a:pt x="398103" y="3907864"/>
                </a:lnTo>
                <a:lnTo>
                  <a:pt x="340567" y="3813048"/>
                </a:lnTo>
                <a:lnTo>
                  <a:pt x="287222" y="3715811"/>
                </a:lnTo>
                <a:lnTo>
                  <a:pt x="238168" y="3616341"/>
                </a:lnTo>
                <a:lnTo>
                  <a:pt x="193500" y="3514825"/>
                </a:lnTo>
                <a:lnTo>
                  <a:pt x="153303" y="3411458"/>
                </a:lnTo>
                <a:lnTo>
                  <a:pt x="117652" y="3306435"/>
                </a:lnTo>
                <a:lnTo>
                  <a:pt x="86617" y="3199958"/>
                </a:lnTo>
                <a:lnTo>
                  <a:pt x="60256" y="3092228"/>
                </a:lnTo>
                <a:lnTo>
                  <a:pt x="38619" y="2983451"/>
                </a:lnTo>
                <a:lnTo>
                  <a:pt x="21747" y="2873833"/>
                </a:lnTo>
                <a:lnTo>
                  <a:pt x="9673" y="2763584"/>
                </a:lnTo>
                <a:lnTo>
                  <a:pt x="2419" y="2652913"/>
                </a:lnTo>
                <a:lnTo>
                  <a:pt x="0" y="2542032"/>
                </a:lnTo>
                <a:lnTo>
                  <a:pt x="210312" y="2542032"/>
                </a:lnTo>
                <a:lnTo>
                  <a:pt x="212531" y="2643740"/>
                </a:lnTo>
                <a:lnTo>
                  <a:pt x="219184" y="2745254"/>
                </a:lnTo>
                <a:lnTo>
                  <a:pt x="230260" y="2846382"/>
                </a:lnTo>
                <a:lnTo>
                  <a:pt x="245736" y="2946930"/>
                </a:lnTo>
                <a:lnTo>
                  <a:pt x="265583" y="3046708"/>
                </a:lnTo>
                <a:lnTo>
                  <a:pt x="289763" y="3145525"/>
                </a:lnTo>
                <a:lnTo>
                  <a:pt x="318231" y="3243193"/>
                </a:lnTo>
                <a:lnTo>
                  <a:pt x="350931" y="3339527"/>
                </a:lnTo>
                <a:lnTo>
                  <a:pt x="387803" y="3434342"/>
                </a:lnTo>
                <a:lnTo>
                  <a:pt x="428776" y="3527459"/>
                </a:lnTo>
                <a:lnTo>
                  <a:pt x="473771" y="3618700"/>
                </a:lnTo>
                <a:lnTo>
                  <a:pt x="522703" y="3707892"/>
                </a:lnTo>
                <a:lnTo>
                  <a:pt x="575479" y="3794864"/>
                </a:lnTo>
                <a:lnTo>
                  <a:pt x="631998" y="3879451"/>
                </a:lnTo>
                <a:lnTo>
                  <a:pt x="692154" y="3961493"/>
                </a:lnTo>
                <a:lnTo>
                  <a:pt x="755830" y="4040832"/>
                </a:lnTo>
                <a:lnTo>
                  <a:pt x="822907" y="4117319"/>
                </a:lnTo>
                <a:lnTo>
                  <a:pt x="893256" y="4190807"/>
                </a:lnTo>
                <a:lnTo>
                  <a:pt x="966744" y="4261156"/>
                </a:lnTo>
                <a:lnTo>
                  <a:pt x="1043231" y="4328233"/>
                </a:lnTo>
                <a:lnTo>
                  <a:pt x="1122570" y="4391909"/>
                </a:lnTo>
                <a:lnTo>
                  <a:pt x="1204612" y="4452065"/>
                </a:lnTo>
                <a:lnTo>
                  <a:pt x="1289199" y="4508584"/>
                </a:lnTo>
                <a:lnTo>
                  <a:pt x="1376172" y="4561360"/>
                </a:lnTo>
                <a:lnTo>
                  <a:pt x="1465363" y="4610292"/>
                </a:lnTo>
                <a:lnTo>
                  <a:pt x="1556604" y="4655287"/>
                </a:lnTo>
                <a:lnTo>
                  <a:pt x="1649721" y="4696260"/>
                </a:lnTo>
                <a:lnTo>
                  <a:pt x="1744536" y="4733132"/>
                </a:lnTo>
                <a:lnTo>
                  <a:pt x="1840870" y="4765832"/>
                </a:lnTo>
                <a:lnTo>
                  <a:pt x="1938538" y="4794300"/>
                </a:lnTo>
                <a:lnTo>
                  <a:pt x="2037355" y="4818480"/>
                </a:lnTo>
                <a:lnTo>
                  <a:pt x="2137133" y="4838327"/>
                </a:lnTo>
                <a:lnTo>
                  <a:pt x="2237681" y="4853803"/>
                </a:lnTo>
                <a:lnTo>
                  <a:pt x="2338809" y="4864879"/>
                </a:lnTo>
                <a:lnTo>
                  <a:pt x="2440323" y="4871532"/>
                </a:lnTo>
                <a:lnTo>
                  <a:pt x="2542032" y="4873752"/>
                </a:lnTo>
                <a:lnTo>
                  <a:pt x="2643740" y="4871532"/>
                </a:lnTo>
                <a:lnTo>
                  <a:pt x="2745254" y="4864879"/>
                </a:lnTo>
                <a:lnTo>
                  <a:pt x="2846382" y="4853803"/>
                </a:lnTo>
                <a:lnTo>
                  <a:pt x="2946930" y="4838327"/>
                </a:lnTo>
                <a:lnTo>
                  <a:pt x="3046708" y="4818480"/>
                </a:lnTo>
                <a:lnTo>
                  <a:pt x="3145525" y="4794300"/>
                </a:lnTo>
                <a:lnTo>
                  <a:pt x="3243193" y="4765832"/>
                </a:lnTo>
                <a:lnTo>
                  <a:pt x="3339527" y="4733132"/>
                </a:lnTo>
                <a:lnTo>
                  <a:pt x="3434342" y="4696260"/>
                </a:lnTo>
                <a:lnTo>
                  <a:pt x="3527459" y="4655287"/>
                </a:lnTo>
                <a:lnTo>
                  <a:pt x="3618700" y="4610292"/>
                </a:lnTo>
                <a:lnTo>
                  <a:pt x="3707892" y="4561360"/>
                </a:lnTo>
                <a:lnTo>
                  <a:pt x="3794864" y="4508584"/>
                </a:lnTo>
                <a:lnTo>
                  <a:pt x="3879451" y="4452065"/>
                </a:lnTo>
                <a:lnTo>
                  <a:pt x="3961493" y="4391909"/>
                </a:lnTo>
                <a:lnTo>
                  <a:pt x="4040832" y="4328233"/>
                </a:lnTo>
                <a:lnTo>
                  <a:pt x="4117319" y="4261156"/>
                </a:lnTo>
                <a:lnTo>
                  <a:pt x="4190807" y="4190807"/>
                </a:lnTo>
                <a:lnTo>
                  <a:pt x="4261156" y="4117319"/>
                </a:lnTo>
                <a:lnTo>
                  <a:pt x="4328233" y="4040832"/>
                </a:lnTo>
                <a:lnTo>
                  <a:pt x="4391909" y="3961493"/>
                </a:lnTo>
                <a:lnTo>
                  <a:pt x="4452065" y="3879451"/>
                </a:lnTo>
                <a:lnTo>
                  <a:pt x="4508584" y="3794864"/>
                </a:lnTo>
                <a:lnTo>
                  <a:pt x="4561360" y="3707892"/>
                </a:lnTo>
                <a:lnTo>
                  <a:pt x="4610292" y="3618700"/>
                </a:lnTo>
                <a:lnTo>
                  <a:pt x="4655287" y="3527459"/>
                </a:lnTo>
                <a:lnTo>
                  <a:pt x="4696260" y="3434342"/>
                </a:lnTo>
                <a:lnTo>
                  <a:pt x="4733132" y="3339527"/>
                </a:lnTo>
                <a:lnTo>
                  <a:pt x="4765832" y="3243193"/>
                </a:lnTo>
                <a:lnTo>
                  <a:pt x="4794300" y="3145525"/>
                </a:lnTo>
                <a:lnTo>
                  <a:pt x="4818480" y="3046708"/>
                </a:lnTo>
                <a:lnTo>
                  <a:pt x="4838327" y="2946930"/>
                </a:lnTo>
                <a:lnTo>
                  <a:pt x="4853803" y="2846382"/>
                </a:lnTo>
                <a:lnTo>
                  <a:pt x="4864879" y="2745254"/>
                </a:lnTo>
                <a:lnTo>
                  <a:pt x="4871532" y="2643740"/>
                </a:lnTo>
                <a:lnTo>
                  <a:pt x="4873752" y="2542032"/>
                </a:lnTo>
                <a:lnTo>
                  <a:pt x="4871532" y="2440323"/>
                </a:lnTo>
                <a:lnTo>
                  <a:pt x="4864879" y="2338809"/>
                </a:lnTo>
                <a:lnTo>
                  <a:pt x="4853803" y="2237681"/>
                </a:lnTo>
                <a:lnTo>
                  <a:pt x="4838327" y="2137133"/>
                </a:lnTo>
                <a:lnTo>
                  <a:pt x="4818480" y="2037355"/>
                </a:lnTo>
                <a:lnTo>
                  <a:pt x="4794300" y="1938538"/>
                </a:lnTo>
                <a:lnTo>
                  <a:pt x="4765832" y="1840870"/>
                </a:lnTo>
                <a:lnTo>
                  <a:pt x="4733132" y="1744536"/>
                </a:lnTo>
                <a:lnTo>
                  <a:pt x="4696260" y="1649721"/>
                </a:lnTo>
                <a:lnTo>
                  <a:pt x="4655287" y="1556604"/>
                </a:lnTo>
                <a:lnTo>
                  <a:pt x="4610292" y="1465363"/>
                </a:lnTo>
                <a:lnTo>
                  <a:pt x="4561360" y="1376172"/>
                </a:lnTo>
                <a:lnTo>
                  <a:pt x="4508584" y="1289199"/>
                </a:lnTo>
                <a:lnTo>
                  <a:pt x="4452065" y="1204612"/>
                </a:lnTo>
                <a:lnTo>
                  <a:pt x="4391909" y="1122570"/>
                </a:lnTo>
                <a:lnTo>
                  <a:pt x="4328233" y="1043231"/>
                </a:lnTo>
                <a:lnTo>
                  <a:pt x="4261156" y="966744"/>
                </a:lnTo>
                <a:lnTo>
                  <a:pt x="4190807" y="893256"/>
                </a:lnTo>
                <a:lnTo>
                  <a:pt x="4117319" y="822907"/>
                </a:lnTo>
                <a:lnTo>
                  <a:pt x="4040832" y="755830"/>
                </a:lnTo>
                <a:lnTo>
                  <a:pt x="3961493" y="692154"/>
                </a:lnTo>
                <a:lnTo>
                  <a:pt x="3879451" y="631998"/>
                </a:lnTo>
                <a:lnTo>
                  <a:pt x="3794864" y="575479"/>
                </a:lnTo>
                <a:lnTo>
                  <a:pt x="3707892" y="522703"/>
                </a:lnTo>
                <a:lnTo>
                  <a:pt x="3618700" y="473771"/>
                </a:lnTo>
                <a:lnTo>
                  <a:pt x="3527459" y="428776"/>
                </a:lnTo>
                <a:lnTo>
                  <a:pt x="3434342" y="387803"/>
                </a:lnTo>
                <a:lnTo>
                  <a:pt x="3339527" y="350931"/>
                </a:lnTo>
                <a:lnTo>
                  <a:pt x="3243193" y="318231"/>
                </a:lnTo>
                <a:lnTo>
                  <a:pt x="3145525" y="289763"/>
                </a:lnTo>
                <a:lnTo>
                  <a:pt x="3046708" y="265583"/>
                </a:lnTo>
                <a:lnTo>
                  <a:pt x="2946930" y="245736"/>
                </a:lnTo>
                <a:lnTo>
                  <a:pt x="2846382" y="230260"/>
                </a:lnTo>
                <a:lnTo>
                  <a:pt x="2745254" y="219184"/>
                </a:lnTo>
                <a:lnTo>
                  <a:pt x="2643740" y="212531"/>
                </a:lnTo>
                <a:lnTo>
                  <a:pt x="2542032" y="210312"/>
                </a:lnTo>
                <a:close/>
              </a:path>
            </a:pathLst>
          </a:cu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34416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Sports &amp; Activewear</a:t>
            </a:r>
          </a:p>
        </p:txBody>
      </p:sp>
      <p:sp>
        <p:nvSpPr>
          <p:cNvPr id="10" name="Freeform 9"/>
          <p:cNvSpPr/>
          <p:nvPr/>
        </p:nvSpPr>
        <p:spPr>
          <a:xfrm>
            <a:off x="1664208" y="1618488"/>
            <a:ext cx="4535424" cy="4535424"/>
          </a:xfrm>
          <a:custGeom>
            <a:avLst/>
            <a:gdLst/>
            <a:ahLst/>
            <a:cxnLst/>
            <a:rect l="l" t="t" r="r" b="b"/>
            <a:pathLst>
              <a:path w="4535424" h="4535424">
                <a:moveTo>
                  <a:pt x="2267712" y="0"/>
                </a:moveTo>
                <a:lnTo>
                  <a:pt x="2366628" y="2158"/>
                </a:lnTo>
                <a:lnTo>
                  <a:pt x="2465356" y="8629"/>
                </a:lnTo>
                <a:lnTo>
                  <a:pt x="2563707" y="19400"/>
                </a:lnTo>
                <a:lnTo>
                  <a:pt x="2661496" y="34451"/>
                </a:lnTo>
                <a:lnTo>
                  <a:pt x="2758534" y="53753"/>
                </a:lnTo>
                <a:lnTo>
                  <a:pt x="2854639" y="77270"/>
                </a:lnTo>
                <a:lnTo>
                  <a:pt x="2949626" y="104956"/>
                </a:lnTo>
                <a:lnTo>
                  <a:pt x="3043315" y="136759"/>
                </a:lnTo>
                <a:lnTo>
                  <a:pt x="3135527" y="172619"/>
                </a:lnTo>
                <a:lnTo>
                  <a:pt x="3226088" y="212466"/>
                </a:lnTo>
                <a:lnTo>
                  <a:pt x="3314824" y="256226"/>
                </a:lnTo>
                <a:lnTo>
                  <a:pt x="3401568" y="303815"/>
                </a:lnTo>
                <a:lnTo>
                  <a:pt x="3486152" y="355143"/>
                </a:lnTo>
                <a:lnTo>
                  <a:pt x="3568418" y="410111"/>
                </a:lnTo>
                <a:lnTo>
                  <a:pt x="3648207" y="468615"/>
                </a:lnTo>
                <a:lnTo>
                  <a:pt x="3725369" y="530543"/>
                </a:lnTo>
                <a:lnTo>
                  <a:pt x="3799756" y="595779"/>
                </a:lnTo>
                <a:lnTo>
                  <a:pt x="3871226" y="664197"/>
                </a:lnTo>
                <a:lnTo>
                  <a:pt x="3939644" y="735667"/>
                </a:lnTo>
                <a:lnTo>
                  <a:pt x="4004880" y="810054"/>
                </a:lnTo>
                <a:lnTo>
                  <a:pt x="4066808" y="887216"/>
                </a:lnTo>
                <a:lnTo>
                  <a:pt x="4125312" y="967005"/>
                </a:lnTo>
                <a:lnTo>
                  <a:pt x="4180280" y="1049271"/>
                </a:lnTo>
                <a:lnTo>
                  <a:pt x="4231608" y="1133856"/>
                </a:lnTo>
                <a:lnTo>
                  <a:pt x="4279197" y="1220599"/>
                </a:lnTo>
                <a:lnTo>
                  <a:pt x="4322957" y="1309335"/>
                </a:lnTo>
                <a:lnTo>
                  <a:pt x="4362804" y="1399896"/>
                </a:lnTo>
                <a:lnTo>
                  <a:pt x="4398664" y="1492108"/>
                </a:lnTo>
                <a:lnTo>
                  <a:pt x="4430467" y="1585797"/>
                </a:lnTo>
                <a:lnTo>
                  <a:pt x="4458153" y="1680784"/>
                </a:lnTo>
                <a:lnTo>
                  <a:pt x="4481670" y="1776889"/>
                </a:lnTo>
                <a:lnTo>
                  <a:pt x="4500972" y="1873927"/>
                </a:lnTo>
                <a:lnTo>
                  <a:pt x="4516023" y="1971716"/>
                </a:lnTo>
                <a:lnTo>
                  <a:pt x="4526794" y="2070067"/>
                </a:lnTo>
                <a:lnTo>
                  <a:pt x="4533265" y="2168795"/>
                </a:lnTo>
                <a:lnTo>
                  <a:pt x="4535424" y="2267712"/>
                </a:lnTo>
                <a:lnTo>
                  <a:pt x="4533265" y="2366628"/>
                </a:lnTo>
                <a:lnTo>
                  <a:pt x="4526794" y="2465356"/>
                </a:lnTo>
                <a:lnTo>
                  <a:pt x="4516023" y="2563707"/>
                </a:lnTo>
                <a:lnTo>
                  <a:pt x="4500972" y="2661496"/>
                </a:lnTo>
                <a:lnTo>
                  <a:pt x="4481670" y="2758534"/>
                </a:lnTo>
                <a:lnTo>
                  <a:pt x="4458153" y="2854639"/>
                </a:lnTo>
                <a:lnTo>
                  <a:pt x="4430467" y="2949626"/>
                </a:lnTo>
                <a:lnTo>
                  <a:pt x="4398664" y="3043315"/>
                </a:lnTo>
                <a:lnTo>
                  <a:pt x="4362804" y="3135527"/>
                </a:lnTo>
                <a:lnTo>
                  <a:pt x="4322957" y="3226088"/>
                </a:lnTo>
                <a:lnTo>
                  <a:pt x="4279197" y="3314824"/>
                </a:lnTo>
                <a:lnTo>
                  <a:pt x="4231608" y="3401568"/>
                </a:lnTo>
                <a:lnTo>
                  <a:pt x="4180280" y="3486152"/>
                </a:lnTo>
                <a:lnTo>
                  <a:pt x="4125312" y="3568418"/>
                </a:lnTo>
                <a:lnTo>
                  <a:pt x="4066808" y="3648207"/>
                </a:lnTo>
                <a:lnTo>
                  <a:pt x="4004880" y="3725369"/>
                </a:lnTo>
                <a:lnTo>
                  <a:pt x="3939644" y="3799756"/>
                </a:lnTo>
                <a:lnTo>
                  <a:pt x="3871226" y="3871226"/>
                </a:lnTo>
                <a:lnTo>
                  <a:pt x="3799756" y="3939644"/>
                </a:lnTo>
                <a:lnTo>
                  <a:pt x="3725369" y="4004880"/>
                </a:lnTo>
                <a:lnTo>
                  <a:pt x="3648207" y="4066808"/>
                </a:lnTo>
                <a:lnTo>
                  <a:pt x="3568418" y="4125312"/>
                </a:lnTo>
                <a:lnTo>
                  <a:pt x="3486152" y="4180280"/>
                </a:lnTo>
                <a:lnTo>
                  <a:pt x="3401568" y="4231608"/>
                </a:lnTo>
                <a:lnTo>
                  <a:pt x="3314824" y="4279197"/>
                </a:lnTo>
                <a:lnTo>
                  <a:pt x="3226088" y="4322957"/>
                </a:lnTo>
                <a:lnTo>
                  <a:pt x="3135527" y="4362804"/>
                </a:lnTo>
                <a:lnTo>
                  <a:pt x="3043315" y="4398664"/>
                </a:lnTo>
                <a:lnTo>
                  <a:pt x="2949626" y="4430467"/>
                </a:lnTo>
                <a:lnTo>
                  <a:pt x="2854639" y="4458153"/>
                </a:lnTo>
                <a:lnTo>
                  <a:pt x="2758534" y="4481670"/>
                </a:lnTo>
                <a:lnTo>
                  <a:pt x="2661496" y="4500972"/>
                </a:lnTo>
                <a:lnTo>
                  <a:pt x="2563707" y="4516023"/>
                </a:lnTo>
                <a:lnTo>
                  <a:pt x="2465356" y="4526794"/>
                </a:lnTo>
                <a:lnTo>
                  <a:pt x="2366628" y="4533265"/>
                </a:lnTo>
                <a:lnTo>
                  <a:pt x="2267712" y="4535424"/>
                </a:lnTo>
                <a:lnTo>
                  <a:pt x="2168795" y="4533265"/>
                </a:lnTo>
                <a:lnTo>
                  <a:pt x="2070067" y="4526794"/>
                </a:lnTo>
                <a:lnTo>
                  <a:pt x="1971716" y="4516023"/>
                </a:lnTo>
                <a:lnTo>
                  <a:pt x="1873927" y="4500972"/>
                </a:lnTo>
                <a:lnTo>
                  <a:pt x="1776889" y="4481670"/>
                </a:lnTo>
                <a:lnTo>
                  <a:pt x="1680784" y="4458153"/>
                </a:lnTo>
                <a:lnTo>
                  <a:pt x="1585797" y="4430467"/>
                </a:lnTo>
                <a:lnTo>
                  <a:pt x="1492108" y="4398664"/>
                </a:lnTo>
                <a:lnTo>
                  <a:pt x="1399896" y="4362804"/>
                </a:lnTo>
                <a:lnTo>
                  <a:pt x="1309335" y="4322957"/>
                </a:lnTo>
                <a:lnTo>
                  <a:pt x="1220599" y="4279197"/>
                </a:lnTo>
                <a:lnTo>
                  <a:pt x="1133856" y="4231608"/>
                </a:lnTo>
                <a:lnTo>
                  <a:pt x="1049271" y="4180280"/>
                </a:lnTo>
                <a:lnTo>
                  <a:pt x="967005" y="4125312"/>
                </a:lnTo>
                <a:lnTo>
                  <a:pt x="887216" y="4066808"/>
                </a:lnTo>
                <a:lnTo>
                  <a:pt x="810054" y="4004880"/>
                </a:lnTo>
                <a:lnTo>
                  <a:pt x="735667" y="3939644"/>
                </a:lnTo>
                <a:lnTo>
                  <a:pt x="664197" y="3871226"/>
                </a:lnTo>
                <a:lnTo>
                  <a:pt x="595779" y="3799756"/>
                </a:lnTo>
                <a:lnTo>
                  <a:pt x="530543" y="3725369"/>
                </a:lnTo>
                <a:lnTo>
                  <a:pt x="468615" y="3648207"/>
                </a:lnTo>
                <a:lnTo>
                  <a:pt x="410111" y="3568418"/>
                </a:lnTo>
                <a:lnTo>
                  <a:pt x="355143" y="3486152"/>
                </a:lnTo>
                <a:lnTo>
                  <a:pt x="303815" y="3401568"/>
                </a:lnTo>
                <a:lnTo>
                  <a:pt x="256226" y="3314824"/>
                </a:lnTo>
                <a:lnTo>
                  <a:pt x="212466" y="3226088"/>
                </a:lnTo>
                <a:lnTo>
                  <a:pt x="172619" y="3135527"/>
                </a:lnTo>
                <a:lnTo>
                  <a:pt x="136759" y="3043315"/>
                </a:lnTo>
                <a:lnTo>
                  <a:pt x="104956" y="2949626"/>
                </a:lnTo>
                <a:lnTo>
                  <a:pt x="77270" y="2854639"/>
                </a:lnTo>
                <a:lnTo>
                  <a:pt x="53753" y="2758534"/>
                </a:lnTo>
                <a:lnTo>
                  <a:pt x="34451" y="2661496"/>
                </a:lnTo>
                <a:lnTo>
                  <a:pt x="19400" y="2563707"/>
                </a:lnTo>
                <a:lnTo>
                  <a:pt x="8629" y="2465356"/>
                </a:lnTo>
                <a:lnTo>
                  <a:pt x="2158" y="2366628"/>
                </a:lnTo>
                <a:lnTo>
                  <a:pt x="0" y="2267712"/>
                </a:lnTo>
                <a:lnTo>
                  <a:pt x="210312" y="2267712"/>
                </a:lnTo>
                <a:lnTo>
                  <a:pt x="212270" y="2357454"/>
                </a:lnTo>
                <a:lnTo>
                  <a:pt x="218141" y="2447026"/>
                </a:lnTo>
                <a:lnTo>
                  <a:pt x="227913" y="2536256"/>
                </a:lnTo>
                <a:lnTo>
                  <a:pt x="241568" y="2624975"/>
                </a:lnTo>
                <a:lnTo>
                  <a:pt x="259080" y="2713014"/>
                </a:lnTo>
                <a:lnTo>
                  <a:pt x="280416" y="2800206"/>
                </a:lnTo>
                <a:lnTo>
                  <a:pt x="305534" y="2886384"/>
                </a:lnTo>
                <a:lnTo>
                  <a:pt x="334388" y="2971384"/>
                </a:lnTo>
                <a:lnTo>
                  <a:pt x="366922" y="3055044"/>
                </a:lnTo>
                <a:lnTo>
                  <a:pt x="403074" y="3137206"/>
                </a:lnTo>
                <a:lnTo>
                  <a:pt x="442775" y="3217713"/>
                </a:lnTo>
                <a:lnTo>
                  <a:pt x="485951" y="3296412"/>
                </a:lnTo>
                <a:lnTo>
                  <a:pt x="532518" y="3373152"/>
                </a:lnTo>
                <a:lnTo>
                  <a:pt x="582388" y="3447788"/>
                </a:lnTo>
                <a:lnTo>
                  <a:pt x="635466" y="3520177"/>
                </a:lnTo>
                <a:lnTo>
                  <a:pt x="691652" y="3590183"/>
                </a:lnTo>
                <a:lnTo>
                  <a:pt x="750837" y="3657671"/>
                </a:lnTo>
                <a:lnTo>
                  <a:pt x="812910" y="3722513"/>
                </a:lnTo>
                <a:lnTo>
                  <a:pt x="877752" y="3784586"/>
                </a:lnTo>
                <a:lnTo>
                  <a:pt x="945240" y="3843771"/>
                </a:lnTo>
                <a:lnTo>
                  <a:pt x="1015246" y="3899957"/>
                </a:lnTo>
                <a:lnTo>
                  <a:pt x="1087635" y="3953035"/>
                </a:lnTo>
                <a:lnTo>
                  <a:pt x="1162271" y="4002905"/>
                </a:lnTo>
                <a:lnTo>
                  <a:pt x="1239012" y="4049472"/>
                </a:lnTo>
                <a:lnTo>
                  <a:pt x="1317710" y="4092648"/>
                </a:lnTo>
                <a:lnTo>
                  <a:pt x="1398217" y="4132349"/>
                </a:lnTo>
                <a:lnTo>
                  <a:pt x="1480379" y="4168501"/>
                </a:lnTo>
                <a:lnTo>
                  <a:pt x="1564039" y="4201035"/>
                </a:lnTo>
                <a:lnTo>
                  <a:pt x="1649039" y="4229889"/>
                </a:lnTo>
                <a:lnTo>
                  <a:pt x="1735217" y="4255007"/>
                </a:lnTo>
                <a:lnTo>
                  <a:pt x="1822409" y="4276343"/>
                </a:lnTo>
                <a:lnTo>
                  <a:pt x="1910448" y="4293855"/>
                </a:lnTo>
                <a:lnTo>
                  <a:pt x="1999167" y="4307510"/>
                </a:lnTo>
                <a:lnTo>
                  <a:pt x="2088397" y="4317282"/>
                </a:lnTo>
                <a:lnTo>
                  <a:pt x="2177969" y="4323153"/>
                </a:lnTo>
                <a:lnTo>
                  <a:pt x="2267712" y="4325112"/>
                </a:lnTo>
                <a:lnTo>
                  <a:pt x="2357454" y="4323153"/>
                </a:lnTo>
                <a:lnTo>
                  <a:pt x="2447026" y="4317282"/>
                </a:lnTo>
                <a:lnTo>
                  <a:pt x="2536256" y="4307510"/>
                </a:lnTo>
                <a:lnTo>
                  <a:pt x="2624975" y="4293855"/>
                </a:lnTo>
                <a:lnTo>
                  <a:pt x="2713014" y="4276343"/>
                </a:lnTo>
                <a:lnTo>
                  <a:pt x="2800206" y="4255007"/>
                </a:lnTo>
                <a:lnTo>
                  <a:pt x="2886384" y="4229889"/>
                </a:lnTo>
                <a:lnTo>
                  <a:pt x="2971384" y="4201035"/>
                </a:lnTo>
                <a:lnTo>
                  <a:pt x="3055044" y="4168501"/>
                </a:lnTo>
                <a:lnTo>
                  <a:pt x="3137206" y="4132349"/>
                </a:lnTo>
                <a:lnTo>
                  <a:pt x="3217713" y="4092648"/>
                </a:lnTo>
                <a:lnTo>
                  <a:pt x="3296412" y="4049472"/>
                </a:lnTo>
                <a:lnTo>
                  <a:pt x="3373152" y="4002905"/>
                </a:lnTo>
                <a:lnTo>
                  <a:pt x="3447788" y="3953035"/>
                </a:lnTo>
                <a:lnTo>
                  <a:pt x="3520177" y="3899957"/>
                </a:lnTo>
                <a:lnTo>
                  <a:pt x="3590183" y="3843771"/>
                </a:lnTo>
                <a:lnTo>
                  <a:pt x="3657671" y="3784586"/>
                </a:lnTo>
                <a:lnTo>
                  <a:pt x="3722513" y="3722513"/>
                </a:lnTo>
                <a:lnTo>
                  <a:pt x="3784586" y="3657671"/>
                </a:lnTo>
                <a:lnTo>
                  <a:pt x="3843771" y="3590183"/>
                </a:lnTo>
                <a:lnTo>
                  <a:pt x="3899957" y="3520177"/>
                </a:lnTo>
                <a:lnTo>
                  <a:pt x="3953035" y="3447788"/>
                </a:lnTo>
                <a:lnTo>
                  <a:pt x="4002905" y="3373152"/>
                </a:lnTo>
                <a:lnTo>
                  <a:pt x="4049472" y="3296412"/>
                </a:lnTo>
                <a:lnTo>
                  <a:pt x="4092648" y="3217713"/>
                </a:lnTo>
                <a:lnTo>
                  <a:pt x="4132349" y="3137206"/>
                </a:lnTo>
                <a:lnTo>
                  <a:pt x="4168501" y="3055044"/>
                </a:lnTo>
                <a:lnTo>
                  <a:pt x="4201035" y="2971384"/>
                </a:lnTo>
                <a:lnTo>
                  <a:pt x="4229889" y="2886384"/>
                </a:lnTo>
                <a:lnTo>
                  <a:pt x="4255007" y="2800206"/>
                </a:lnTo>
                <a:lnTo>
                  <a:pt x="4276343" y="2713014"/>
                </a:lnTo>
                <a:lnTo>
                  <a:pt x="4293855" y="2624975"/>
                </a:lnTo>
                <a:lnTo>
                  <a:pt x="4307510" y="2536256"/>
                </a:lnTo>
                <a:lnTo>
                  <a:pt x="4317282" y="2447026"/>
                </a:lnTo>
                <a:lnTo>
                  <a:pt x="4323153" y="2357454"/>
                </a:lnTo>
                <a:lnTo>
                  <a:pt x="4325112" y="2267712"/>
                </a:lnTo>
                <a:lnTo>
                  <a:pt x="4323153" y="2177969"/>
                </a:lnTo>
                <a:lnTo>
                  <a:pt x="4317282" y="2088397"/>
                </a:lnTo>
                <a:lnTo>
                  <a:pt x="4307510" y="1999167"/>
                </a:lnTo>
                <a:lnTo>
                  <a:pt x="4293855" y="1910448"/>
                </a:lnTo>
                <a:lnTo>
                  <a:pt x="4276343" y="1822409"/>
                </a:lnTo>
                <a:lnTo>
                  <a:pt x="4255007" y="1735217"/>
                </a:lnTo>
                <a:lnTo>
                  <a:pt x="4229889" y="1649039"/>
                </a:lnTo>
                <a:lnTo>
                  <a:pt x="4201035" y="1564039"/>
                </a:lnTo>
                <a:lnTo>
                  <a:pt x="4168501" y="1480379"/>
                </a:lnTo>
                <a:lnTo>
                  <a:pt x="4132349" y="1398217"/>
                </a:lnTo>
                <a:lnTo>
                  <a:pt x="4092648" y="1317710"/>
                </a:lnTo>
                <a:lnTo>
                  <a:pt x="4049472" y="1239012"/>
                </a:lnTo>
                <a:lnTo>
                  <a:pt x="4002905" y="1162271"/>
                </a:lnTo>
                <a:lnTo>
                  <a:pt x="3953035" y="1087635"/>
                </a:lnTo>
                <a:lnTo>
                  <a:pt x="3899957" y="1015246"/>
                </a:lnTo>
                <a:lnTo>
                  <a:pt x="3843771" y="945240"/>
                </a:lnTo>
                <a:lnTo>
                  <a:pt x="3784586" y="877752"/>
                </a:lnTo>
                <a:lnTo>
                  <a:pt x="3722513" y="812910"/>
                </a:lnTo>
                <a:lnTo>
                  <a:pt x="3657671" y="750837"/>
                </a:lnTo>
                <a:lnTo>
                  <a:pt x="3590183" y="691652"/>
                </a:lnTo>
                <a:lnTo>
                  <a:pt x="3520177" y="635466"/>
                </a:lnTo>
                <a:lnTo>
                  <a:pt x="3447788" y="582388"/>
                </a:lnTo>
                <a:lnTo>
                  <a:pt x="3373152" y="532518"/>
                </a:lnTo>
                <a:lnTo>
                  <a:pt x="3296412" y="485951"/>
                </a:lnTo>
                <a:lnTo>
                  <a:pt x="3217713" y="442775"/>
                </a:lnTo>
                <a:lnTo>
                  <a:pt x="3137206" y="403074"/>
                </a:lnTo>
                <a:lnTo>
                  <a:pt x="3055044" y="366922"/>
                </a:lnTo>
                <a:lnTo>
                  <a:pt x="2971384" y="334388"/>
                </a:lnTo>
                <a:lnTo>
                  <a:pt x="2886384" y="305534"/>
                </a:lnTo>
                <a:lnTo>
                  <a:pt x="2800206" y="280416"/>
                </a:lnTo>
                <a:lnTo>
                  <a:pt x="2713014" y="259080"/>
                </a:lnTo>
                <a:lnTo>
                  <a:pt x="2624975" y="241568"/>
                </a:lnTo>
                <a:lnTo>
                  <a:pt x="2536256" y="227913"/>
                </a:lnTo>
                <a:lnTo>
                  <a:pt x="2447026" y="218141"/>
                </a:lnTo>
                <a:lnTo>
                  <a:pt x="2357454" y="212270"/>
                </a:lnTo>
                <a:lnTo>
                  <a:pt x="226771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931920" y="1618488"/>
            <a:ext cx="2267688" cy="4534064"/>
          </a:xfrm>
          <a:custGeom>
            <a:avLst/>
            <a:gdLst/>
            <a:ahLst/>
            <a:cxnLst/>
            <a:rect l="l" t="t" r="r" b="b"/>
            <a:pathLst>
              <a:path w="2267688" h="4534064">
                <a:moveTo>
                  <a:pt x="0" y="0"/>
                </a:moveTo>
                <a:lnTo>
                  <a:pt x="99203" y="2170"/>
                </a:lnTo>
                <a:lnTo>
                  <a:pt x="198217" y="8679"/>
                </a:lnTo>
                <a:lnTo>
                  <a:pt x="296851" y="19513"/>
                </a:lnTo>
                <a:lnTo>
                  <a:pt x="394917" y="34651"/>
                </a:lnTo>
                <a:lnTo>
                  <a:pt x="492227" y="54065"/>
                </a:lnTo>
                <a:lnTo>
                  <a:pt x="588594" y="77717"/>
                </a:lnTo>
                <a:lnTo>
                  <a:pt x="683835" y="105563"/>
                </a:lnTo>
                <a:lnTo>
                  <a:pt x="777766" y="137548"/>
                </a:lnTo>
                <a:lnTo>
                  <a:pt x="870208" y="173611"/>
                </a:lnTo>
                <a:lnTo>
                  <a:pt x="960983" y="213684"/>
                </a:lnTo>
                <a:lnTo>
                  <a:pt x="1049919" y="257690"/>
                </a:lnTo>
                <a:lnTo>
                  <a:pt x="1136845" y="305544"/>
                </a:lnTo>
                <a:lnTo>
                  <a:pt x="1221594" y="357155"/>
                </a:lnTo>
                <a:lnTo>
                  <a:pt x="1304004" y="412424"/>
                </a:lnTo>
                <a:lnTo>
                  <a:pt x="1383917" y="471246"/>
                </a:lnTo>
                <a:lnTo>
                  <a:pt x="1461181" y="533507"/>
                </a:lnTo>
                <a:lnTo>
                  <a:pt x="1535647" y="599088"/>
                </a:lnTo>
                <a:lnTo>
                  <a:pt x="1607173" y="667864"/>
                </a:lnTo>
                <a:lnTo>
                  <a:pt x="1675621" y="739703"/>
                </a:lnTo>
                <a:lnTo>
                  <a:pt x="1740862" y="814468"/>
                </a:lnTo>
                <a:lnTo>
                  <a:pt x="1802769" y="892015"/>
                </a:lnTo>
                <a:lnTo>
                  <a:pt x="1861225" y="972197"/>
                </a:lnTo>
                <a:lnTo>
                  <a:pt x="1916117" y="1054858"/>
                </a:lnTo>
                <a:lnTo>
                  <a:pt x="1967340" y="1139842"/>
                </a:lnTo>
                <a:lnTo>
                  <a:pt x="2014797" y="1226986"/>
                </a:lnTo>
                <a:lnTo>
                  <a:pt x="2058396" y="1316122"/>
                </a:lnTo>
                <a:lnTo>
                  <a:pt x="2098053" y="1407079"/>
                </a:lnTo>
                <a:lnTo>
                  <a:pt x="2133694" y="1499685"/>
                </a:lnTo>
                <a:lnTo>
                  <a:pt x="2165250" y="1593761"/>
                </a:lnTo>
                <a:lnTo>
                  <a:pt x="2192660" y="1689128"/>
                </a:lnTo>
                <a:lnTo>
                  <a:pt x="2215871" y="1785602"/>
                </a:lnTo>
                <a:lnTo>
                  <a:pt x="2234841" y="1883000"/>
                </a:lnTo>
                <a:lnTo>
                  <a:pt x="2249531" y="1981134"/>
                </a:lnTo>
                <a:lnTo>
                  <a:pt x="2259914" y="2079817"/>
                </a:lnTo>
                <a:lnTo>
                  <a:pt x="2265970" y="2178859"/>
                </a:lnTo>
                <a:lnTo>
                  <a:pt x="2267688" y="2278072"/>
                </a:lnTo>
                <a:lnTo>
                  <a:pt x="2265064" y="2377264"/>
                </a:lnTo>
                <a:lnTo>
                  <a:pt x="2258103" y="2476247"/>
                </a:lnTo>
                <a:lnTo>
                  <a:pt x="2246818" y="2574831"/>
                </a:lnTo>
                <a:lnTo>
                  <a:pt x="2231232" y="2672827"/>
                </a:lnTo>
                <a:lnTo>
                  <a:pt x="2211374" y="2770047"/>
                </a:lnTo>
                <a:lnTo>
                  <a:pt x="2187282" y="2866305"/>
                </a:lnTo>
                <a:lnTo>
                  <a:pt x="2159002" y="2961417"/>
                </a:lnTo>
                <a:lnTo>
                  <a:pt x="2126588" y="3055201"/>
                </a:lnTo>
                <a:lnTo>
                  <a:pt x="2090102" y="3147478"/>
                </a:lnTo>
                <a:lnTo>
                  <a:pt x="2049615" y="3238069"/>
                </a:lnTo>
                <a:lnTo>
                  <a:pt x="2005203" y="3326803"/>
                </a:lnTo>
                <a:lnTo>
                  <a:pt x="1956953" y="3413509"/>
                </a:lnTo>
                <a:lnTo>
                  <a:pt x="1904955" y="3498022"/>
                </a:lnTo>
                <a:lnTo>
                  <a:pt x="1849310" y="3580178"/>
                </a:lnTo>
                <a:lnTo>
                  <a:pt x="1790124" y="3659822"/>
                </a:lnTo>
                <a:lnTo>
                  <a:pt x="1727511" y="3736800"/>
                </a:lnTo>
                <a:lnTo>
                  <a:pt x="1661590" y="3810966"/>
                </a:lnTo>
                <a:lnTo>
                  <a:pt x="1592488" y="3882177"/>
                </a:lnTo>
                <a:lnTo>
                  <a:pt x="1520337" y="3950297"/>
                </a:lnTo>
                <a:lnTo>
                  <a:pt x="1445275" y="4015195"/>
                </a:lnTo>
                <a:lnTo>
                  <a:pt x="1367445" y="4076747"/>
                </a:lnTo>
                <a:lnTo>
                  <a:pt x="1286998" y="4134836"/>
                </a:lnTo>
                <a:lnTo>
                  <a:pt x="1204086" y="4189350"/>
                </a:lnTo>
                <a:lnTo>
                  <a:pt x="1118869" y="4240184"/>
                </a:lnTo>
                <a:lnTo>
                  <a:pt x="1031510" y="4287242"/>
                </a:lnTo>
                <a:lnTo>
                  <a:pt x="942176" y="4330433"/>
                </a:lnTo>
                <a:lnTo>
                  <a:pt x="851038" y="4369675"/>
                </a:lnTo>
                <a:lnTo>
                  <a:pt x="758270" y="4404893"/>
                </a:lnTo>
                <a:lnTo>
                  <a:pt x="664051" y="4436018"/>
                </a:lnTo>
                <a:lnTo>
                  <a:pt x="568560" y="4462992"/>
                </a:lnTo>
                <a:lnTo>
                  <a:pt x="471980" y="4485763"/>
                </a:lnTo>
                <a:lnTo>
                  <a:pt x="374497" y="4504287"/>
                </a:lnTo>
                <a:lnTo>
                  <a:pt x="276297" y="4518529"/>
                </a:lnTo>
                <a:lnTo>
                  <a:pt x="177568" y="4528461"/>
                </a:lnTo>
                <a:lnTo>
                  <a:pt x="78499" y="4534064"/>
                </a:lnTo>
                <a:lnTo>
                  <a:pt x="71219" y="4323878"/>
                </a:lnTo>
                <a:lnTo>
                  <a:pt x="161100" y="4318794"/>
                </a:lnTo>
                <a:lnTo>
                  <a:pt x="250673" y="4309783"/>
                </a:lnTo>
                <a:lnTo>
                  <a:pt x="339766" y="4296863"/>
                </a:lnTo>
                <a:lnTo>
                  <a:pt x="428208" y="4280056"/>
                </a:lnTo>
                <a:lnTo>
                  <a:pt x="515830" y="4259398"/>
                </a:lnTo>
                <a:lnTo>
                  <a:pt x="602465" y="4234925"/>
                </a:lnTo>
                <a:lnTo>
                  <a:pt x="687946" y="4206686"/>
                </a:lnTo>
                <a:lnTo>
                  <a:pt x="772111" y="4174735"/>
                </a:lnTo>
                <a:lnTo>
                  <a:pt x="854796" y="4139133"/>
                </a:lnTo>
                <a:lnTo>
                  <a:pt x="935846" y="4099947"/>
                </a:lnTo>
                <a:lnTo>
                  <a:pt x="1015103" y="4057253"/>
                </a:lnTo>
                <a:lnTo>
                  <a:pt x="1092417" y="4011133"/>
                </a:lnTo>
                <a:lnTo>
                  <a:pt x="1167639" y="3961675"/>
                </a:lnTo>
                <a:lnTo>
                  <a:pt x="1240626" y="3908974"/>
                </a:lnTo>
                <a:lnTo>
                  <a:pt x="1311237" y="3853130"/>
                </a:lnTo>
                <a:lnTo>
                  <a:pt x="1379338" y="3794250"/>
                </a:lnTo>
                <a:lnTo>
                  <a:pt x="1444797" y="3732448"/>
                </a:lnTo>
                <a:lnTo>
                  <a:pt x="1507491" y="3667842"/>
                </a:lnTo>
                <a:lnTo>
                  <a:pt x="1567298" y="3600554"/>
                </a:lnTo>
                <a:lnTo>
                  <a:pt x="1624104" y="3530715"/>
                </a:lnTo>
                <a:lnTo>
                  <a:pt x="1677801" y="3458458"/>
                </a:lnTo>
                <a:lnTo>
                  <a:pt x="1728286" y="3383920"/>
                </a:lnTo>
                <a:lnTo>
                  <a:pt x="1775461" y="3307246"/>
                </a:lnTo>
                <a:lnTo>
                  <a:pt x="1819237" y="3228581"/>
                </a:lnTo>
                <a:lnTo>
                  <a:pt x="1859530" y="3148076"/>
                </a:lnTo>
                <a:lnTo>
                  <a:pt x="1896262" y="3065886"/>
                </a:lnTo>
                <a:lnTo>
                  <a:pt x="1929364" y="2982168"/>
                </a:lnTo>
                <a:lnTo>
                  <a:pt x="1958772" y="2897082"/>
                </a:lnTo>
                <a:lnTo>
                  <a:pt x="1984429" y="2810790"/>
                </a:lnTo>
                <a:lnTo>
                  <a:pt x="2006287" y="2723459"/>
                </a:lnTo>
                <a:lnTo>
                  <a:pt x="2024303" y="2635256"/>
                </a:lnTo>
                <a:lnTo>
                  <a:pt x="2038444" y="2546348"/>
                </a:lnTo>
                <a:lnTo>
                  <a:pt x="2048682" y="2456907"/>
                </a:lnTo>
                <a:lnTo>
                  <a:pt x="2054997" y="2367104"/>
                </a:lnTo>
                <a:lnTo>
                  <a:pt x="2057378" y="2277111"/>
                </a:lnTo>
                <a:lnTo>
                  <a:pt x="2055820" y="2187099"/>
                </a:lnTo>
                <a:lnTo>
                  <a:pt x="2050325" y="2097242"/>
                </a:lnTo>
                <a:lnTo>
                  <a:pt x="2040905" y="2007712"/>
                </a:lnTo>
                <a:lnTo>
                  <a:pt x="2027577" y="1918679"/>
                </a:lnTo>
                <a:lnTo>
                  <a:pt x="2010367" y="1830314"/>
                </a:lnTo>
                <a:lnTo>
                  <a:pt x="1989308" y="1742787"/>
                </a:lnTo>
                <a:lnTo>
                  <a:pt x="1964440" y="1656265"/>
                </a:lnTo>
                <a:lnTo>
                  <a:pt x="1935811" y="1570913"/>
                </a:lnTo>
                <a:lnTo>
                  <a:pt x="1903476" y="1486896"/>
                </a:lnTo>
                <a:lnTo>
                  <a:pt x="1867496" y="1404374"/>
                </a:lnTo>
                <a:lnTo>
                  <a:pt x="1827940" y="1323504"/>
                </a:lnTo>
                <a:lnTo>
                  <a:pt x="1784885" y="1244443"/>
                </a:lnTo>
                <a:lnTo>
                  <a:pt x="1738412" y="1167341"/>
                </a:lnTo>
                <a:lnTo>
                  <a:pt x="1688611" y="1092345"/>
                </a:lnTo>
                <a:lnTo>
                  <a:pt x="1635577" y="1019600"/>
                </a:lnTo>
                <a:lnTo>
                  <a:pt x="1579411" y="949245"/>
                </a:lnTo>
                <a:lnTo>
                  <a:pt x="1520221" y="881414"/>
                </a:lnTo>
                <a:lnTo>
                  <a:pt x="1458120" y="816237"/>
                </a:lnTo>
                <a:lnTo>
                  <a:pt x="1393228" y="753839"/>
                </a:lnTo>
                <a:lnTo>
                  <a:pt x="1325668" y="694340"/>
                </a:lnTo>
                <a:lnTo>
                  <a:pt x="1255570" y="637853"/>
                </a:lnTo>
                <a:lnTo>
                  <a:pt x="1183068" y="584487"/>
                </a:lnTo>
                <a:lnTo>
                  <a:pt x="1108301" y="534344"/>
                </a:lnTo>
                <a:lnTo>
                  <a:pt x="1031412" y="487519"/>
                </a:lnTo>
                <a:lnTo>
                  <a:pt x="952548" y="444103"/>
                </a:lnTo>
                <a:lnTo>
                  <a:pt x="871860" y="404179"/>
                </a:lnTo>
                <a:lnTo>
                  <a:pt x="789503" y="367822"/>
                </a:lnTo>
                <a:lnTo>
                  <a:pt x="705634" y="335103"/>
                </a:lnTo>
                <a:lnTo>
                  <a:pt x="620414" y="306085"/>
                </a:lnTo>
                <a:lnTo>
                  <a:pt x="534007" y="280822"/>
                </a:lnTo>
                <a:lnTo>
                  <a:pt x="446577" y="259363"/>
                </a:lnTo>
                <a:lnTo>
                  <a:pt x="358292" y="241750"/>
                </a:lnTo>
                <a:lnTo>
                  <a:pt x="269321" y="228015"/>
                </a:lnTo>
                <a:lnTo>
                  <a:pt x="179834" y="218186"/>
                </a:lnTo>
                <a:lnTo>
                  <a:pt x="90003" y="212281"/>
                </a:lnTo>
                <a:lnTo>
                  <a:pt x="0" y="210312"/>
                </a:lnTo>
                <a:close/>
              </a:path>
            </a:pathLst>
          </a:cu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61848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Medical &amp; Healthcare</a:t>
            </a:r>
          </a:p>
        </p:txBody>
      </p:sp>
      <p:sp>
        <p:nvSpPr>
          <p:cNvPr id="13" name="Freeform 12"/>
          <p:cNvSpPr/>
          <p:nvPr/>
        </p:nvSpPr>
        <p:spPr>
          <a:xfrm>
            <a:off x="1938528" y="1892808"/>
            <a:ext cx="3986784" cy="3986784"/>
          </a:xfrm>
          <a:custGeom>
            <a:avLst/>
            <a:gdLst/>
            <a:ahLst/>
            <a:cxnLst/>
            <a:rect l="l" t="t" r="r" b="b"/>
            <a:pathLst>
              <a:path w="3986784" h="3986784">
                <a:moveTo>
                  <a:pt x="1993392" y="0"/>
                </a:moveTo>
                <a:lnTo>
                  <a:pt x="2080342" y="1897"/>
                </a:lnTo>
                <a:lnTo>
                  <a:pt x="2167127" y="7585"/>
                </a:lnTo>
                <a:lnTo>
                  <a:pt x="2253581" y="17053"/>
                </a:lnTo>
                <a:lnTo>
                  <a:pt x="2339540" y="30284"/>
                </a:lnTo>
                <a:lnTo>
                  <a:pt x="2424840" y="47251"/>
                </a:lnTo>
                <a:lnTo>
                  <a:pt x="2509319" y="67923"/>
                </a:lnTo>
                <a:lnTo>
                  <a:pt x="2592816" y="92260"/>
                </a:lnTo>
                <a:lnTo>
                  <a:pt x="2675172" y="120216"/>
                </a:lnTo>
                <a:lnTo>
                  <a:pt x="2756230" y="151737"/>
                </a:lnTo>
                <a:lnTo>
                  <a:pt x="2835835" y="186765"/>
                </a:lnTo>
                <a:lnTo>
                  <a:pt x="2913837" y="225231"/>
                </a:lnTo>
                <a:lnTo>
                  <a:pt x="2990088" y="267063"/>
                </a:lnTo>
                <a:lnTo>
                  <a:pt x="3064440" y="312182"/>
                </a:lnTo>
                <a:lnTo>
                  <a:pt x="3136754" y="360500"/>
                </a:lnTo>
                <a:lnTo>
                  <a:pt x="3206892" y="411927"/>
                </a:lnTo>
                <a:lnTo>
                  <a:pt x="3274719" y="466365"/>
                </a:lnTo>
                <a:lnTo>
                  <a:pt x="3340108" y="523709"/>
                </a:lnTo>
                <a:lnTo>
                  <a:pt x="3402933" y="583850"/>
                </a:lnTo>
                <a:lnTo>
                  <a:pt x="3463074" y="646675"/>
                </a:lnTo>
                <a:lnTo>
                  <a:pt x="3520418" y="712064"/>
                </a:lnTo>
                <a:lnTo>
                  <a:pt x="3574856" y="779891"/>
                </a:lnTo>
                <a:lnTo>
                  <a:pt x="3626283" y="850029"/>
                </a:lnTo>
                <a:lnTo>
                  <a:pt x="3674601" y="922343"/>
                </a:lnTo>
                <a:lnTo>
                  <a:pt x="3719720" y="996696"/>
                </a:lnTo>
                <a:lnTo>
                  <a:pt x="3761552" y="1072946"/>
                </a:lnTo>
                <a:lnTo>
                  <a:pt x="3800018" y="1150948"/>
                </a:lnTo>
                <a:lnTo>
                  <a:pt x="3835046" y="1230553"/>
                </a:lnTo>
                <a:lnTo>
                  <a:pt x="3866567" y="1311611"/>
                </a:lnTo>
                <a:lnTo>
                  <a:pt x="3894523" y="1393967"/>
                </a:lnTo>
                <a:lnTo>
                  <a:pt x="3918860" y="1477464"/>
                </a:lnTo>
                <a:lnTo>
                  <a:pt x="3939532" y="1561943"/>
                </a:lnTo>
                <a:lnTo>
                  <a:pt x="3956499" y="1647243"/>
                </a:lnTo>
                <a:lnTo>
                  <a:pt x="3969730" y="1733202"/>
                </a:lnTo>
                <a:lnTo>
                  <a:pt x="3979198" y="1819656"/>
                </a:lnTo>
                <a:lnTo>
                  <a:pt x="3984886" y="1906441"/>
                </a:lnTo>
                <a:lnTo>
                  <a:pt x="3986784" y="1993392"/>
                </a:lnTo>
                <a:lnTo>
                  <a:pt x="3984886" y="2080342"/>
                </a:lnTo>
                <a:lnTo>
                  <a:pt x="3979198" y="2167127"/>
                </a:lnTo>
                <a:lnTo>
                  <a:pt x="3969730" y="2253581"/>
                </a:lnTo>
                <a:lnTo>
                  <a:pt x="3956499" y="2339540"/>
                </a:lnTo>
                <a:lnTo>
                  <a:pt x="3939532" y="2424840"/>
                </a:lnTo>
                <a:lnTo>
                  <a:pt x="3918860" y="2509319"/>
                </a:lnTo>
                <a:lnTo>
                  <a:pt x="3894523" y="2592816"/>
                </a:lnTo>
                <a:lnTo>
                  <a:pt x="3866567" y="2675172"/>
                </a:lnTo>
                <a:lnTo>
                  <a:pt x="3835046" y="2756230"/>
                </a:lnTo>
                <a:lnTo>
                  <a:pt x="3800018" y="2835835"/>
                </a:lnTo>
                <a:lnTo>
                  <a:pt x="3761552" y="2913837"/>
                </a:lnTo>
                <a:lnTo>
                  <a:pt x="3719720" y="2990088"/>
                </a:lnTo>
                <a:lnTo>
                  <a:pt x="3674601" y="3064440"/>
                </a:lnTo>
                <a:lnTo>
                  <a:pt x="3626283" y="3136754"/>
                </a:lnTo>
                <a:lnTo>
                  <a:pt x="3574856" y="3206892"/>
                </a:lnTo>
                <a:lnTo>
                  <a:pt x="3520418" y="3274719"/>
                </a:lnTo>
                <a:lnTo>
                  <a:pt x="3463074" y="3340108"/>
                </a:lnTo>
                <a:lnTo>
                  <a:pt x="3402933" y="3402933"/>
                </a:lnTo>
                <a:lnTo>
                  <a:pt x="3340108" y="3463074"/>
                </a:lnTo>
                <a:lnTo>
                  <a:pt x="3274719" y="3520418"/>
                </a:lnTo>
                <a:lnTo>
                  <a:pt x="3206892" y="3574856"/>
                </a:lnTo>
                <a:lnTo>
                  <a:pt x="3136754" y="3626283"/>
                </a:lnTo>
                <a:lnTo>
                  <a:pt x="3064440" y="3674601"/>
                </a:lnTo>
                <a:lnTo>
                  <a:pt x="2990088" y="3719720"/>
                </a:lnTo>
                <a:lnTo>
                  <a:pt x="2913837" y="3761552"/>
                </a:lnTo>
                <a:lnTo>
                  <a:pt x="2835835" y="3800018"/>
                </a:lnTo>
                <a:lnTo>
                  <a:pt x="2756230" y="3835046"/>
                </a:lnTo>
                <a:lnTo>
                  <a:pt x="2675172" y="3866567"/>
                </a:lnTo>
                <a:lnTo>
                  <a:pt x="2592816" y="3894523"/>
                </a:lnTo>
                <a:lnTo>
                  <a:pt x="2509319" y="3918860"/>
                </a:lnTo>
                <a:lnTo>
                  <a:pt x="2424840" y="3939532"/>
                </a:lnTo>
                <a:lnTo>
                  <a:pt x="2339540" y="3956499"/>
                </a:lnTo>
                <a:lnTo>
                  <a:pt x="2253581" y="3969730"/>
                </a:lnTo>
                <a:lnTo>
                  <a:pt x="2167127" y="3979198"/>
                </a:lnTo>
                <a:lnTo>
                  <a:pt x="2080342" y="3984886"/>
                </a:lnTo>
                <a:lnTo>
                  <a:pt x="1993392" y="3986784"/>
                </a:lnTo>
                <a:lnTo>
                  <a:pt x="1906441" y="3984886"/>
                </a:lnTo>
                <a:lnTo>
                  <a:pt x="1819656" y="3979198"/>
                </a:lnTo>
                <a:lnTo>
                  <a:pt x="1733202" y="3969730"/>
                </a:lnTo>
                <a:lnTo>
                  <a:pt x="1647243" y="3956499"/>
                </a:lnTo>
                <a:lnTo>
                  <a:pt x="1561943" y="3939532"/>
                </a:lnTo>
                <a:lnTo>
                  <a:pt x="1477464" y="3918860"/>
                </a:lnTo>
                <a:lnTo>
                  <a:pt x="1393967" y="3894523"/>
                </a:lnTo>
                <a:lnTo>
                  <a:pt x="1311611" y="3866567"/>
                </a:lnTo>
                <a:lnTo>
                  <a:pt x="1230553" y="3835046"/>
                </a:lnTo>
                <a:lnTo>
                  <a:pt x="1150948" y="3800018"/>
                </a:lnTo>
                <a:lnTo>
                  <a:pt x="1072946" y="3761552"/>
                </a:lnTo>
                <a:lnTo>
                  <a:pt x="996696" y="3719720"/>
                </a:lnTo>
                <a:lnTo>
                  <a:pt x="922343" y="3674601"/>
                </a:lnTo>
                <a:lnTo>
                  <a:pt x="850029" y="3626283"/>
                </a:lnTo>
                <a:lnTo>
                  <a:pt x="779891" y="3574856"/>
                </a:lnTo>
                <a:lnTo>
                  <a:pt x="712064" y="3520418"/>
                </a:lnTo>
                <a:lnTo>
                  <a:pt x="646675" y="3463074"/>
                </a:lnTo>
                <a:lnTo>
                  <a:pt x="583850" y="3402933"/>
                </a:lnTo>
                <a:lnTo>
                  <a:pt x="523709" y="3340108"/>
                </a:lnTo>
                <a:lnTo>
                  <a:pt x="466365" y="3274719"/>
                </a:lnTo>
                <a:lnTo>
                  <a:pt x="411927" y="3206892"/>
                </a:lnTo>
                <a:lnTo>
                  <a:pt x="360500" y="3136754"/>
                </a:lnTo>
                <a:lnTo>
                  <a:pt x="312182" y="3064440"/>
                </a:lnTo>
                <a:lnTo>
                  <a:pt x="267063" y="2990088"/>
                </a:lnTo>
                <a:lnTo>
                  <a:pt x="225231" y="2913837"/>
                </a:lnTo>
                <a:lnTo>
                  <a:pt x="186765" y="2835835"/>
                </a:lnTo>
                <a:lnTo>
                  <a:pt x="151737" y="2756230"/>
                </a:lnTo>
                <a:lnTo>
                  <a:pt x="120216" y="2675172"/>
                </a:lnTo>
                <a:lnTo>
                  <a:pt x="92260" y="2592816"/>
                </a:lnTo>
                <a:lnTo>
                  <a:pt x="67923" y="2509319"/>
                </a:lnTo>
                <a:lnTo>
                  <a:pt x="47251" y="2424840"/>
                </a:lnTo>
                <a:lnTo>
                  <a:pt x="30284" y="2339540"/>
                </a:lnTo>
                <a:lnTo>
                  <a:pt x="17053" y="2253581"/>
                </a:lnTo>
                <a:lnTo>
                  <a:pt x="7585" y="2167127"/>
                </a:lnTo>
                <a:lnTo>
                  <a:pt x="1897" y="2080342"/>
                </a:lnTo>
                <a:lnTo>
                  <a:pt x="0" y="1993392"/>
                </a:lnTo>
                <a:lnTo>
                  <a:pt x="210312" y="1993392"/>
                </a:lnTo>
                <a:lnTo>
                  <a:pt x="212009" y="2071168"/>
                </a:lnTo>
                <a:lnTo>
                  <a:pt x="217097" y="2148797"/>
                </a:lnTo>
                <a:lnTo>
                  <a:pt x="225566" y="2226130"/>
                </a:lnTo>
                <a:lnTo>
                  <a:pt x="237400" y="2303020"/>
                </a:lnTo>
                <a:lnTo>
                  <a:pt x="252578" y="2379321"/>
                </a:lnTo>
                <a:lnTo>
                  <a:pt x="271068" y="2454887"/>
                </a:lnTo>
                <a:lnTo>
                  <a:pt x="292838" y="2529574"/>
                </a:lnTo>
                <a:lnTo>
                  <a:pt x="317844" y="2603241"/>
                </a:lnTo>
                <a:lnTo>
                  <a:pt x="346040" y="2675747"/>
                </a:lnTo>
                <a:lnTo>
                  <a:pt x="377372" y="2746954"/>
                </a:lnTo>
                <a:lnTo>
                  <a:pt x="411780" y="2816726"/>
                </a:lnTo>
                <a:lnTo>
                  <a:pt x="449199" y="2884932"/>
                </a:lnTo>
                <a:lnTo>
                  <a:pt x="489557" y="2951440"/>
                </a:lnTo>
                <a:lnTo>
                  <a:pt x="532778" y="3016124"/>
                </a:lnTo>
                <a:lnTo>
                  <a:pt x="578779" y="3078862"/>
                </a:lnTo>
                <a:lnTo>
                  <a:pt x="627473" y="3139533"/>
                </a:lnTo>
                <a:lnTo>
                  <a:pt x="678767" y="3198023"/>
                </a:lnTo>
                <a:lnTo>
                  <a:pt x="732564" y="3254219"/>
                </a:lnTo>
                <a:lnTo>
                  <a:pt x="788760" y="3308016"/>
                </a:lnTo>
                <a:lnTo>
                  <a:pt x="847250" y="3359310"/>
                </a:lnTo>
                <a:lnTo>
                  <a:pt x="907921" y="3408004"/>
                </a:lnTo>
                <a:lnTo>
                  <a:pt x="970659" y="3454005"/>
                </a:lnTo>
                <a:lnTo>
                  <a:pt x="1035343" y="3497226"/>
                </a:lnTo>
                <a:lnTo>
                  <a:pt x="1101852" y="3537584"/>
                </a:lnTo>
                <a:lnTo>
                  <a:pt x="1170057" y="3575003"/>
                </a:lnTo>
                <a:lnTo>
                  <a:pt x="1239829" y="3609411"/>
                </a:lnTo>
                <a:lnTo>
                  <a:pt x="1311036" y="3640743"/>
                </a:lnTo>
                <a:lnTo>
                  <a:pt x="1383542" y="3668939"/>
                </a:lnTo>
                <a:lnTo>
                  <a:pt x="1457209" y="3693945"/>
                </a:lnTo>
                <a:lnTo>
                  <a:pt x="1531896" y="3715715"/>
                </a:lnTo>
                <a:lnTo>
                  <a:pt x="1607462" y="3734205"/>
                </a:lnTo>
                <a:lnTo>
                  <a:pt x="1683763" y="3749383"/>
                </a:lnTo>
                <a:lnTo>
                  <a:pt x="1760653" y="3761217"/>
                </a:lnTo>
                <a:lnTo>
                  <a:pt x="1837986" y="3769686"/>
                </a:lnTo>
                <a:lnTo>
                  <a:pt x="1915615" y="3774774"/>
                </a:lnTo>
                <a:lnTo>
                  <a:pt x="1993392" y="3776472"/>
                </a:lnTo>
                <a:lnTo>
                  <a:pt x="2071168" y="3774774"/>
                </a:lnTo>
                <a:lnTo>
                  <a:pt x="2148797" y="3769686"/>
                </a:lnTo>
                <a:lnTo>
                  <a:pt x="2226130" y="3761217"/>
                </a:lnTo>
                <a:lnTo>
                  <a:pt x="2303020" y="3749383"/>
                </a:lnTo>
                <a:lnTo>
                  <a:pt x="2379321" y="3734205"/>
                </a:lnTo>
                <a:lnTo>
                  <a:pt x="2454887" y="3715715"/>
                </a:lnTo>
                <a:lnTo>
                  <a:pt x="2529574" y="3693945"/>
                </a:lnTo>
                <a:lnTo>
                  <a:pt x="2603241" y="3668939"/>
                </a:lnTo>
                <a:lnTo>
                  <a:pt x="2675747" y="3640743"/>
                </a:lnTo>
                <a:lnTo>
                  <a:pt x="2746954" y="3609411"/>
                </a:lnTo>
                <a:lnTo>
                  <a:pt x="2816726" y="3575003"/>
                </a:lnTo>
                <a:lnTo>
                  <a:pt x="2884932" y="3537584"/>
                </a:lnTo>
                <a:lnTo>
                  <a:pt x="2951440" y="3497226"/>
                </a:lnTo>
                <a:lnTo>
                  <a:pt x="3016124" y="3454005"/>
                </a:lnTo>
                <a:lnTo>
                  <a:pt x="3078862" y="3408004"/>
                </a:lnTo>
                <a:lnTo>
                  <a:pt x="3139533" y="3359310"/>
                </a:lnTo>
                <a:lnTo>
                  <a:pt x="3198023" y="3308016"/>
                </a:lnTo>
                <a:lnTo>
                  <a:pt x="3254219" y="3254219"/>
                </a:lnTo>
                <a:lnTo>
                  <a:pt x="3308016" y="3198023"/>
                </a:lnTo>
                <a:lnTo>
                  <a:pt x="3359310" y="3139533"/>
                </a:lnTo>
                <a:lnTo>
                  <a:pt x="3408004" y="3078862"/>
                </a:lnTo>
                <a:lnTo>
                  <a:pt x="3454005" y="3016124"/>
                </a:lnTo>
                <a:lnTo>
                  <a:pt x="3497226" y="2951440"/>
                </a:lnTo>
                <a:lnTo>
                  <a:pt x="3537584" y="2884932"/>
                </a:lnTo>
                <a:lnTo>
                  <a:pt x="3575003" y="2816726"/>
                </a:lnTo>
                <a:lnTo>
                  <a:pt x="3609411" y="2746954"/>
                </a:lnTo>
                <a:lnTo>
                  <a:pt x="3640743" y="2675747"/>
                </a:lnTo>
                <a:lnTo>
                  <a:pt x="3668939" y="2603241"/>
                </a:lnTo>
                <a:lnTo>
                  <a:pt x="3693945" y="2529574"/>
                </a:lnTo>
                <a:lnTo>
                  <a:pt x="3715715" y="2454887"/>
                </a:lnTo>
                <a:lnTo>
                  <a:pt x="3734205" y="2379321"/>
                </a:lnTo>
                <a:lnTo>
                  <a:pt x="3749383" y="2303020"/>
                </a:lnTo>
                <a:lnTo>
                  <a:pt x="3761217" y="2226130"/>
                </a:lnTo>
                <a:lnTo>
                  <a:pt x="3769686" y="2148797"/>
                </a:lnTo>
                <a:lnTo>
                  <a:pt x="3774774" y="2071168"/>
                </a:lnTo>
                <a:lnTo>
                  <a:pt x="3776472" y="1993392"/>
                </a:lnTo>
                <a:lnTo>
                  <a:pt x="3774774" y="1915615"/>
                </a:lnTo>
                <a:lnTo>
                  <a:pt x="3769686" y="1837986"/>
                </a:lnTo>
                <a:lnTo>
                  <a:pt x="3761217" y="1760653"/>
                </a:lnTo>
                <a:lnTo>
                  <a:pt x="3749383" y="1683763"/>
                </a:lnTo>
                <a:lnTo>
                  <a:pt x="3734205" y="1607462"/>
                </a:lnTo>
                <a:lnTo>
                  <a:pt x="3715715" y="1531896"/>
                </a:lnTo>
                <a:lnTo>
                  <a:pt x="3693945" y="1457209"/>
                </a:lnTo>
                <a:lnTo>
                  <a:pt x="3668939" y="1383542"/>
                </a:lnTo>
                <a:lnTo>
                  <a:pt x="3640743" y="1311036"/>
                </a:lnTo>
                <a:lnTo>
                  <a:pt x="3609411" y="1239829"/>
                </a:lnTo>
                <a:lnTo>
                  <a:pt x="3575003" y="1170057"/>
                </a:lnTo>
                <a:lnTo>
                  <a:pt x="3537584" y="1101852"/>
                </a:lnTo>
                <a:lnTo>
                  <a:pt x="3497226" y="1035343"/>
                </a:lnTo>
                <a:lnTo>
                  <a:pt x="3454005" y="970659"/>
                </a:lnTo>
                <a:lnTo>
                  <a:pt x="3408004" y="907921"/>
                </a:lnTo>
                <a:lnTo>
                  <a:pt x="3359310" y="847250"/>
                </a:lnTo>
                <a:lnTo>
                  <a:pt x="3308016" y="788760"/>
                </a:lnTo>
                <a:lnTo>
                  <a:pt x="3254219" y="732564"/>
                </a:lnTo>
                <a:lnTo>
                  <a:pt x="3198023" y="678767"/>
                </a:lnTo>
                <a:lnTo>
                  <a:pt x="3139533" y="627473"/>
                </a:lnTo>
                <a:lnTo>
                  <a:pt x="3078862" y="578779"/>
                </a:lnTo>
                <a:lnTo>
                  <a:pt x="3016124" y="532778"/>
                </a:lnTo>
                <a:lnTo>
                  <a:pt x="2951440" y="489557"/>
                </a:lnTo>
                <a:lnTo>
                  <a:pt x="2884932" y="449199"/>
                </a:lnTo>
                <a:lnTo>
                  <a:pt x="2816726" y="411780"/>
                </a:lnTo>
                <a:lnTo>
                  <a:pt x="2746954" y="377372"/>
                </a:lnTo>
                <a:lnTo>
                  <a:pt x="2675747" y="346040"/>
                </a:lnTo>
                <a:lnTo>
                  <a:pt x="2603241" y="317844"/>
                </a:lnTo>
                <a:lnTo>
                  <a:pt x="2529574" y="292838"/>
                </a:lnTo>
                <a:lnTo>
                  <a:pt x="2454887" y="271068"/>
                </a:lnTo>
                <a:lnTo>
                  <a:pt x="2379321" y="252578"/>
                </a:lnTo>
                <a:lnTo>
                  <a:pt x="2303020" y="237400"/>
                </a:lnTo>
                <a:lnTo>
                  <a:pt x="2226130" y="225566"/>
                </a:lnTo>
                <a:lnTo>
                  <a:pt x="2148797" y="217097"/>
                </a:lnTo>
                <a:lnTo>
                  <a:pt x="2071168" y="212009"/>
                </a:lnTo>
                <a:lnTo>
                  <a:pt x="199339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931920" y="1892808"/>
            <a:ext cx="1993389" cy="3970466"/>
          </a:xfrm>
          <a:custGeom>
            <a:avLst/>
            <a:gdLst/>
            <a:ahLst/>
            <a:cxnLst/>
            <a:rect l="l" t="t" r="r" b="b"/>
            <a:pathLst>
              <a:path w="1993389" h="3970466">
                <a:moveTo>
                  <a:pt x="0" y="0"/>
                </a:moveTo>
                <a:lnTo>
                  <a:pt x="87033" y="1900"/>
                </a:lnTo>
                <a:lnTo>
                  <a:pt x="173900" y="7599"/>
                </a:lnTo>
                <a:lnTo>
                  <a:pt x="260435" y="17086"/>
                </a:lnTo>
                <a:lnTo>
                  <a:pt x="346474" y="30341"/>
                </a:lnTo>
                <a:lnTo>
                  <a:pt x="431852" y="47340"/>
                </a:lnTo>
                <a:lnTo>
                  <a:pt x="516407" y="68051"/>
                </a:lnTo>
                <a:lnTo>
                  <a:pt x="599976" y="92434"/>
                </a:lnTo>
                <a:lnTo>
                  <a:pt x="682401" y="120442"/>
                </a:lnTo>
                <a:lnTo>
                  <a:pt x="763525" y="152022"/>
                </a:lnTo>
                <a:lnTo>
                  <a:pt x="843193" y="187114"/>
                </a:lnTo>
                <a:lnTo>
                  <a:pt x="921252" y="225651"/>
                </a:lnTo>
                <a:lnTo>
                  <a:pt x="997555" y="267560"/>
                </a:lnTo>
                <a:lnTo>
                  <a:pt x="1071955" y="312760"/>
                </a:lnTo>
                <a:lnTo>
                  <a:pt x="1144310" y="361165"/>
                </a:lnTo>
                <a:lnTo>
                  <a:pt x="1214484" y="412683"/>
                </a:lnTo>
                <a:lnTo>
                  <a:pt x="1282340" y="467215"/>
                </a:lnTo>
                <a:lnTo>
                  <a:pt x="1347752" y="524659"/>
                </a:lnTo>
                <a:lnTo>
                  <a:pt x="1410593" y="584903"/>
                </a:lnTo>
                <a:lnTo>
                  <a:pt x="1470743" y="647834"/>
                </a:lnTo>
                <a:lnTo>
                  <a:pt x="1528089" y="713331"/>
                </a:lnTo>
                <a:lnTo>
                  <a:pt x="1582520" y="781270"/>
                </a:lnTo>
                <a:lnTo>
                  <a:pt x="1633933" y="851520"/>
                </a:lnTo>
                <a:lnTo>
                  <a:pt x="1682230" y="923947"/>
                </a:lnTo>
                <a:lnTo>
                  <a:pt x="1727319" y="998415"/>
                </a:lnTo>
                <a:lnTo>
                  <a:pt x="1769113" y="1074780"/>
                </a:lnTo>
                <a:lnTo>
                  <a:pt x="1807534" y="1152897"/>
                </a:lnTo>
                <a:lnTo>
                  <a:pt x="1842507" y="1232617"/>
                </a:lnTo>
                <a:lnTo>
                  <a:pt x="1873966" y="1313788"/>
                </a:lnTo>
                <a:lnTo>
                  <a:pt x="1901851" y="1396255"/>
                </a:lnTo>
                <a:lnTo>
                  <a:pt x="1926109" y="1479860"/>
                </a:lnTo>
                <a:lnTo>
                  <a:pt x="1946693" y="1564446"/>
                </a:lnTo>
                <a:lnTo>
                  <a:pt x="1963565" y="1649849"/>
                </a:lnTo>
                <a:lnTo>
                  <a:pt x="1976692" y="1735907"/>
                </a:lnTo>
                <a:lnTo>
                  <a:pt x="1986049" y="1822457"/>
                </a:lnTo>
                <a:lnTo>
                  <a:pt x="1991618" y="1909333"/>
                </a:lnTo>
                <a:lnTo>
                  <a:pt x="1993389" y="1996369"/>
                </a:lnTo>
                <a:lnTo>
                  <a:pt x="1991358" y="2083399"/>
                </a:lnTo>
                <a:lnTo>
                  <a:pt x="1985530" y="2170257"/>
                </a:lnTo>
                <a:lnTo>
                  <a:pt x="1975914" y="2256779"/>
                </a:lnTo>
                <a:lnTo>
                  <a:pt x="1962530" y="2342797"/>
                </a:lnTo>
                <a:lnTo>
                  <a:pt x="1945403" y="2428150"/>
                </a:lnTo>
                <a:lnTo>
                  <a:pt x="1924566" y="2512673"/>
                </a:lnTo>
                <a:lnTo>
                  <a:pt x="1900059" y="2596206"/>
                </a:lnTo>
                <a:lnTo>
                  <a:pt x="1871928" y="2678590"/>
                </a:lnTo>
                <a:lnTo>
                  <a:pt x="1840226" y="2759666"/>
                </a:lnTo>
                <a:lnTo>
                  <a:pt x="1805015" y="2839281"/>
                </a:lnTo>
                <a:lnTo>
                  <a:pt x="1766362" y="2917283"/>
                </a:lnTo>
                <a:lnTo>
                  <a:pt x="1724340" y="2993523"/>
                </a:lnTo>
                <a:lnTo>
                  <a:pt x="1679029" y="3067855"/>
                </a:lnTo>
                <a:lnTo>
                  <a:pt x="1630516" y="3140139"/>
                </a:lnTo>
                <a:lnTo>
                  <a:pt x="1578893" y="3210235"/>
                </a:lnTo>
                <a:lnTo>
                  <a:pt x="1524259" y="3278010"/>
                </a:lnTo>
                <a:lnTo>
                  <a:pt x="1466718" y="3343336"/>
                </a:lnTo>
                <a:lnTo>
                  <a:pt x="1406379" y="3406087"/>
                </a:lnTo>
                <a:lnTo>
                  <a:pt x="1343359" y="3466143"/>
                </a:lnTo>
                <a:lnTo>
                  <a:pt x="1277776" y="3523391"/>
                </a:lnTo>
                <a:lnTo>
                  <a:pt x="1209757" y="3577721"/>
                </a:lnTo>
                <a:lnTo>
                  <a:pt x="1139430" y="3629029"/>
                </a:lnTo>
                <a:lnTo>
                  <a:pt x="1066930" y="3677218"/>
                </a:lnTo>
                <a:lnTo>
                  <a:pt x="992395" y="3722195"/>
                </a:lnTo>
                <a:lnTo>
                  <a:pt x="915968" y="3763875"/>
                </a:lnTo>
                <a:lnTo>
                  <a:pt x="837794" y="3802179"/>
                </a:lnTo>
                <a:lnTo>
                  <a:pt x="758022" y="3837033"/>
                </a:lnTo>
                <a:lnTo>
                  <a:pt x="676804" y="3868371"/>
                </a:lnTo>
                <a:lnTo>
                  <a:pt x="594295" y="3896133"/>
                </a:lnTo>
                <a:lnTo>
                  <a:pt x="510654" y="3920266"/>
                </a:lnTo>
                <a:lnTo>
                  <a:pt x="426038" y="3940724"/>
                </a:lnTo>
                <a:lnTo>
                  <a:pt x="340609" y="3957468"/>
                </a:lnTo>
                <a:lnTo>
                  <a:pt x="254531" y="3970466"/>
                </a:lnTo>
                <a:lnTo>
                  <a:pt x="227677" y="3761876"/>
                </a:lnTo>
                <a:lnTo>
                  <a:pt x="304673" y="3750249"/>
                </a:lnTo>
                <a:lnTo>
                  <a:pt x="381089" y="3735271"/>
                </a:lnTo>
                <a:lnTo>
                  <a:pt x="456777" y="3716972"/>
                </a:lnTo>
                <a:lnTo>
                  <a:pt x="531595" y="3695385"/>
                </a:lnTo>
                <a:lnTo>
                  <a:pt x="605398" y="3670552"/>
                </a:lnTo>
                <a:lnTo>
                  <a:pt x="678047" y="3642520"/>
                </a:lnTo>
                <a:lnTo>
                  <a:pt x="749403" y="3611344"/>
                </a:lnTo>
                <a:lnTo>
                  <a:pt x="819329" y="3577081"/>
                </a:lnTo>
                <a:lnTo>
                  <a:pt x="887693" y="3539798"/>
                </a:lnTo>
                <a:lnTo>
                  <a:pt x="954364" y="3499566"/>
                </a:lnTo>
                <a:lnTo>
                  <a:pt x="1019215" y="3456462"/>
                </a:lnTo>
                <a:lnTo>
                  <a:pt x="1082122" y="3410567"/>
                </a:lnTo>
                <a:lnTo>
                  <a:pt x="1142965" y="3361969"/>
                </a:lnTo>
                <a:lnTo>
                  <a:pt x="1201628" y="3310761"/>
                </a:lnTo>
                <a:lnTo>
                  <a:pt x="1258000" y="3257041"/>
                </a:lnTo>
                <a:lnTo>
                  <a:pt x="1311972" y="3200910"/>
                </a:lnTo>
                <a:lnTo>
                  <a:pt x="1363442" y="3142477"/>
                </a:lnTo>
                <a:lnTo>
                  <a:pt x="1412312" y="3081852"/>
                </a:lnTo>
                <a:lnTo>
                  <a:pt x="1458489" y="3019152"/>
                </a:lnTo>
                <a:lnTo>
                  <a:pt x="1501883" y="2954495"/>
                </a:lnTo>
                <a:lnTo>
                  <a:pt x="1542414" y="2888005"/>
                </a:lnTo>
                <a:lnTo>
                  <a:pt x="1580002" y="2819808"/>
                </a:lnTo>
                <a:lnTo>
                  <a:pt x="1614578" y="2750036"/>
                </a:lnTo>
                <a:lnTo>
                  <a:pt x="1646074" y="2678821"/>
                </a:lnTo>
                <a:lnTo>
                  <a:pt x="1674431" y="2606298"/>
                </a:lnTo>
                <a:lnTo>
                  <a:pt x="1699594" y="2532607"/>
                </a:lnTo>
                <a:lnTo>
                  <a:pt x="1721516" y="2457887"/>
                </a:lnTo>
                <a:lnTo>
                  <a:pt x="1740154" y="2382281"/>
                </a:lnTo>
                <a:lnTo>
                  <a:pt x="1755474" y="2305934"/>
                </a:lnTo>
                <a:lnTo>
                  <a:pt x="1767446" y="2228990"/>
                </a:lnTo>
                <a:lnTo>
                  <a:pt x="1776047" y="2151597"/>
                </a:lnTo>
                <a:lnTo>
                  <a:pt x="1781261" y="2073903"/>
                </a:lnTo>
                <a:lnTo>
                  <a:pt x="1783078" y="1996054"/>
                </a:lnTo>
                <a:lnTo>
                  <a:pt x="1781493" y="1918201"/>
                </a:lnTo>
                <a:lnTo>
                  <a:pt x="1776512" y="1840491"/>
                </a:lnTo>
                <a:lnTo>
                  <a:pt x="1768142" y="1763073"/>
                </a:lnTo>
                <a:lnTo>
                  <a:pt x="1756400" y="1686094"/>
                </a:lnTo>
                <a:lnTo>
                  <a:pt x="1741308" y="1609701"/>
                </a:lnTo>
                <a:lnTo>
                  <a:pt x="1722896" y="1534040"/>
                </a:lnTo>
                <a:lnTo>
                  <a:pt x="1701197" y="1459255"/>
                </a:lnTo>
                <a:lnTo>
                  <a:pt x="1676254" y="1385489"/>
                </a:lnTo>
                <a:lnTo>
                  <a:pt x="1648114" y="1312882"/>
                </a:lnTo>
                <a:lnTo>
                  <a:pt x="1616831" y="1241573"/>
                </a:lnTo>
                <a:lnTo>
                  <a:pt x="1582464" y="1171698"/>
                </a:lnTo>
                <a:lnTo>
                  <a:pt x="1545079" y="1103389"/>
                </a:lnTo>
                <a:lnTo>
                  <a:pt x="1504747" y="1036779"/>
                </a:lnTo>
                <a:lnTo>
                  <a:pt x="1461546" y="971992"/>
                </a:lnTo>
                <a:lnTo>
                  <a:pt x="1415557" y="909154"/>
                </a:lnTo>
                <a:lnTo>
                  <a:pt x="1366868" y="848383"/>
                </a:lnTo>
                <a:lnTo>
                  <a:pt x="1315573" y="789797"/>
                </a:lnTo>
                <a:lnTo>
                  <a:pt x="1261769" y="733505"/>
                </a:lnTo>
                <a:lnTo>
                  <a:pt x="1205558" y="679617"/>
                </a:lnTo>
                <a:lnTo>
                  <a:pt x="1147048" y="628234"/>
                </a:lnTo>
                <a:lnTo>
                  <a:pt x="1086350" y="579455"/>
                </a:lnTo>
                <a:lnTo>
                  <a:pt x="1023580" y="533372"/>
                </a:lnTo>
                <a:lnTo>
                  <a:pt x="958859" y="490074"/>
                </a:lnTo>
                <a:lnTo>
                  <a:pt x="892308" y="449643"/>
                </a:lnTo>
                <a:lnTo>
                  <a:pt x="824056" y="412156"/>
                </a:lnTo>
                <a:lnTo>
                  <a:pt x="754232" y="377685"/>
                </a:lnTo>
                <a:lnTo>
                  <a:pt x="682970" y="346295"/>
                </a:lnTo>
                <a:lnTo>
                  <a:pt x="610405" y="318047"/>
                </a:lnTo>
                <a:lnTo>
                  <a:pt x="536676" y="292994"/>
                </a:lnTo>
                <a:lnTo>
                  <a:pt x="461923" y="271183"/>
                </a:lnTo>
                <a:lnTo>
                  <a:pt x="386290" y="252658"/>
                </a:lnTo>
                <a:lnTo>
                  <a:pt x="309919" y="237452"/>
                </a:lnTo>
                <a:lnTo>
                  <a:pt x="232958" y="225595"/>
                </a:lnTo>
                <a:lnTo>
                  <a:pt x="155553" y="217110"/>
                </a:lnTo>
                <a:lnTo>
                  <a:pt x="77850" y="212012"/>
                </a:lnTo>
                <a:lnTo>
                  <a:pt x="0" y="210312"/>
                </a:lnTo>
                <a:close/>
              </a:path>
            </a:pathLst>
          </a:cu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189280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Protective &amp; Occupational Wear</a:t>
            </a:r>
          </a:p>
        </p:txBody>
      </p:sp>
      <p:sp>
        <p:nvSpPr>
          <p:cNvPr id="16" name="Freeform 15"/>
          <p:cNvSpPr/>
          <p:nvPr/>
        </p:nvSpPr>
        <p:spPr>
          <a:xfrm>
            <a:off x="2212848" y="2167128"/>
            <a:ext cx="3438144" cy="3438144"/>
          </a:xfrm>
          <a:custGeom>
            <a:avLst/>
            <a:gdLst/>
            <a:ahLst/>
            <a:cxnLst/>
            <a:rect l="l" t="t" r="r" b="b"/>
            <a:pathLst>
              <a:path w="3438144" h="3438144">
                <a:moveTo>
                  <a:pt x="1719072" y="0"/>
                </a:moveTo>
                <a:lnTo>
                  <a:pt x="1794056" y="1636"/>
                </a:lnTo>
                <a:lnTo>
                  <a:pt x="1868898" y="6541"/>
                </a:lnTo>
                <a:lnTo>
                  <a:pt x="1943455" y="14706"/>
                </a:lnTo>
                <a:lnTo>
                  <a:pt x="2017585" y="26116"/>
                </a:lnTo>
                <a:lnTo>
                  <a:pt x="2091147" y="40748"/>
                </a:lnTo>
                <a:lnTo>
                  <a:pt x="2164000" y="58575"/>
                </a:lnTo>
                <a:lnTo>
                  <a:pt x="2236006" y="79563"/>
                </a:lnTo>
                <a:lnTo>
                  <a:pt x="2307029" y="103672"/>
                </a:lnTo>
                <a:lnTo>
                  <a:pt x="2376932" y="130856"/>
                </a:lnTo>
                <a:lnTo>
                  <a:pt x="2445583" y="161063"/>
                </a:lnTo>
                <a:lnTo>
                  <a:pt x="2512851" y="194236"/>
                </a:lnTo>
                <a:lnTo>
                  <a:pt x="2578608" y="230311"/>
                </a:lnTo>
                <a:lnTo>
                  <a:pt x="2642728" y="269221"/>
                </a:lnTo>
                <a:lnTo>
                  <a:pt x="2705091" y="310890"/>
                </a:lnTo>
                <a:lnTo>
                  <a:pt x="2765576" y="355240"/>
                </a:lnTo>
                <a:lnTo>
                  <a:pt x="2824070" y="402186"/>
                </a:lnTo>
                <a:lnTo>
                  <a:pt x="2880460" y="451639"/>
                </a:lnTo>
                <a:lnTo>
                  <a:pt x="2934639" y="503504"/>
                </a:lnTo>
                <a:lnTo>
                  <a:pt x="2986504" y="557683"/>
                </a:lnTo>
                <a:lnTo>
                  <a:pt x="3035957" y="614073"/>
                </a:lnTo>
                <a:lnTo>
                  <a:pt x="3082903" y="672567"/>
                </a:lnTo>
                <a:lnTo>
                  <a:pt x="3127253" y="733052"/>
                </a:lnTo>
                <a:lnTo>
                  <a:pt x="3168922" y="795415"/>
                </a:lnTo>
                <a:lnTo>
                  <a:pt x="3207832" y="859536"/>
                </a:lnTo>
                <a:lnTo>
                  <a:pt x="3243907" y="925292"/>
                </a:lnTo>
                <a:lnTo>
                  <a:pt x="3277080" y="992560"/>
                </a:lnTo>
                <a:lnTo>
                  <a:pt x="3307287" y="1061211"/>
                </a:lnTo>
                <a:lnTo>
                  <a:pt x="3334471" y="1131114"/>
                </a:lnTo>
                <a:lnTo>
                  <a:pt x="3358580" y="1202137"/>
                </a:lnTo>
                <a:lnTo>
                  <a:pt x="3379568" y="1274143"/>
                </a:lnTo>
                <a:lnTo>
                  <a:pt x="3397395" y="1346996"/>
                </a:lnTo>
                <a:lnTo>
                  <a:pt x="3412027" y="1420558"/>
                </a:lnTo>
                <a:lnTo>
                  <a:pt x="3423437" y="1494688"/>
                </a:lnTo>
                <a:lnTo>
                  <a:pt x="3431602" y="1569245"/>
                </a:lnTo>
                <a:lnTo>
                  <a:pt x="3436507" y="1644087"/>
                </a:lnTo>
                <a:lnTo>
                  <a:pt x="3438144" y="1719072"/>
                </a:lnTo>
                <a:lnTo>
                  <a:pt x="3436507" y="1794056"/>
                </a:lnTo>
                <a:lnTo>
                  <a:pt x="3431602" y="1868898"/>
                </a:lnTo>
                <a:lnTo>
                  <a:pt x="3423437" y="1943455"/>
                </a:lnTo>
                <a:lnTo>
                  <a:pt x="3412027" y="2017585"/>
                </a:lnTo>
                <a:lnTo>
                  <a:pt x="3397395" y="2091147"/>
                </a:lnTo>
                <a:lnTo>
                  <a:pt x="3379568" y="2164000"/>
                </a:lnTo>
                <a:lnTo>
                  <a:pt x="3358580" y="2236006"/>
                </a:lnTo>
                <a:lnTo>
                  <a:pt x="3334471" y="2307029"/>
                </a:lnTo>
                <a:lnTo>
                  <a:pt x="3307287" y="2376932"/>
                </a:lnTo>
                <a:lnTo>
                  <a:pt x="3277080" y="2445583"/>
                </a:lnTo>
                <a:lnTo>
                  <a:pt x="3243907" y="2512851"/>
                </a:lnTo>
                <a:lnTo>
                  <a:pt x="3207832" y="2578608"/>
                </a:lnTo>
                <a:lnTo>
                  <a:pt x="3168922" y="2642728"/>
                </a:lnTo>
                <a:lnTo>
                  <a:pt x="3127253" y="2705091"/>
                </a:lnTo>
                <a:lnTo>
                  <a:pt x="3082903" y="2765576"/>
                </a:lnTo>
                <a:lnTo>
                  <a:pt x="3035957" y="2824070"/>
                </a:lnTo>
                <a:lnTo>
                  <a:pt x="2986504" y="2880460"/>
                </a:lnTo>
                <a:lnTo>
                  <a:pt x="2934639" y="2934639"/>
                </a:lnTo>
                <a:lnTo>
                  <a:pt x="2880460" y="2986504"/>
                </a:lnTo>
                <a:lnTo>
                  <a:pt x="2824070" y="3035957"/>
                </a:lnTo>
                <a:lnTo>
                  <a:pt x="2765576" y="3082903"/>
                </a:lnTo>
                <a:lnTo>
                  <a:pt x="2705091" y="3127253"/>
                </a:lnTo>
                <a:lnTo>
                  <a:pt x="2642728" y="3168922"/>
                </a:lnTo>
                <a:lnTo>
                  <a:pt x="2578608" y="3207832"/>
                </a:lnTo>
                <a:lnTo>
                  <a:pt x="2512851" y="3243907"/>
                </a:lnTo>
                <a:lnTo>
                  <a:pt x="2445583" y="3277080"/>
                </a:lnTo>
                <a:lnTo>
                  <a:pt x="2376932" y="3307287"/>
                </a:lnTo>
                <a:lnTo>
                  <a:pt x="2307029" y="3334471"/>
                </a:lnTo>
                <a:lnTo>
                  <a:pt x="2236006" y="3358580"/>
                </a:lnTo>
                <a:lnTo>
                  <a:pt x="2164000" y="3379568"/>
                </a:lnTo>
                <a:lnTo>
                  <a:pt x="2091147" y="3397395"/>
                </a:lnTo>
                <a:lnTo>
                  <a:pt x="2017585" y="3412027"/>
                </a:lnTo>
                <a:lnTo>
                  <a:pt x="1943455" y="3423437"/>
                </a:lnTo>
                <a:lnTo>
                  <a:pt x="1868898" y="3431602"/>
                </a:lnTo>
                <a:lnTo>
                  <a:pt x="1794056" y="3436507"/>
                </a:lnTo>
                <a:lnTo>
                  <a:pt x="1719072" y="3438144"/>
                </a:lnTo>
                <a:lnTo>
                  <a:pt x="1644087" y="3436507"/>
                </a:lnTo>
                <a:lnTo>
                  <a:pt x="1569245" y="3431602"/>
                </a:lnTo>
                <a:lnTo>
                  <a:pt x="1494688" y="3423437"/>
                </a:lnTo>
                <a:lnTo>
                  <a:pt x="1420558" y="3412027"/>
                </a:lnTo>
                <a:lnTo>
                  <a:pt x="1346996" y="3397395"/>
                </a:lnTo>
                <a:lnTo>
                  <a:pt x="1274143" y="3379568"/>
                </a:lnTo>
                <a:lnTo>
                  <a:pt x="1202137" y="3358580"/>
                </a:lnTo>
                <a:lnTo>
                  <a:pt x="1131114" y="3334471"/>
                </a:lnTo>
                <a:lnTo>
                  <a:pt x="1061211" y="3307287"/>
                </a:lnTo>
                <a:lnTo>
                  <a:pt x="992560" y="3277080"/>
                </a:lnTo>
                <a:lnTo>
                  <a:pt x="925292" y="3243907"/>
                </a:lnTo>
                <a:lnTo>
                  <a:pt x="859536" y="3207832"/>
                </a:lnTo>
                <a:lnTo>
                  <a:pt x="795415" y="3168922"/>
                </a:lnTo>
                <a:lnTo>
                  <a:pt x="733052" y="3127253"/>
                </a:lnTo>
                <a:lnTo>
                  <a:pt x="672567" y="3082903"/>
                </a:lnTo>
                <a:lnTo>
                  <a:pt x="614073" y="3035957"/>
                </a:lnTo>
                <a:lnTo>
                  <a:pt x="557683" y="2986504"/>
                </a:lnTo>
                <a:lnTo>
                  <a:pt x="503504" y="2934639"/>
                </a:lnTo>
                <a:lnTo>
                  <a:pt x="451639" y="2880460"/>
                </a:lnTo>
                <a:lnTo>
                  <a:pt x="402186" y="2824070"/>
                </a:lnTo>
                <a:lnTo>
                  <a:pt x="355240" y="2765576"/>
                </a:lnTo>
                <a:lnTo>
                  <a:pt x="310890" y="2705091"/>
                </a:lnTo>
                <a:lnTo>
                  <a:pt x="269221" y="2642728"/>
                </a:lnTo>
                <a:lnTo>
                  <a:pt x="230311" y="2578608"/>
                </a:lnTo>
                <a:lnTo>
                  <a:pt x="194236" y="2512851"/>
                </a:lnTo>
                <a:lnTo>
                  <a:pt x="161063" y="2445583"/>
                </a:lnTo>
                <a:lnTo>
                  <a:pt x="130856" y="2376932"/>
                </a:lnTo>
                <a:lnTo>
                  <a:pt x="103672" y="2307029"/>
                </a:lnTo>
                <a:lnTo>
                  <a:pt x="79563" y="2236006"/>
                </a:lnTo>
                <a:lnTo>
                  <a:pt x="58575" y="2164000"/>
                </a:lnTo>
                <a:lnTo>
                  <a:pt x="40748" y="2091147"/>
                </a:lnTo>
                <a:lnTo>
                  <a:pt x="26116" y="2017585"/>
                </a:lnTo>
                <a:lnTo>
                  <a:pt x="14706" y="1943455"/>
                </a:lnTo>
                <a:lnTo>
                  <a:pt x="6541" y="1868898"/>
                </a:lnTo>
                <a:lnTo>
                  <a:pt x="1636" y="1794056"/>
                </a:lnTo>
                <a:lnTo>
                  <a:pt x="0" y="1719072"/>
                </a:lnTo>
                <a:lnTo>
                  <a:pt x="210312" y="1719072"/>
                </a:lnTo>
                <a:lnTo>
                  <a:pt x="211748" y="1784883"/>
                </a:lnTo>
                <a:lnTo>
                  <a:pt x="216053" y="1850569"/>
                </a:lnTo>
                <a:lnTo>
                  <a:pt x="223219" y="1916004"/>
                </a:lnTo>
                <a:lnTo>
                  <a:pt x="233233" y="1981065"/>
                </a:lnTo>
                <a:lnTo>
                  <a:pt x="246075" y="2045627"/>
                </a:lnTo>
                <a:lnTo>
                  <a:pt x="261721" y="2109567"/>
                </a:lnTo>
                <a:lnTo>
                  <a:pt x="280142" y="2172764"/>
                </a:lnTo>
                <a:lnTo>
                  <a:pt x="301301" y="2235098"/>
                </a:lnTo>
                <a:lnTo>
                  <a:pt x="325159" y="2296449"/>
                </a:lnTo>
                <a:lnTo>
                  <a:pt x="351671" y="2356701"/>
                </a:lnTo>
                <a:lnTo>
                  <a:pt x="380785" y="2415739"/>
                </a:lnTo>
                <a:lnTo>
                  <a:pt x="412447" y="2473452"/>
                </a:lnTo>
                <a:lnTo>
                  <a:pt x="446596" y="2529728"/>
                </a:lnTo>
                <a:lnTo>
                  <a:pt x="483168" y="2584461"/>
                </a:lnTo>
                <a:lnTo>
                  <a:pt x="522092" y="2637546"/>
                </a:lnTo>
                <a:lnTo>
                  <a:pt x="563294" y="2688884"/>
                </a:lnTo>
                <a:lnTo>
                  <a:pt x="606697" y="2738375"/>
                </a:lnTo>
                <a:lnTo>
                  <a:pt x="652217" y="2785926"/>
                </a:lnTo>
                <a:lnTo>
                  <a:pt x="699768" y="2831446"/>
                </a:lnTo>
                <a:lnTo>
                  <a:pt x="749259" y="2874849"/>
                </a:lnTo>
                <a:lnTo>
                  <a:pt x="800597" y="2916051"/>
                </a:lnTo>
                <a:lnTo>
                  <a:pt x="853682" y="2954975"/>
                </a:lnTo>
                <a:lnTo>
                  <a:pt x="908415" y="2991547"/>
                </a:lnTo>
                <a:lnTo>
                  <a:pt x="964692" y="3025696"/>
                </a:lnTo>
                <a:lnTo>
                  <a:pt x="1022404" y="3057358"/>
                </a:lnTo>
                <a:lnTo>
                  <a:pt x="1081442" y="3086472"/>
                </a:lnTo>
                <a:lnTo>
                  <a:pt x="1141694" y="3112984"/>
                </a:lnTo>
                <a:lnTo>
                  <a:pt x="1203045" y="3136842"/>
                </a:lnTo>
                <a:lnTo>
                  <a:pt x="1265379" y="3158001"/>
                </a:lnTo>
                <a:lnTo>
                  <a:pt x="1328576" y="3176422"/>
                </a:lnTo>
                <a:lnTo>
                  <a:pt x="1392516" y="3192068"/>
                </a:lnTo>
                <a:lnTo>
                  <a:pt x="1457078" y="3204910"/>
                </a:lnTo>
                <a:lnTo>
                  <a:pt x="1522139" y="3214924"/>
                </a:lnTo>
                <a:lnTo>
                  <a:pt x="1587574" y="3222090"/>
                </a:lnTo>
                <a:lnTo>
                  <a:pt x="1653260" y="3226395"/>
                </a:lnTo>
                <a:lnTo>
                  <a:pt x="1719072" y="3227832"/>
                </a:lnTo>
                <a:lnTo>
                  <a:pt x="1784883" y="3226395"/>
                </a:lnTo>
                <a:lnTo>
                  <a:pt x="1850569" y="3222090"/>
                </a:lnTo>
                <a:lnTo>
                  <a:pt x="1916004" y="3214924"/>
                </a:lnTo>
                <a:lnTo>
                  <a:pt x="1981065" y="3204910"/>
                </a:lnTo>
                <a:lnTo>
                  <a:pt x="2045627" y="3192068"/>
                </a:lnTo>
                <a:lnTo>
                  <a:pt x="2109567" y="3176422"/>
                </a:lnTo>
                <a:lnTo>
                  <a:pt x="2172764" y="3158001"/>
                </a:lnTo>
                <a:lnTo>
                  <a:pt x="2235098" y="3136842"/>
                </a:lnTo>
                <a:lnTo>
                  <a:pt x="2296449" y="3112984"/>
                </a:lnTo>
                <a:lnTo>
                  <a:pt x="2356701" y="3086472"/>
                </a:lnTo>
                <a:lnTo>
                  <a:pt x="2415739" y="3057358"/>
                </a:lnTo>
                <a:lnTo>
                  <a:pt x="2473452" y="3025696"/>
                </a:lnTo>
                <a:lnTo>
                  <a:pt x="2529728" y="2991547"/>
                </a:lnTo>
                <a:lnTo>
                  <a:pt x="2584461" y="2954975"/>
                </a:lnTo>
                <a:lnTo>
                  <a:pt x="2637546" y="2916051"/>
                </a:lnTo>
                <a:lnTo>
                  <a:pt x="2688884" y="2874849"/>
                </a:lnTo>
                <a:lnTo>
                  <a:pt x="2738375" y="2831446"/>
                </a:lnTo>
                <a:lnTo>
                  <a:pt x="2785926" y="2785926"/>
                </a:lnTo>
                <a:lnTo>
                  <a:pt x="2831446" y="2738375"/>
                </a:lnTo>
                <a:lnTo>
                  <a:pt x="2874849" y="2688884"/>
                </a:lnTo>
                <a:lnTo>
                  <a:pt x="2916051" y="2637546"/>
                </a:lnTo>
                <a:lnTo>
                  <a:pt x="2954975" y="2584461"/>
                </a:lnTo>
                <a:lnTo>
                  <a:pt x="2991547" y="2529728"/>
                </a:lnTo>
                <a:lnTo>
                  <a:pt x="3025696" y="2473452"/>
                </a:lnTo>
                <a:lnTo>
                  <a:pt x="3057358" y="2415739"/>
                </a:lnTo>
                <a:lnTo>
                  <a:pt x="3086472" y="2356701"/>
                </a:lnTo>
                <a:lnTo>
                  <a:pt x="3112984" y="2296449"/>
                </a:lnTo>
                <a:lnTo>
                  <a:pt x="3136842" y="2235098"/>
                </a:lnTo>
                <a:lnTo>
                  <a:pt x="3158001" y="2172764"/>
                </a:lnTo>
                <a:lnTo>
                  <a:pt x="3176422" y="2109567"/>
                </a:lnTo>
                <a:lnTo>
                  <a:pt x="3192068" y="2045627"/>
                </a:lnTo>
                <a:lnTo>
                  <a:pt x="3204910" y="1981065"/>
                </a:lnTo>
                <a:lnTo>
                  <a:pt x="3214924" y="1916004"/>
                </a:lnTo>
                <a:lnTo>
                  <a:pt x="3222090" y="1850569"/>
                </a:lnTo>
                <a:lnTo>
                  <a:pt x="3226395" y="1784883"/>
                </a:lnTo>
                <a:lnTo>
                  <a:pt x="3227832" y="1719072"/>
                </a:lnTo>
                <a:lnTo>
                  <a:pt x="3226395" y="1653260"/>
                </a:lnTo>
                <a:lnTo>
                  <a:pt x="3222090" y="1587574"/>
                </a:lnTo>
                <a:lnTo>
                  <a:pt x="3214924" y="1522139"/>
                </a:lnTo>
                <a:lnTo>
                  <a:pt x="3204910" y="1457078"/>
                </a:lnTo>
                <a:lnTo>
                  <a:pt x="3192068" y="1392516"/>
                </a:lnTo>
                <a:lnTo>
                  <a:pt x="3176422" y="1328576"/>
                </a:lnTo>
                <a:lnTo>
                  <a:pt x="3158001" y="1265379"/>
                </a:lnTo>
                <a:lnTo>
                  <a:pt x="3136842" y="1203045"/>
                </a:lnTo>
                <a:lnTo>
                  <a:pt x="3112984" y="1141694"/>
                </a:lnTo>
                <a:lnTo>
                  <a:pt x="3086472" y="1081442"/>
                </a:lnTo>
                <a:lnTo>
                  <a:pt x="3057358" y="1022404"/>
                </a:lnTo>
                <a:lnTo>
                  <a:pt x="3025696" y="964692"/>
                </a:lnTo>
                <a:lnTo>
                  <a:pt x="2991547" y="908415"/>
                </a:lnTo>
                <a:lnTo>
                  <a:pt x="2954975" y="853682"/>
                </a:lnTo>
                <a:lnTo>
                  <a:pt x="2916051" y="800597"/>
                </a:lnTo>
                <a:lnTo>
                  <a:pt x="2874849" y="749259"/>
                </a:lnTo>
                <a:lnTo>
                  <a:pt x="2831446" y="699768"/>
                </a:lnTo>
                <a:lnTo>
                  <a:pt x="2785926" y="652217"/>
                </a:lnTo>
                <a:lnTo>
                  <a:pt x="2738375" y="606697"/>
                </a:lnTo>
                <a:lnTo>
                  <a:pt x="2688884" y="563294"/>
                </a:lnTo>
                <a:lnTo>
                  <a:pt x="2637546" y="522092"/>
                </a:lnTo>
                <a:lnTo>
                  <a:pt x="2584461" y="483168"/>
                </a:lnTo>
                <a:lnTo>
                  <a:pt x="2529728" y="446596"/>
                </a:lnTo>
                <a:lnTo>
                  <a:pt x="2473452" y="412447"/>
                </a:lnTo>
                <a:lnTo>
                  <a:pt x="2415739" y="380785"/>
                </a:lnTo>
                <a:lnTo>
                  <a:pt x="2356701" y="351671"/>
                </a:lnTo>
                <a:lnTo>
                  <a:pt x="2296449" y="325159"/>
                </a:lnTo>
                <a:lnTo>
                  <a:pt x="2235098" y="301301"/>
                </a:lnTo>
                <a:lnTo>
                  <a:pt x="2172764" y="280142"/>
                </a:lnTo>
                <a:lnTo>
                  <a:pt x="2109567" y="261721"/>
                </a:lnTo>
                <a:lnTo>
                  <a:pt x="2045627" y="246075"/>
                </a:lnTo>
                <a:lnTo>
                  <a:pt x="1981065" y="233233"/>
                </a:lnTo>
                <a:lnTo>
                  <a:pt x="1916004" y="223219"/>
                </a:lnTo>
                <a:lnTo>
                  <a:pt x="1850569" y="216053"/>
                </a:lnTo>
                <a:lnTo>
                  <a:pt x="1784883" y="211748"/>
                </a:lnTo>
                <a:lnTo>
                  <a:pt x="171907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931920" y="2167128"/>
            <a:ext cx="1719064" cy="3337464"/>
          </a:xfrm>
          <a:custGeom>
            <a:avLst/>
            <a:gdLst/>
            <a:ahLst/>
            <a:cxnLst/>
            <a:rect l="l" t="t" r="r" b="b"/>
            <a:pathLst>
              <a:path w="1719064" h="3337464">
                <a:moveTo>
                  <a:pt x="0" y="0"/>
                </a:moveTo>
                <a:lnTo>
                  <a:pt x="75122" y="1642"/>
                </a:lnTo>
                <a:lnTo>
                  <a:pt x="150101" y="6565"/>
                </a:lnTo>
                <a:lnTo>
                  <a:pt x="224793" y="14760"/>
                </a:lnTo>
                <a:lnTo>
                  <a:pt x="299056" y="26212"/>
                </a:lnTo>
                <a:lnTo>
                  <a:pt x="372747" y="40898"/>
                </a:lnTo>
                <a:lnTo>
                  <a:pt x="445726" y="58790"/>
                </a:lnTo>
                <a:lnTo>
                  <a:pt x="517854" y="79854"/>
                </a:lnTo>
                <a:lnTo>
                  <a:pt x="588992" y="104049"/>
                </a:lnTo>
                <a:lnTo>
                  <a:pt x="659005" y="131331"/>
                </a:lnTo>
                <a:lnTo>
                  <a:pt x="727759" y="161646"/>
                </a:lnTo>
                <a:lnTo>
                  <a:pt x="795122" y="194936"/>
                </a:lnTo>
                <a:lnTo>
                  <a:pt x="860966" y="231138"/>
                </a:lnTo>
                <a:lnTo>
                  <a:pt x="925166" y="270184"/>
                </a:lnTo>
                <a:lnTo>
                  <a:pt x="987597" y="311997"/>
                </a:lnTo>
                <a:lnTo>
                  <a:pt x="1048142" y="356498"/>
                </a:lnTo>
                <a:lnTo>
                  <a:pt x="1106685" y="403603"/>
                </a:lnTo>
                <a:lnTo>
                  <a:pt x="1163113" y="453221"/>
                </a:lnTo>
                <a:lnTo>
                  <a:pt x="1217318" y="505258"/>
                </a:lnTo>
                <a:lnTo>
                  <a:pt x="1269199" y="559614"/>
                </a:lnTo>
                <a:lnTo>
                  <a:pt x="1318654" y="616185"/>
                </a:lnTo>
                <a:lnTo>
                  <a:pt x="1365590" y="674863"/>
                </a:lnTo>
                <a:lnTo>
                  <a:pt x="1409916" y="735536"/>
                </a:lnTo>
                <a:lnTo>
                  <a:pt x="1451549" y="798088"/>
                </a:lnTo>
                <a:lnTo>
                  <a:pt x="1490409" y="862399"/>
                </a:lnTo>
                <a:lnTo>
                  <a:pt x="1526422" y="928348"/>
                </a:lnTo>
                <a:lnTo>
                  <a:pt x="1559518" y="995807"/>
                </a:lnTo>
                <a:lnTo>
                  <a:pt x="1589634" y="1064648"/>
                </a:lnTo>
                <a:lnTo>
                  <a:pt x="1616714" y="1134739"/>
                </a:lnTo>
                <a:lnTo>
                  <a:pt x="1640704" y="1205947"/>
                </a:lnTo>
                <a:lnTo>
                  <a:pt x="1661560" y="1278135"/>
                </a:lnTo>
                <a:lnTo>
                  <a:pt x="1679241" y="1351165"/>
                </a:lnTo>
                <a:lnTo>
                  <a:pt x="1693715" y="1424899"/>
                </a:lnTo>
                <a:lnTo>
                  <a:pt x="1704952" y="1499194"/>
                </a:lnTo>
                <a:lnTo>
                  <a:pt x="1712932" y="1573909"/>
                </a:lnTo>
                <a:lnTo>
                  <a:pt x="1717639" y="1648902"/>
                </a:lnTo>
                <a:lnTo>
                  <a:pt x="1719064" y="1724029"/>
                </a:lnTo>
                <a:lnTo>
                  <a:pt x="1717206" y="1799146"/>
                </a:lnTo>
                <a:lnTo>
                  <a:pt x="1712066" y="1874111"/>
                </a:lnTo>
                <a:lnTo>
                  <a:pt x="1703655" y="1948779"/>
                </a:lnTo>
                <a:lnTo>
                  <a:pt x="1691990" y="2023008"/>
                </a:lnTo>
                <a:lnTo>
                  <a:pt x="1677092" y="2096657"/>
                </a:lnTo>
                <a:lnTo>
                  <a:pt x="1658989" y="2169584"/>
                </a:lnTo>
                <a:lnTo>
                  <a:pt x="1637717" y="2241651"/>
                </a:lnTo>
                <a:lnTo>
                  <a:pt x="1613316" y="2312719"/>
                </a:lnTo>
                <a:lnTo>
                  <a:pt x="1585833" y="2382653"/>
                </a:lnTo>
                <a:lnTo>
                  <a:pt x="1555320" y="2451319"/>
                </a:lnTo>
                <a:lnTo>
                  <a:pt x="1521836" y="2518586"/>
                </a:lnTo>
                <a:lnTo>
                  <a:pt x="1485443" y="2584326"/>
                </a:lnTo>
                <a:lnTo>
                  <a:pt x="1446213" y="2648412"/>
                </a:lnTo>
                <a:lnTo>
                  <a:pt x="1404220" y="2710723"/>
                </a:lnTo>
                <a:lnTo>
                  <a:pt x="1359544" y="2771139"/>
                </a:lnTo>
                <a:lnTo>
                  <a:pt x="1312271" y="2829546"/>
                </a:lnTo>
                <a:lnTo>
                  <a:pt x="1262490" y="2885830"/>
                </a:lnTo>
                <a:lnTo>
                  <a:pt x="1210297" y="2939886"/>
                </a:lnTo>
                <a:lnTo>
                  <a:pt x="1155792" y="2991609"/>
                </a:lnTo>
                <a:lnTo>
                  <a:pt x="1099079" y="3040901"/>
                </a:lnTo>
                <a:lnTo>
                  <a:pt x="1040266" y="3087667"/>
                </a:lnTo>
                <a:lnTo>
                  <a:pt x="979465" y="3131819"/>
                </a:lnTo>
                <a:lnTo>
                  <a:pt x="916793" y="3173271"/>
                </a:lnTo>
                <a:lnTo>
                  <a:pt x="852370" y="3211946"/>
                </a:lnTo>
                <a:lnTo>
                  <a:pt x="786318" y="3247768"/>
                </a:lnTo>
                <a:lnTo>
                  <a:pt x="718764" y="3280669"/>
                </a:lnTo>
                <a:lnTo>
                  <a:pt x="649836" y="3310587"/>
                </a:lnTo>
                <a:lnTo>
                  <a:pt x="579667" y="3337464"/>
                </a:lnTo>
                <a:lnTo>
                  <a:pt x="508750" y="3139469"/>
                </a:lnTo>
                <a:lnTo>
                  <a:pt x="570335" y="3115880"/>
                </a:lnTo>
                <a:lnTo>
                  <a:pt x="630830" y="3089622"/>
                </a:lnTo>
                <a:lnTo>
                  <a:pt x="690119" y="3060746"/>
                </a:lnTo>
                <a:lnTo>
                  <a:pt x="748091" y="3029307"/>
                </a:lnTo>
                <a:lnTo>
                  <a:pt x="804632" y="2995364"/>
                </a:lnTo>
                <a:lnTo>
                  <a:pt x="859637" y="2958983"/>
                </a:lnTo>
                <a:lnTo>
                  <a:pt x="912999" y="2920233"/>
                </a:lnTo>
                <a:lnTo>
                  <a:pt x="964617" y="2879188"/>
                </a:lnTo>
                <a:lnTo>
                  <a:pt x="1014392" y="2835926"/>
                </a:lnTo>
                <a:lnTo>
                  <a:pt x="1062229" y="2790531"/>
                </a:lnTo>
                <a:lnTo>
                  <a:pt x="1108036" y="2743089"/>
                </a:lnTo>
                <a:lnTo>
                  <a:pt x="1151727" y="2693690"/>
                </a:lnTo>
                <a:lnTo>
                  <a:pt x="1193217" y="2642429"/>
                </a:lnTo>
                <a:lnTo>
                  <a:pt x="1232427" y="2589404"/>
                </a:lnTo>
                <a:lnTo>
                  <a:pt x="1269283" y="2534716"/>
                </a:lnTo>
                <a:lnTo>
                  <a:pt x="1303714" y="2478470"/>
                </a:lnTo>
                <a:lnTo>
                  <a:pt x="1335653" y="2420773"/>
                </a:lnTo>
                <a:lnTo>
                  <a:pt x="1365042" y="2361735"/>
                </a:lnTo>
                <a:lnTo>
                  <a:pt x="1391822" y="2301470"/>
                </a:lnTo>
                <a:lnTo>
                  <a:pt x="1415942" y="2240092"/>
                </a:lnTo>
                <a:lnTo>
                  <a:pt x="1437358" y="2177718"/>
                </a:lnTo>
                <a:lnTo>
                  <a:pt x="1456028" y="2114468"/>
                </a:lnTo>
                <a:lnTo>
                  <a:pt x="1471915" y="2050463"/>
                </a:lnTo>
                <a:lnTo>
                  <a:pt x="1484991" y="1985825"/>
                </a:lnTo>
                <a:lnTo>
                  <a:pt x="1495229" y="1920677"/>
                </a:lnTo>
                <a:lnTo>
                  <a:pt x="1502611" y="1855143"/>
                </a:lnTo>
                <a:lnTo>
                  <a:pt x="1507122" y="1789350"/>
                </a:lnTo>
                <a:lnTo>
                  <a:pt x="1508753" y="1723423"/>
                </a:lnTo>
                <a:lnTo>
                  <a:pt x="1507502" y="1657487"/>
                </a:lnTo>
                <a:lnTo>
                  <a:pt x="1503371" y="1591669"/>
                </a:lnTo>
                <a:lnTo>
                  <a:pt x="1496367" y="1526094"/>
                </a:lnTo>
                <a:lnTo>
                  <a:pt x="1486505" y="1460888"/>
                </a:lnTo>
                <a:lnTo>
                  <a:pt x="1473802" y="1396175"/>
                </a:lnTo>
                <a:lnTo>
                  <a:pt x="1458284" y="1332079"/>
                </a:lnTo>
                <a:lnTo>
                  <a:pt x="1439980" y="1268723"/>
                </a:lnTo>
                <a:lnTo>
                  <a:pt x="1418924" y="1206227"/>
                </a:lnTo>
                <a:lnTo>
                  <a:pt x="1395158" y="1144710"/>
                </a:lnTo>
                <a:lnTo>
                  <a:pt x="1368726" y="1084291"/>
                </a:lnTo>
                <a:lnTo>
                  <a:pt x="1339678" y="1025085"/>
                </a:lnTo>
                <a:lnTo>
                  <a:pt x="1308072" y="967205"/>
                </a:lnTo>
                <a:lnTo>
                  <a:pt x="1273966" y="910761"/>
                </a:lnTo>
                <a:lnTo>
                  <a:pt x="1237427" y="855862"/>
                </a:lnTo>
                <a:lnTo>
                  <a:pt x="1198523" y="802612"/>
                </a:lnTo>
                <a:lnTo>
                  <a:pt x="1157329" y="751112"/>
                </a:lnTo>
                <a:lnTo>
                  <a:pt x="1113924" y="701462"/>
                </a:lnTo>
                <a:lnTo>
                  <a:pt x="1068391" y="653757"/>
                </a:lnTo>
                <a:lnTo>
                  <a:pt x="1020817" y="608086"/>
                </a:lnTo>
                <a:lnTo>
                  <a:pt x="971292" y="564538"/>
                </a:lnTo>
                <a:lnTo>
                  <a:pt x="919912" y="523196"/>
                </a:lnTo>
                <a:lnTo>
                  <a:pt x="866774" y="484139"/>
                </a:lnTo>
                <a:lnTo>
                  <a:pt x="811980" y="447441"/>
                </a:lnTo>
                <a:lnTo>
                  <a:pt x="755635" y="413173"/>
                </a:lnTo>
                <a:lnTo>
                  <a:pt x="697846" y="381399"/>
                </a:lnTo>
                <a:lnTo>
                  <a:pt x="638724" y="352182"/>
                </a:lnTo>
                <a:lnTo>
                  <a:pt x="578382" y="325576"/>
                </a:lnTo>
                <a:lnTo>
                  <a:pt x="516934" y="301632"/>
                </a:lnTo>
                <a:lnTo>
                  <a:pt x="454499" y="280396"/>
                </a:lnTo>
                <a:lnTo>
                  <a:pt x="391196" y="261909"/>
                </a:lnTo>
                <a:lnTo>
                  <a:pt x="327145" y="246206"/>
                </a:lnTo>
                <a:lnTo>
                  <a:pt x="262469" y="233317"/>
                </a:lnTo>
                <a:lnTo>
                  <a:pt x="197292" y="223267"/>
                </a:lnTo>
                <a:lnTo>
                  <a:pt x="131737" y="216074"/>
                </a:lnTo>
                <a:lnTo>
                  <a:pt x="65931" y="211753"/>
                </a:lnTo>
                <a:lnTo>
                  <a:pt x="0" y="210312"/>
                </a:lnTo>
                <a:close/>
              </a:path>
            </a:pathLst>
          </a:cu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16712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Intimate &amp; Bodywear</a:t>
            </a:r>
          </a:p>
        </p:txBody>
      </p:sp>
      <p:sp>
        <p:nvSpPr>
          <p:cNvPr id="19" name="Freeform 18"/>
          <p:cNvSpPr/>
          <p:nvPr/>
        </p:nvSpPr>
        <p:spPr>
          <a:xfrm>
            <a:off x="2487168" y="2441448"/>
            <a:ext cx="2889504" cy="2889504"/>
          </a:xfrm>
          <a:custGeom>
            <a:avLst/>
            <a:gdLst/>
            <a:ahLst/>
            <a:cxnLst/>
            <a:rect l="l" t="t" r="r" b="b"/>
            <a:pathLst>
              <a:path w="2889504" h="2889504">
                <a:moveTo>
                  <a:pt x="1444752" y="0"/>
                </a:moveTo>
                <a:lnTo>
                  <a:pt x="1507771" y="1375"/>
                </a:lnTo>
                <a:lnTo>
                  <a:pt x="1570670" y="5497"/>
                </a:lnTo>
                <a:lnTo>
                  <a:pt x="1633329" y="12360"/>
                </a:lnTo>
                <a:lnTo>
                  <a:pt x="1695630" y="21949"/>
                </a:lnTo>
                <a:lnTo>
                  <a:pt x="1757453" y="34246"/>
                </a:lnTo>
                <a:lnTo>
                  <a:pt x="1818681" y="49228"/>
                </a:lnTo>
                <a:lnTo>
                  <a:pt x="1879197" y="66867"/>
                </a:lnTo>
                <a:lnTo>
                  <a:pt x="1938886" y="87129"/>
                </a:lnTo>
                <a:lnTo>
                  <a:pt x="1997634" y="109975"/>
                </a:lnTo>
                <a:lnTo>
                  <a:pt x="2055330" y="135362"/>
                </a:lnTo>
                <a:lnTo>
                  <a:pt x="2111864" y="163241"/>
                </a:lnTo>
                <a:lnTo>
                  <a:pt x="2167128" y="193560"/>
                </a:lnTo>
                <a:lnTo>
                  <a:pt x="2221016" y="226260"/>
                </a:lnTo>
                <a:lnTo>
                  <a:pt x="2273427" y="261280"/>
                </a:lnTo>
                <a:lnTo>
                  <a:pt x="2324261" y="298553"/>
                </a:lnTo>
                <a:lnTo>
                  <a:pt x="2373420" y="338007"/>
                </a:lnTo>
                <a:lnTo>
                  <a:pt x="2420812" y="379569"/>
                </a:lnTo>
                <a:lnTo>
                  <a:pt x="2466345" y="423158"/>
                </a:lnTo>
                <a:lnTo>
                  <a:pt x="2509934" y="468691"/>
                </a:lnTo>
                <a:lnTo>
                  <a:pt x="2551496" y="516083"/>
                </a:lnTo>
                <a:lnTo>
                  <a:pt x="2590950" y="565242"/>
                </a:lnTo>
                <a:lnTo>
                  <a:pt x="2628223" y="616076"/>
                </a:lnTo>
                <a:lnTo>
                  <a:pt x="2663243" y="668487"/>
                </a:lnTo>
                <a:lnTo>
                  <a:pt x="2695943" y="722376"/>
                </a:lnTo>
                <a:lnTo>
                  <a:pt x="2726262" y="777639"/>
                </a:lnTo>
                <a:lnTo>
                  <a:pt x="2754141" y="834173"/>
                </a:lnTo>
                <a:lnTo>
                  <a:pt x="2779528" y="891869"/>
                </a:lnTo>
                <a:lnTo>
                  <a:pt x="2802374" y="950617"/>
                </a:lnTo>
                <a:lnTo>
                  <a:pt x="2822636" y="1010306"/>
                </a:lnTo>
                <a:lnTo>
                  <a:pt x="2840275" y="1070822"/>
                </a:lnTo>
                <a:lnTo>
                  <a:pt x="2855257" y="1132050"/>
                </a:lnTo>
                <a:lnTo>
                  <a:pt x="2867554" y="1193873"/>
                </a:lnTo>
                <a:lnTo>
                  <a:pt x="2877143" y="1256174"/>
                </a:lnTo>
                <a:lnTo>
                  <a:pt x="2884006" y="1318833"/>
                </a:lnTo>
                <a:lnTo>
                  <a:pt x="2888128" y="1381732"/>
                </a:lnTo>
                <a:lnTo>
                  <a:pt x="2889504" y="1444752"/>
                </a:lnTo>
                <a:lnTo>
                  <a:pt x="2888128" y="1507771"/>
                </a:lnTo>
                <a:lnTo>
                  <a:pt x="2884006" y="1570670"/>
                </a:lnTo>
                <a:lnTo>
                  <a:pt x="2877143" y="1633329"/>
                </a:lnTo>
                <a:lnTo>
                  <a:pt x="2867554" y="1695630"/>
                </a:lnTo>
                <a:lnTo>
                  <a:pt x="2855257" y="1757453"/>
                </a:lnTo>
                <a:lnTo>
                  <a:pt x="2840275" y="1818681"/>
                </a:lnTo>
                <a:lnTo>
                  <a:pt x="2822636" y="1879197"/>
                </a:lnTo>
                <a:lnTo>
                  <a:pt x="2802374" y="1938886"/>
                </a:lnTo>
                <a:lnTo>
                  <a:pt x="2779528" y="1997634"/>
                </a:lnTo>
                <a:lnTo>
                  <a:pt x="2754141" y="2055330"/>
                </a:lnTo>
                <a:lnTo>
                  <a:pt x="2726262" y="2111864"/>
                </a:lnTo>
                <a:lnTo>
                  <a:pt x="2695943" y="2167128"/>
                </a:lnTo>
                <a:lnTo>
                  <a:pt x="2663243" y="2221016"/>
                </a:lnTo>
                <a:lnTo>
                  <a:pt x="2628223" y="2273427"/>
                </a:lnTo>
                <a:lnTo>
                  <a:pt x="2590950" y="2324261"/>
                </a:lnTo>
                <a:lnTo>
                  <a:pt x="2551496" y="2373420"/>
                </a:lnTo>
                <a:lnTo>
                  <a:pt x="2509934" y="2420812"/>
                </a:lnTo>
                <a:lnTo>
                  <a:pt x="2466345" y="2466345"/>
                </a:lnTo>
                <a:lnTo>
                  <a:pt x="2420812" y="2509934"/>
                </a:lnTo>
                <a:lnTo>
                  <a:pt x="2373420" y="2551496"/>
                </a:lnTo>
                <a:lnTo>
                  <a:pt x="2324261" y="2590950"/>
                </a:lnTo>
                <a:lnTo>
                  <a:pt x="2273427" y="2628223"/>
                </a:lnTo>
                <a:lnTo>
                  <a:pt x="2221016" y="2663243"/>
                </a:lnTo>
                <a:lnTo>
                  <a:pt x="2167128" y="2695943"/>
                </a:lnTo>
                <a:lnTo>
                  <a:pt x="2111864" y="2726262"/>
                </a:lnTo>
                <a:lnTo>
                  <a:pt x="2055330" y="2754141"/>
                </a:lnTo>
                <a:lnTo>
                  <a:pt x="1997634" y="2779528"/>
                </a:lnTo>
                <a:lnTo>
                  <a:pt x="1938886" y="2802374"/>
                </a:lnTo>
                <a:lnTo>
                  <a:pt x="1879197" y="2822636"/>
                </a:lnTo>
                <a:lnTo>
                  <a:pt x="1818681" y="2840275"/>
                </a:lnTo>
                <a:lnTo>
                  <a:pt x="1757453" y="2855257"/>
                </a:lnTo>
                <a:lnTo>
                  <a:pt x="1695630" y="2867554"/>
                </a:lnTo>
                <a:lnTo>
                  <a:pt x="1633329" y="2877143"/>
                </a:lnTo>
                <a:lnTo>
                  <a:pt x="1570670" y="2884006"/>
                </a:lnTo>
                <a:lnTo>
                  <a:pt x="1507771" y="2888128"/>
                </a:lnTo>
                <a:lnTo>
                  <a:pt x="1444752" y="2889504"/>
                </a:lnTo>
                <a:lnTo>
                  <a:pt x="1381732" y="2888128"/>
                </a:lnTo>
                <a:lnTo>
                  <a:pt x="1318833" y="2884006"/>
                </a:lnTo>
                <a:lnTo>
                  <a:pt x="1256174" y="2877143"/>
                </a:lnTo>
                <a:lnTo>
                  <a:pt x="1193873" y="2867554"/>
                </a:lnTo>
                <a:lnTo>
                  <a:pt x="1132050" y="2855257"/>
                </a:lnTo>
                <a:lnTo>
                  <a:pt x="1070822" y="2840275"/>
                </a:lnTo>
                <a:lnTo>
                  <a:pt x="1010306" y="2822636"/>
                </a:lnTo>
                <a:lnTo>
                  <a:pt x="950617" y="2802374"/>
                </a:lnTo>
                <a:lnTo>
                  <a:pt x="891869" y="2779528"/>
                </a:lnTo>
                <a:lnTo>
                  <a:pt x="834173" y="2754141"/>
                </a:lnTo>
                <a:lnTo>
                  <a:pt x="777639" y="2726262"/>
                </a:lnTo>
                <a:lnTo>
                  <a:pt x="722376" y="2695943"/>
                </a:lnTo>
                <a:lnTo>
                  <a:pt x="668487" y="2663243"/>
                </a:lnTo>
                <a:lnTo>
                  <a:pt x="616076" y="2628223"/>
                </a:lnTo>
                <a:lnTo>
                  <a:pt x="565242" y="2590950"/>
                </a:lnTo>
                <a:lnTo>
                  <a:pt x="516083" y="2551496"/>
                </a:lnTo>
                <a:lnTo>
                  <a:pt x="468691" y="2509934"/>
                </a:lnTo>
                <a:lnTo>
                  <a:pt x="423158" y="2466345"/>
                </a:lnTo>
                <a:lnTo>
                  <a:pt x="379569" y="2420812"/>
                </a:lnTo>
                <a:lnTo>
                  <a:pt x="338007" y="2373420"/>
                </a:lnTo>
                <a:lnTo>
                  <a:pt x="298553" y="2324261"/>
                </a:lnTo>
                <a:lnTo>
                  <a:pt x="261280" y="2273427"/>
                </a:lnTo>
                <a:lnTo>
                  <a:pt x="226260" y="2221016"/>
                </a:lnTo>
                <a:lnTo>
                  <a:pt x="193560" y="2167128"/>
                </a:lnTo>
                <a:lnTo>
                  <a:pt x="163241" y="2111864"/>
                </a:lnTo>
                <a:lnTo>
                  <a:pt x="135362" y="2055330"/>
                </a:lnTo>
                <a:lnTo>
                  <a:pt x="109975" y="1997634"/>
                </a:lnTo>
                <a:lnTo>
                  <a:pt x="87129" y="1938886"/>
                </a:lnTo>
                <a:lnTo>
                  <a:pt x="66867" y="1879197"/>
                </a:lnTo>
                <a:lnTo>
                  <a:pt x="49228" y="1818681"/>
                </a:lnTo>
                <a:lnTo>
                  <a:pt x="34246" y="1757453"/>
                </a:lnTo>
                <a:lnTo>
                  <a:pt x="21949" y="1695630"/>
                </a:lnTo>
                <a:lnTo>
                  <a:pt x="12360" y="1633329"/>
                </a:lnTo>
                <a:lnTo>
                  <a:pt x="5497" y="1570670"/>
                </a:lnTo>
                <a:lnTo>
                  <a:pt x="1375" y="1507771"/>
                </a:lnTo>
                <a:lnTo>
                  <a:pt x="0" y="1444752"/>
                </a:lnTo>
                <a:lnTo>
                  <a:pt x="210312" y="1444752"/>
                </a:lnTo>
                <a:lnTo>
                  <a:pt x="211486" y="1498597"/>
                </a:lnTo>
                <a:lnTo>
                  <a:pt x="215009" y="1552340"/>
                </a:lnTo>
                <a:lnTo>
                  <a:pt x="220872" y="1605878"/>
                </a:lnTo>
                <a:lnTo>
                  <a:pt x="229065" y="1659110"/>
                </a:lnTo>
                <a:lnTo>
                  <a:pt x="239573" y="1711933"/>
                </a:lnTo>
                <a:lnTo>
                  <a:pt x="252374" y="1764248"/>
                </a:lnTo>
                <a:lnTo>
                  <a:pt x="267445" y="1815955"/>
                </a:lnTo>
                <a:lnTo>
                  <a:pt x="284757" y="1866955"/>
                </a:lnTo>
                <a:lnTo>
                  <a:pt x="304278" y="1917151"/>
                </a:lnTo>
                <a:lnTo>
                  <a:pt x="325969" y="1966448"/>
                </a:lnTo>
                <a:lnTo>
                  <a:pt x="349790" y="2014752"/>
                </a:lnTo>
                <a:lnTo>
                  <a:pt x="375695" y="2061972"/>
                </a:lnTo>
                <a:lnTo>
                  <a:pt x="403635" y="2108016"/>
                </a:lnTo>
                <a:lnTo>
                  <a:pt x="433557" y="2152797"/>
                </a:lnTo>
                <a:lnTo>
                  <a:pt x="465404" y="2196231"/>
                </a:lnTo>
                <a:lnTo>
                  <a:pt x="499116" y="2238234"/>
                </a:lnTo>
                <a:lnTo>
                  <a:pt x="534627" y="2278727"/>
                </a:lnTo>
                <a:lnTo>
                  <a:pt x="571871" y="2317632"/>
                </a:lnTo>
                <a:lnTo>
                  <a:pt x="610776" y="2354876"/>
                </a:lnTo>
                <a:lnTo>
                  <a:pt x="651269" y="2390387"/>
                </a:lnTo>
                <a:lnTo>
                  <a:pt x="693272" y="2424099"/>
                </a:lnTo>
                <a:lnTo>
                  <a:pt x="736706" y="2455946"/>
                </a:lnTo>
                <a:lnTo>
                  <a:pt x="781487" y="2485868"/>
                </a:lnTo>
                <a:lnTo>
                  <a:pt x="827532" y="2513808"/>
                </a:lnTo>
                <a:lnTo>
                  <a:pt x="874751" y="2539713"/>
                </a:lnTo>
                <a:lnTo>
                  <a:pt x="923055" y="2563534"/>
                </a:lnTo>
                <a:lnTo>
                  <a:pt x="972352" y="2585225"/>
                </a:lnTo>
                <a:lnTo>
                  <a:pt x="1022548" y="2604746"/>
                </a:lnTo>
                <a:lnTo>
                  <a:pt x="1073548" y="2622058"/>
                </a:lnTo>
                <a:lnTo>
                  <a:pt x="1125255" y="2637129"/>
                </a:lnTo>
                <a:lnTo>
                  <a:pt x="1177570" y="2649930"/>
                </a:lnTo>
                <a:lnTo>
                  <a:pt x="1230393" y="2660438"/>
                </a:lnTo>
                <a:lnTo>
                  <a:pt x="1283625" y="2668631"/>
                </a:lnTo>
                <a:lnTo>
                  <a:pt x="1337163" y="2674494"/>
                </a:lnTo>
                <a:lnTo>
                  <a:pt x="1390906" y="2678017"/>
                </a:lnTo>
                <a:lnTo>
                  <a:pt x="1444752" y="2679192"/>
                </a:lnTo>
                <a:lnTo>
                  <a:pt x="1498597" y="2678017"/>
                </a:lnTo>
                <a:lnTo>
                  <a:pt x="1552340" y="2674494"/>
                </a:lnTo>
                <a:lnTo>
                  <a:pt x="1605878" y="2668631"/>
                </a:lnTo>
                <a:lnTo>
                  <a:pt x="1659110" y="2660438"/>
                </a:lnTo>
                <a:lnTo>
                  <a:pt x="1711933" y="2649930"/>
                </a:lnTo>
                <a:lnTo>
                  <a:pt x="1764248" y="2637129"/>
                </a:lnTo>
                <a:lnTo>
                  <a:pt x="1815955" y="2622058"/>
                </a:lnTo>
                <a:lnTo>
                  <a:pt x="1866955" y="2604746"/>
                </a:lnTo>
                <a:lnTo>
                  <a:pt x="1917151" y="2585225"/>
                </a:lnTo>
                <a:lnTo>
                  <a:pt x="1966448" y="2563534"/>
                </a:lnTo>
                <a:lnTo>
                  <a:pt x="2014752" y="2539713"/>
                </a:lnTo>
                <a:lnTo>
                  <a:pt x="2061972" y="2513808"/>
                </a:lnTo>
                <a:lnTo>
                  <a:pt x="2108016" y="2485868"/>
                </a:lnTo>
                <a:lnTo>
                  <a:pt x="2152797" y="2455946"/>
                </a:lnTo>
                <a:lnTo>
                  <a:pt x="2196231" y="2424099"/>
                </a:lnTo>
                <a:lnTo>
                  <a:pt x="2238234" y="2390387"/>
                </a:lnTo>
                <a:lnTo>
                  <a:pt x="2278727" y="2354876"/>
                </a:lnTo>
                <a:lnTo>
                  <a:pt x="2317632" y="2317632"/>
                </a:lnTo>
                <a:lnTo>
                  <a:pt x="2354876" y="2278727"/>
                </a:lnTo>
                <a:lnTo>
                  <a:pt x="2390387" y="2238234"/>
                </a:lnTo>
                <a:lnTo>
                  <a:pt x="2424099" y="2196231"/>
                </a:lnTo>
                <a:lnTo>
                  <a:pt x="2455946" y="2152797"/>
                </a:lnTo>
                <a:lnTo>
                  <a:pt x="2485868" y="2108016"/>
                </a:lnTo>
                <a:lnTo>
                  <a:pt x="2513808" y="2061972"/>
                </a:lnTo>
                <a:lnTo>
                  <a:pt x="2539713" y="2014752"/>
                </a:lnTo>
                <a:lnTo>
                  <a:pt x="2563534" y="1966448"/>
                </a:lnTo>
                <a:lnTo>
                  <a:pt x="2585225" y="1917151"/>
                </a:lnTo>
                <a:lnTo>
                  <a:pt x="2604746" y="1866955"/>
                </a:lnTo>
                <a:lnTo>
                  <a:pt x="2622058" y="1815955"/>
                </a:lnTo>
                <a:lnTo>
                  <a:pt x="2637129" y="1764248"/>
                </a:lnTo>
                <a:lnTo>
                  <a:pt x="2649930" y="1711933"/>
                </a:lnTo>
                <a:lnTo>
                  <a:pt x="2660438" y="1659110"/>
                </a:lnTo>
                <a:lnTo>
                  <a:pt x="2668631" y="1605878"/>
                </a:lnTo>
                <a:lnTo>
                  <a:pt x="2674494" y="1552340"/>
                </a:lnTo>
                <a:lnTo>
                  <a:pt x="2678017" y="1498597"/>
                </a:lnTo>
                <a:lnTo>
                  <a:pt x="2679192" y="1444752"/>
                </a:lnTo>
                <a:lnTo>
                  <a:pt x="2678017" y="1390906"/>
                </a:lnTo>
                <a:lnTo>
                  <a:pt x="2674494" y="1337163"/>
                </a:lnTo>
                <a:lnTo>
                  <a:pt x="2668631" y="1283625"/>
                </a:lnTo>
                <a:lnTo>
                  <a:pt x="2660438" y="1230393"/>
                </a:lnTo>
                <a:lnTo>
                  <a:pt x="2649930" y="1177570"/>
                </a:lnTo>
                <a:lnTo>
                  <a:pt x="2637129" y="1125255"/>
                </a:lnTo>
                <a:lnTo>
                  <a:pt x="2622058" y="1073548"/>
                </a:lnTo>
                <a:lnTo>
                  <a:pt x="2604746" y="1022548"/>
                </a:lnTo>
                <a:lnTo>
                  <a:pt x="2585225" y="972352"/>
                </a:lnTo>
                <a:lnTo>
                  <a:pt x="2563534" y="923055"/>
                </a:lnTo>
                <a:lnTo>
                  <a:pt x="2539713" y="874751"/>
                </a:lnTo>
                <a:lnTo>
                  <a:pt x="2513808" y="827532"/>
                </a:lnTo>
                <a:lnTo>
                  <a:pt x="2485868" y="781487"/>
                </a:lnTo>
                <a:lnTo>
                  <a:pt x="2455946" y="736706"/>
                </a:lnTo>
                <a:lnTo>
                  <a:pt x="2424099" y="693272"/>
                </a:lnTo>
                <a:lnTo>
                  <a:pt x="2390387" y="651269"/>
                </a:lnTo>
                <a:lnTo>
                  <a:pt x="2354876" y="610776"/>
                </a:lnTo>
                <a:lnTo>
                  <a:pt x="2317632" y="571871"/>
                </a:lnTo>
                <a:lnTo>
                  <a:pt x="2278727" y="534627"/>
                </a:lnTo>
                <a:lnTo>
                  <a:pt x="2238234" y="499116"/>
                </a:lnTo>
                <a:lnTo>
                  <a:pt x="2196231" y="465404"/>
                </a:lnTo>
                <a:lnTo>
                  <a:pt x="2152797" y="433557"/>
                </a:lnTo>
                <a:lnTo>
                  <a:pt x="2108016" y="403635"/>
                </a:lnTo>
                <a:lnTo>
                  <a:pt x="2061972" y="375695"/>
                </a:lnTo>
                <a:lnTo>
                  <a:pt x="2014752" y="349790"/>
                </a:lnTo>
                <a:lnTo>
                  <a:pt x="1966448" y="325969"/>
                </a:lnTo>
                <a:lnTo>
                  <a:pt x="1917151" y="304278"/>
                </a:lnTo>
                <a:lnTo>
                  <a:pt x="1866955" y="284757"/>
                </a:lnTo>
                <a:lnTo>
                  <a:pt x="1815955" y="267445"/>
                </a:lnTo>
                <a:lnTo>
                  <a:pt x="1764248" y="252374"/>
                </a:lnTo>
                <a:lnTo>
                  <a:pt x="1711933" y="239573"/>
                </a:lnTo>
                <a:lnTo>
                  <a:pt x="1659110" y="229065"/>
                </a:lnTo>
                <a:lnTo>
                  <a:pt x="1605878" y="220872"/>
                </a:lnTo>
                <a:lnTo>
                  <a:pt x="1552340" y="215009"/>
                </a:lnTo>
                <a:lnTo>
                  <a:pt x="1498597" y="211486"/>
                </a:lnTo>
                <a:lnTo>
                  <a:pt x="144475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931920" y="2441448"/>
            <a:ext cx="1444734" cy="2558653"/>
          </a:xfrm>
          <a:custGeom>
            <a:avLst/>
            <a:gdLst/>
            <a:ahLst/>
            <a:cxnLst/>
            <a:rect l="l" t="t" r="r" b="b"/>
            <a:pathLst>
              <a:path w="1444734" h="2558653">
                <a:moveTo>
                  <a:pt x="0" y="0"/>
                </a:moveTo>
                <a:lnTo>
                  <a:pt x="63218" y="1383"/>
                </a:lnTo>
                <a:lnTo>
                  <a:pt x="126316" y="5532"/>
                </a:lnTo>
                <a:lnTo>
                  <a:pt x="189172" y="12438"/>
                </a:lnTo>
                <a:lnTo>
                  <a:pt x="251665" y="22088"/>
                </a:lnTo>
                <a:lnTo>
                  <a:pt x="313676" y="34462"/>
                </a:lnTo>
                <a:lnTo>
                  <a:pt x="375086" y="49539"/>
                </a:lnTo>
                <a:lnTo>
                  <a:pt x="435778" y="67288"/>
                </a:lnTo>
                <a:lnTo>
                  <a:pt x="495635" y="87676"/>
                </a:lnTo>
                <a:lnTo>
                  <a:pt x="554543" y="110664"/>
                </a:lnTo>
                <a:lnTo>
                  <a:pt x="612388" y="136207"/>
                </a:lnTo>
                <a:lnTo>
                  <a:pt x="669060" y="164257"/>
                </a:lnTo>
                <a:lnTo>
                  <a:pt x="724451" y="194760"/>
                </a:lnTo>
                <a:lnTo>
                  <a:pt x="778453" y="227657"/>
                </a:lnTo>
                <a:lnTo>
                  <a:pt x="830965" y="262886"/>
                </a:lnTo>
                <a:lnTo>
                  <a:pt x="881884" y="300379"/>
                </a:lnTo>
                <a:lnTo>
                  <a:pt x="931114" y="340064"/>
                </a:lnTo>
                <a:lnTo>
                  <a:pt x="978561" y="381866"/>
                </a:lnTo>
                <a:lnTo>
                  <a:pt x="1024133" y="425703"/>
                </a:lnTo>
                <a:lnTo>
                  <a:pt x="1067743" y="471493"/>
                </a:lnTo>
                <a:lnTo>
                  <a:pt x="1109308" y="519147"/>
                </a:lnTo>
                <a:lnTo>
                  <a:pt x="1148747" y="568574"/>
                </a:lnTo>
                <a:lnTo>
                  <a:pt x="1185986" y="619680"/>
                </a:lnTo>
                <a:lnTo>
                  <a:pt x="1220953" y="672366"/>
                </a:lnTo>
                <a:lnTo>
                  <a:pt x="1253582" y="726531"/>
                </a:lnTo>
                <a:lnTo>
                  <a:pt x="1283809" y="782073"/>
                </a:lnTo>
                <a:lnTo>
                  <a:pt x="1311576" y="838884"/>
                </a:lnTo>
                <a:lnTo>
                  <a:pt x="1336831" y="896856"/>
                </a:lnTo>
                <a:lnTo>
                  <a:pt x="1359525" y="955877"/>
                </a:lnTo>
                <a:lnTo>
                  <a:pt x="1379615" y="1015835"/>
                </a:lnTo>
                <a:lnTo>
                  <a:pt x="1397062" y="1076614"/>
                </a:lnTo>
                <a:lnTo>
                  <a:pt x="1411832" y="1138099"/>
                </a:lnTo>
                <a:lnTo>
                  <a:pt x="1423899" y="1200171"/>
                </a:lnTo>
                <a:lnTo>
                  <a:pt x="1433237" y="1262711"/>
                </a:lnTo>
                <a:lnTo>
                  <a:pt x="1439830" y="1325601"/>
                </a:lnTo>
                <a:lnTo>
                  <a:pt x="1443664" y="1388718"/>
                </a:lnTo>
                <a:lnTo>
                  <a:pt x="1444734" y="1451943"/>
                </a:lnTo>
                <a:lnTo>
                  <a:pt x="1443035" y="1515154"/>
                </a:lnTo>
                <a:lnTo>
                  <a:pt x="1438572" y="1578230"/>
                </a:lnTo>
                <a:lnTo>
                  <a:pt x="1431354" y="1641051"/>
                </a:lnTo>
                <a:lnTo>
                  <a:pt x="1421393" y="1703495"/>
                </a:lnTo>
                <a:lnTo>
                  <a:pt x="1408710" y="1765444"/>
                </a:lnTo>
                <a:lnTo>
                  <a:pt x="1393328" y="1826779"/>
                </a:lnTo>
                <a:lnTo>
                  <a:pt x="1375277" y="1887381"/>
                </a:lnTo>
                <a:lnTo>
                  <a:pt x="1354591" y="1947136"/>
                </a:lnTo>
                <a:lnTo>
                  <a:pt x="1331310" y="2005929"/>
                </a:lnTo>
                <a:lnTo>
                  <a:pt x="1305480" y="2063646"/>
                </a:lnTo>
                <a:lnTo>
                  <a:pt x="1277148" y="2120178"/>
                </a:lnTo>
                <a:lnTo>
                  <a:pt x="1246370" y="2175416"/>
                </a:lnTo>
                <a:lnTo>
                  <a:pt x="1213204" y="2229254"/>
                </a:lnTo>
                <a:lnTo>
                  <a:pt x="1177714" y="2281589"/>
                </a:lnTo>
                <a:lnTo>
                  <a:pt x="1139968" y="2332322"/>
                </a:lnTo>
                <a:lnTo>
                  <a:pt x="1100038" y="2381354"/>
                </a:lnTo>
                <a:lnTo>
                  <a:pt x="1058001" y="2428591"/>
                </a:lnTo>
                <a:lnTo>
                  <a:pt x="1013937" y="2473945"/>
                </a:lnTo>
                <a:lnTo>
                  <a:pt x="967931" y="2517326"/>
                </a:lnTo>
                <a:lnTo>
                  <a:pt x="920071" y="2558653"/>
                </a:lnTo>
                <a:lnTo>
                  <a:pt x="786136" y="2396503"/>
                </a:lnTo>
                <a:lnTo>
                  <a:pt x="827030" y="2361192"/>
                </a:lnTo>
                <a:lnTo>
                  <a:pt x="866339" y="2324125"/>
                </a:lnTo>
                <a:lnTo>
                  <a:pt x="903988" y="2285374"/>
                </a:lnTo>
                <a:lnTo>
                  <a:pt x="939906" y="2245013"/>
                </a:lnTo>
                <a:lnTo>
                  <a:pt x="974023" y="2203118"/>
                </a:lnTo>
                <a:lnTo>
                  <a:pt x="1006274" y="2159771"/>
                </a:lnTo>
                <a:lnTo>
                  <a:pt x="1036598" y="2115054"/>
                </a:lnTo>
                <a:lnTo>
                  <a:pt x="1064936" y="2069053"/>
                </a:lnTo>
                <a:lnTo>
                  <a:pt x="1091234" y="2021856"/>
                </a:lnTo>
                <a:lnTo>
                  <a:pt x="1115441" y="1973554"/>
                </a:lnTo>
                <a:lnTo>
                  <a:pt x="1137512" y="1924238"/>
                </a:lnTo>
                <a:lnTo>
                  <a:pt x="1157404" y="1874004"/>
                </a:lnTo>
                <a:lnTo>
                  <a:pt x="1175078" y="1822948"/>
                </a:lnTo>
                <a:lnTo>
                  <a:pt x="1190501" y="1771167"/>
                </a:lnTo>
                <a:lnTo>
                  <a:pt x="1203644" y="1718761"/>
                </a:lnTo>
                <a:lnTo>
                  <a:pt x="1214481" y="1665830"/>
                </a:lnTo>
                <a:lnTo>
                  <a:pt x="1222992" y="1612476"/>
                </a:lnTo>
                <a:lnTo>
                  <a:pt x="1229160" y="1558800"/>
                </a:lnTo>
                <a:lnTo>
                  <a:pt x="1232973" y="1504906"/>
                </a:lnTo>
                <a:lnTo>
                  <a:pt x="1234424" y="1450896"/>
                </a:lnTo>
                <a:lnTo>
                  <a:pt x="1233511" y="1396875"/>
                </a:lnTo>
                <a:lnTo>
                  <a:pt x="1230234" y="1342945"/>
                </a:lnTo>
                <a:lnTo>
                  <a:pt x="1224601" y="1289211"/>
                </a:lnTo>
                <a:lnTo>
                  <a:pt x="1216622" y="1235774"/>
                </a:lnTo>
                <a:lnTo>
                  <a:pt x="1206312" y="1182738"/>
                </a:lnTo>
                <a:lnTo>
                  <a:pt x="1193692" y="1130204"/>
                </a:lnTo>
                <a:lnTo>
                  <a:pt x="1178785" y="1078272"/>
                </a:lnTo>
                <a:lnTo>
                  <a:pt x="1161620" y="1027042"/>
                </a:lnTo>
                <a:lnTo>
                  <a:pt x="1142229" y="976613"/>
                </a:lnTo>
                <a:lnTo>
                  <a:pt x="1120650" y="927080"/>
                </a:lnTo>
                <a:lnTo>
                  <a:pt x="1096925" y="878539"/>
                </a:lnTo>
                <a:lnTo>
                  <a:pt x="1071098" y="831083"/>
                </a:lnTo>
                <a:lnTo>
                  <a:pt x="1043220" y="784802"/>
                </a:lnTo>
                <a:lnTo>
                  <a:pt x="1013343" y="739785"/>
                </a:lnTo>
                <a:lnTo>
                  <a:pt x="981524" y="696119"/>
                </a:lnTo>
                <a:lnTo>
                  <a:pt x="947826" y="653887"/>
                </a:lnTo>
                <a:lnTo>
                  <a:pt x="912312" y="613170"/>
                </a:lnTo>
                <a:lnTo>
                  <a:pt x="875050" y="574046"/>
                </a:lnTo>
                <a:lnTo>
                  <a:pt x="836112" y="536590"/>
                </a:lnTo>
                <a:lnTo>
                  <a:pt x="795572" y="500873"/>
                </a:lnTo>
                <a:lnTo>
                  <a:pt x="753509" y="466965"/>
                </a:lnTo>
                <a:lnTo>
                  <a:pt x="710001" y="434930"/>
                </a:lnTo>
                <a:lnTo>
                  <a:pt x="665134" y="404829"/>
                </a:lnTo>
                <a:lnTo>
                  <a:pt x="618992" y="376721"/>
                </a:lnTo>
                <a:lnTo>
                  <a:pt x="571665" y="350658"/>
                </a:lnTo>
                <a:lnTo>
                  <a:pt x="523243" y="326691"/>
                </a:lnTo>
                <a:lnTo>
                  <a:pt x="473818" y="304866"/>
                </a:lnTo>
                <a:lnTo>
                  <a:pt x="423486" y="285225"/>
                </a:lnTo>
                <a:lnTo>
                  <a:pt x="372342" y="267805"/>
                </a:lnTo>
                <a:lnTo>
                  <a:pt x="320485" y="252639"/>
                </a:lnTo>
                <a:lnTo>
                  <a:pt x="268014" y="239758"/>
                </a:lnTo>
                <a:lnTo>
                  <a:pt x="215030" y="229184"/>
                </a:lnTo>
                <a:lnTo>
                  <a:pt x="161634" y="220939"/>
                </a:lnTo>
                <a:lnTo>
                  <a:pt x="107928" y="215039"/>
                </a:lnTo>
                <a:lnTo>
                  <a:pt x="54016" y="211494"/>
                </a:lnTo>
                <a:lnTo>
                  <a:pt x="0" y="210312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44144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Industrial &amp; Technical Applic…</a:t>
            </a:r>
          </a:p>
        </p:txBody>
      </p:sp>
      <p:sp>
        <p:nvSpPr>
          <p:cNvPr id="22" name="Freeform 21"/>
          <p:cNvSpPr/>
          <p:nvPr/>
        </p:nvSpPr>
        <p:spPr>
          <a:xfrm>
            <a:off x="2761488" y="2715768"/>
            <a:ext cx="2340864" cy="2340864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1170432" y="0"/>
                </a:moveTo>
                <a:lnTo>
                  <a:pt x="1221485" y="1113"/>
                </a:lnTo>
                <a:lnTo>
                  <a:pt x="1272441" y="4453"/>
                </a:lnTo>
                <a:lnTo>
                  <a:pt x="1323204" y="10013"/>
                </a:lnTo>
                <a:lnTo>
                  <a:pt x="1373675" y="17781"/>
                </a:lnTo>
                <a:lnTo>
                  <a:pt x="1423759" y="27743"/>
                </a:lnTo>
                <a:lnTo>
                  <a:pt x="1473362" y="39881"/>
                </a:lnTo>
                <a:lnTo>
                  <a:pt x="1522387" y="54171"/>
                </a:lnTo>
                <a:lnTo>
                  <a:pt x="1570743" y="70585"/>
                </a:lnTo>
                <a:lnTo>
                  <a:pt x="1618336" y="89093"/>
                </a:lnTo>
                <a:lnTo>
                  <a:pt x="1665077" y="109660"/>
                </a:lnTo>
                <a:lnTo>
                  <a:pt x="1710877" y="132246"/>
                </a:lnTo>
                <a:lnTo>
                  <a:pt x="1755648" y="156808"/>
                </a:lnTo>
                <a:lnTo>
                  <a:pt x="1799304" y="183299"/>
                </a:lnTo>
                <a:lnTo>
                  <a:pt x="1841764" y="211670"/>
                </a:lnTo>
                <a:lnTo>
                  <a:pt x="1882945" y="241865"/>
                </a:lnTo>
                <a:lnTo>
                  <a:pt x="1922771" y="273829"/>
                </a:lnTo>
                <a:lnTo>
                  <a:pt x="1961164" y="307499"/>
                </a:lnTo>
                <a:lnTo>
                  <a:pt x="1998052" y="342811"/>
                </a:lnTo>
                <a:lnTo>
                  <a:pt x="2033364" y="379699"/>
                </a:lnTo>
                <a:lnTo>
                  <a:pt x="2067034" y="418092"/>
                </a:lnTo>
                <a:lnTo>
                  <a:pt x="2098998" y="457918"/>
                </a:lnTo>
                <a:lnTo>
                  <a:pt x="2129193" y="499099"/>
                </a:lnTo>
                <a:lnTo>
                  <a:pt x="2157564" y="541559"/>
                </a:lnTo>
                <a:lnTo>
                  <a:pt x="2184055" y="585216"/>
                </a:lnTo>
                <a:lnTo>
                  <a:pt x="2208617" y="629986"/>
                </a:lnTo>
                <a:lnTo>
                  <a:pt x="2231203" y="675786"/>
                </a:lnTo>
                <a:lnTo>
                  <a:pt x="2251770" y="722527"/>
                </a:lnTo>
                <a:lnTo>
                  <a:pt x="2270278" y="770120"/>
                </a:lnTo>
                <a:lnTo>
                  <a:pt x="2286692" y="818476"/>
                </a:lnTo>
                <a:lnTo>
                  <a:pt x="2300982" y="867501"/>
                </a:lnTo>
                <a:lnTo>
                  <a:pt x="2313120" y="917104"/>
                </a:lnTo>
                <a:lnTo>
                  <a:pt x="2323082" y="967188"/>
                </a:lnTo>
                <a:lnTo>
                  <a:pt x="2330850" y="1017659"/>
                </a:lnTo>
                <a:lnTo>
                  <a:pt x="2336410" y="1068422"/>
                </a:lnTo>
                <a:lnTo>
                  <a:pt x="2339750" y="1119378"/>
                </a:lnTo>
                <a:lnTo>
                  <a:pt x="2340864" y="1170432"/>
                </a:lnTo>
                <a:lnTo>
                  <a:pt x="2339750" y="1221485"/>
                </a:lnTo>
                <a:lnTo>
                  <a:pt x="2336410" y="1272441"/>
                </a:lnTo>
                <a:lnTo>
                  <a:pt x="2330850" y="1323204"/>
                </a:lnTo>
                <a:lnTo>
                  <a:pt x="2323082" y="1373675"/>
                </a:lnTo>
                <a:lnTo>
                  <a:pt x="2313120" y="1423759"/>
                </a:lnTo>
                <a:lnTo>
                  <a:pt x="2300982" y="1473362"/>
                </a:lnTo>
                <a:lnTo>
                  <a:pt x="2286692" y="1522387"/>
                </a:lnTo>
                <a:lnTo>
                  <a:pt x="2270278" y="1570743"/>
                </a:lnTo>
                <a:lnTo>
                  <a:pt x="2251770" y="1618336"/>
                </a:lnTo>
                <a:lnTo>
                  <a:pt x="2231203" y="1665077"/>
                </a:lnTo>
                <a:lnTo>
                  <a:pt x="2208617" y="1710877"/>
                </a:lnTo>
                <a:lnTo>
                  <a:pt x="2184055" y="1755648"/>
                </a:lnTo>
                <a:lnTo>
                  <a:pt x="2157564" y="1799304"/>
                </a:lnTo>
                <a:lnTo>
                  <a:pt x="2129193" y="1841764"/>
                </a:lnTo>
                <a:lnTo>
                  <a:pt x="2098998" y="1882945"/>
                </a:lnTo>
                <a:lnTo>
                  <a:pt x="2067034" y="1922771"/>
                </a:lnTo>
                <a:lnTo>
                  <a:pt x="2033364" y="1961164"/>
                </a:lnTo>
                <a:lnTo>
                  <a:pt x="1998052" y="1998052"/>
                </a:lnTo>
                <a:lnTo>
                  <a:pt x="1961164" y="2033364"/>
                </a:lnTo>
                <a:lnTo>
                  <a:pt x="1922771" y="2067034"/>
                </a:lnTo>
                <a:lnTo>
                  <a:pt x="1882945" y="2098998"/>
                </a:lnTo>
                <a:lnTo>
                  <a:pt x="1841764" y="2129193"/>
                </a:lnTo>
                <a:lnTo>
                  <a:pt x="1799304" y="2157564"/>
                </a:lnTo>
                <a:lnTo>
                  <a:pt x="1755648" y="2184055"/>
                </a:lnTo>
                <a:lnTo>
                  <a:pt x="1710877" y="2208617"/>
                </a:lnTo>
                <a:lnTo>
                  <a:pt x="1665077" y="2231203"/>
                </a:lnTo>
                <a:lnTo>
                  <a:pt x="1618336" y="2251770"/>
                </a:lnTo>
                <a:lnTo>
                  <a:pt x="1570743" y="2270278"/>
                </a:lnTo>
                <a:lnTo>
                  <a:pt x="1522387" y="2286692"/>
                </a:lnTo>
                <a:lnTo>
                  <a:pt x="1473362" y="2300982"/>
                </a:lnTo>
                <a:lnTo>
                  <a:pt x="1423759" y="2313120"/>
                </a:lnTo>
                <a:lnTo>
                  <a:pt x="1373675" y="2323082"/>
                </a:lnTo>
                <a:lnTo>
                  <a:pt x="1323204" y="2330850"/>
                </a:lnTo>
                <a:lnTo>
                  <a:pt x="1272441" y="2336410"/>
                </a:lnTo>
                <a:lnTo>
                  <a:pt x="1221485" y="2339750"/>
                </a:lnTo>
                <a:lnTo>
                  <a:pt x="1170432" y="2340864"/>
                </a:lnTo>
                <a:lnTo>
                  <a:pt x="1119378" y="2339750"/>
                </a:lnTo>
                <a:lnTo>
                  <a:pt x="1068422" y="2336410"/>
                </a:lnTo>
                <a:lnTo>
                  <a:pt x="1017659" y="2330850"/>
                </a:lnTo>
                <a:lnTo>
                  <a:pt x="967188" y="2323082"/>
                </a:lnTo>
                <a:lnTo>
                  <a:pt x="917104" y="2313120"/>
                </a:lnTo>
                <a:lnTo>
                  <a:pt x="867501" y="2300982"/>
                </a:lnTo>
                <a:lnTo>
                  <a:pt x="818476" y="2286692"/>
                </a:lnTo>
                <a:lnTo>
                  <a:pt x="770120" y="2270278"/>
                </a:lnTo>
                <a:lnTo>
                  <a:pt x="722527" y="2251770"/>
                </a:lnTo>
                <a:lnTo>
                  <a:pt x="675786" y="2231203"/>
                </a:lnTo>
                <a:lnTo>
                  <a:pt x="629986" y="2208617"/>
                </a:lnTo>
                <a:lnTo>
                  <a:pt x="585216" y="2184055"/>
                </a:lnTo>
                <a:lnTo>
                  <a:pt x="541559" y="2157564"/>
                </a:lnTo>
                <a:lnTo>
                  <a:pt x="499099" y="2129193"/>
                </a:lnTo>
                <a:lnTo>
                  <a:pt x="457918" y="2098998"/>
                </a:lnTo>
                <a:lnTo>
                  <a:pt x="418092" y="2067034"/>
                </a:lnTo>
                <a:lnTo>
                  <a:pt x="379699" y="2033364"/>
                </a:lnTo>
                <a:lnTo>
                  <a:pt x="342811" y="1998052"/>
                </a:lnTo>
                <a:lnTo>
                  <a:pt x="307499" y="1961164"/>
                </a:lnTo>
                <a:lnTo>
                  <a:pt x="273829" y="1922771"/>
                </a:lnTo>
                <a:lnTo>
                  <a:pt x="241865" y="1882945"/>
                </a:lnTo>
                <a:lnTo>
                  <a:pt x="211670" y="1841764"/>
                </a:lnTo>
                <a:lnTo>
                  <a:pt x="183299" y="1799304"/>
                </a:lnTo>
                <a:lnTo>
                  <a:pt x="156808" y="1755648"/>
                </a:lnTo>
                <a:lnTo>
                  <a:pt x="132246" y="1710877"/>
                </a:lnTo>
                <a:lnTo>
                  <a:pt x="109660" y="1665077"/>
                </a:lnTo>
                <a:lnTo>
                  <a:pt x="89093" y="1618336"/>
                </a:lnTo>
                <a:lnTo>
                  <a:pt x="70585" y="1570743"/>
                </a:lnTo>
                <a:lnTo>
                  <a:pt x="54171" y="1522387"/>
                </a:lnTo>
                <a:lnTo>
                  <a:pt x="39881" y="1473362"/>
                </a:lnTo>
                <a:lnTo>
                  <a:pt x="27743" y="1423759"/>
                </a:lnTo>
                <a:lnTo>
                  <a:pt x="17781" y="1373675"/>
                </a:lnTo>
                <a:lnTo>
                  <a:pt x="10013" y="1323204"/>
                </a:lnTo>
                <a:lnTo>
                  <a:pt x="4453" y="1272441"/>
                </a:lnTo>
                <a:lnTo>
                  <a:pt x="1113" y="1221485"/>
                </a:lnTo>
                <a:lnTo>
                  <a:pt x="0" y="1170432"/>
                </a:lnTo>
                <a:lnTo>
                  <a:pt x="210312" y="1170432"/>
                </a:lnTo>
                <a:lnTo>
                  <a:pt x="211225" y="1212311"/>
                </a:lnTo>
                <a:lnTo>
                  <a:pt x="213965" y="1254111"/>
                </a:lnTo>
                <a:lnTo>
                  <a:pt x="218525" y="1295752"/>
                </a:lnTo>
                <a:lnTo>
                  <a:pt x="224898" y="1337155"/>
                </a:lnTo>
                <a:lnTo>
                  <a:pt x="233070" y="1378240"/>
                </a:lnTo>
                <a:lnTo>
                  <a:pt x="243027" y="1418929"/>
                </a:lnTo>
                <a:lnTo>
                  <a:pt x="254749" y="1459145"/>
                </a:lnTo>
                <a:lnTo>
                  <a:pt x="268214" y="1498812"/>
                </a:lnTo>
                <a:lnTo>
                  <a:pt x="283396" y="1537854"/>
                </a:lnTo>
                <a:lnTo>
                  <a:pt x="300267" y="1576196"/>
                </a:lnTo>
                <a:lnTo>
                  <a:pt x="318795" y="1613766"/>
                </a:lnTo>
                <a:lnTo>
                  <a:pt x="338943" y="1650492"/>
                </a:lnTo>
                <a:lnTo>
                  <a:pt x="360675" y="1686304"/>
                </a:lnTo>
                <a:lnTo>
                  <a:pt x="383947" y="1721134"/>
                </a:lnTo>
                <a:lnTo>
                  <a:pt x="408717" y="1754916"/>
                </a:lnTo>
                <a:lnTo>
                  <a:pt x="434937" y="1787585"/>
                </a:lnTo>
                <a:lnTo>
                  <a:pt x="462557" y="1819079"/>
                </a:lnTo>
                <a:lnTo>
                  <a:pt x="491524" y="1849339"/>
                </a:lnTo>
                <a:lnTo>
                  <a:pt x="521784" y="1878306"/>
                </a:lnTo>
                <a:lnTo>
                  <a:pt x="553278" y="1905926"/>
                </a:lnTo>
                <a:lnTo>
                  <a:pt x="585947" y="1932146"/>
                </a:lnTo>
                <a:lnTo>
                  <a:pt x="619729" y="1956916"/>
                </a:lnTo>
                <a:lnTo>
                  <a:pt x="654559" y="1980188"/>
                </a:lnTo>
                <a:lnTo>
                  <a:pt x="690372" y="2001920"/>
                </a:lnTo>
                <a:lnTo>
                  <a:pt x="727097" y="2022068"/>
                </a:lnTo>
                <a:lnTo>
                  <a:pt x="764667" y="2040596"/>
                </a:lnTo>
                <a:lnTo>
                  <a:pt x="803009" y="2057467"/>
                </a:lnTo>
                <a:lnTo>
                  <a:pt x="842051" y="2072649"/>
                </a:lnTo>
                <a:lnTo>
                  <a:pt x="881718" y="2086114"/>
                </a:lnTo>
                <a:lnTo>
                  <a:pt x="921934" y="2097836"/>
                </a:lnTo>
                <a:lnTo>
                  <a:pt x="962623" y="2107793"/>
                </a:lnTo>
                <a:lnTo>
                  <a:pt x="1003708" y="2115965"/>
                </a:lnTo>
                <a:lnTo>
                  <a:pt x="1045111" y="2122338"/>
                </a:lnTo>
                <a:lnTo>
                  <a:pt x="1086752" y="2126898"/>
                </a:lnTo>
                <a:lnTo>
                  <a:pt x="1128552" y="2129638"/>
                </a:lnTo>
                <a:lnTo>
                  <a:pt x="1170432" y="2130552"/>
                </a:lnTo>
                <a:lnTo>
                  <a:pt x="1212311" y="2129638"/>
                </a:lnTo>
                <a:lnTo>
                  <a:pt x="1254111" y="2126898"/>
                </a:lnTo>
                <a:lnTo>
                  <a:pt x="1295752" y="2122338"/>
                </a:lnTo>
                <a:lnTo>
                  <a:pt x="1337155" y="2115965"/>
                </a:lnTo>
                <a:lnTo>
                  <a:pt x="1378240" y="2107793"/>
                </a:lnTo>
                <a:lnTo>
                  <a:pt x="1418929" y="2097836"/>
                </a:lnTo>
                <a:lnTo>
                  <a:pt x="1459145" y="2086114"/>
                </a:lnTo>
                <a:lnTo>
                  <a:pt x="1498812" y="2072649"/>
                </a:lnTo>
                <a:lnTo>
                  <a:pt x="1537854" y="2057467"/>
                </a:lnTo>
                <a:lnTo>
                  <a:pt x="1576196" y="2040596"/>
                </a:lnTo>
                <a:lnTo>
                  <a:pt x="1613766" y="2022068"/>
                </a:lnTo>
                <a:lnTo>
                  <a:pt x="1650492" y="2001920"/>
                </a:lnTo>
                <a:lnTo>
                  <a:pt x="1686304" y="1980188"/>
                </a:lnTo>
                <a:lnTo>
                  <a:pt x="1721134" y="1956916"/>
                </a:lnTo>
                <a:lnTo>
                  <a:pt x="1754916" y="1932146"/>
                </a:lnTo>
                <a:lnTo>
                  <a:pt x="1787585" y="1905926"/>
                </a:lnTo>
                <a:lnTo>
                  <a:pt x="1819079" y="1878306"/>
                </a:lnTo>
                <a:lnTo>
                  <a:pt x="1849339" y="1849339"/>
                </a:lnTo>
                <a:lnTo>
                  <a:pt x="1878306" y="1819079"/>
                </a:lnTo>
                <a:lnTo>
                  <a:pt x="1905926" y="1787585"/>
                </a:lnTo>
                <a:lnTo>
                  <a:pt x="1932146" y="1754916"/>
                </a:lnTo>
                <a:lnTo>
                  <a:pt x="1956916" y="1721134"/>
                </a:lnTo>
                <a:lnTo>
                  <a:pt x="1980188" y="1686304"/>
                </a:lnTo>
                <a:lnTo>
                  <a:pt x="2001920" y="1650492"/>
                </a:lnTo>
                <a:lnTo>
                  <a:pt x="2022068" y="1613766"/>
                </a:lnTo>
                <a:lnTo>
                  <a:pt x="2040596" y="1576196"/>
                </a:lnTo>
                <a:lnTo>
                  <a:pt x="2057467" y="1537854"/>
                </a:lnTo>
                <a:lnTo>
                  <a:pt x="2072649" y="1498812"/>
                </a:lnTo>
                <a:lnTo>
                  <a:pt x="2086114" y="1459145"/>
                </a:lnTo>
                <a:lnTo>
                  <a:pt x="2097836" y="1418929"/>
                </a:lnTo>
                <a:lnTo>
                  <a:pt x="2107793" y="1378240"/>
                </a:lnTo>
                <a:lnTo>
                  <a:pt x="2115965" y="1337155"/>
                </a:lnTo>
                <a:lnTo>
                  <a:pt x="2122338" y="1295752"/>
                </a:lnTo>
                <a:lnTo>
                  <a:pt x="2126898" y="1254111"/>
                </a:lnTo>
                <a:lnTo>
                  <a:pt x="2129638" y="1212311"/>
                </a:lnTo>
                <a:lnTo>
                  <a:pt x="2130552" y="1170432"/>
                </a:lnTo>
                <a:lnTo>
                  <a:pt x="2129638" y="1128552"/>
                </a:lnTo>
                <a:lnTo>
                  <a:pt x="2126898" y="1086752"/>
                </a:lnTo>
                <a:lnTo>
                  <a:pt x="2122338" y="1045111"/>
                </a:lnTo>
                <a:lnTo>
                  <a:pt x="2115965" y="1003708"/>
                </a:lnTo>
                <a:lnTo>
                  <a:pt x="2107793" y="962623"/>
                </a:lnTo>
                <a:lnTo>
                  <a:pt x="2097836" y="921934"/>
                </a:lnTo>
                <a:lnTo>
                  <a:pt x="2086114" y="881718"/>
                </a:lnTo>
                <a:lnTo>
                  <a:pt x="2072649" y="842051"/>
                </a:lnTo>
                <a:lnTo>
                  <a:pt x="2057467" y="803009"/>
                </a:lnTo>
                <a:lnTo>
                  <a:pt x="2040596" y="764667"/>
                </a:lnTo>
                <a:lnTo>
                  <a:pt x="2022068" y="727097"/>
                </a:lnTo>
                <a:lnTo>
                  <a:pt x="2001920" y="690372"/>
                </a:lnTo>
                <a:lnTo>
                  <a:pt x="1980188" y="654559"/>
                </a:lnTo>
                <a:lnTo>
                  <a:pt x="1956916" y="619729"/>
                </a:lnTo>
                <a:lnTo>
                  <a:pt x="1932146" y="585947"/>
                </a:lnTo>
                <a:lnTo>
                  <a:pt x="1905926" y="553278"/>
                </a:lnTo>
                <a:lnTo>
                  <a:pt x="1878306" y="521784"/>
                </a:lnTo>
                <a:lnTo>
                  <a:pt x="1849339" y="491524"/>
                </a:lnTo>
                <a:lnTo>
                  <a:pt x="1819079" y="462557"/>
                </a:lnTo>
                <a:lnTo>
                  <a:pt x="1787585" y="434937"/>
                </a:lnTo>
                <a:lnTo>
                  <a:pt x="1754916" y="408717"/>
                </a:lnTo>
                <a:lnTo>
                  <a:pt x="1721134" y="383947"/>
                </a:lnTo>
                <a:lnTo>
                  <a:pt x="1686304" y="360675"/>
                </a:lnTo>
                <a:lnTo>
                  <a:pt x="1650492" y="338943"/>
                </a:lnTo>
                <a:lnTo>
                  <a:pt x="1613766" y="318795"/>
                </a:lnTo>
                <a:lnTo>
                  <a:pt x="1576196" y="300267"/>
                </a:lnTo>
                <a:lnTo>
                  <a:pt x="1537854" y="283396"/>
                </a:lnTo>
                <a:lnTo>
                  <a:pt x="1498812" y="268214"/>
                </a:lnTo>
                <a:lnTo>
                  <a:pt x="1459145" y="254749"/>
                </a:lnTo>
                <a:lnTo>
                  <a:pt x="1418929" y="243027"/>
                </a:lnTo>
                <a:lnTo>
                  <a:pt x="1378240" y="233070"/>
                </a:lnTo>
                <a:lnTo>
                  <a:pt x="1337155" y="224898"/>
                </a:lnTo>
                <a:lnTo>
                  <a:pt x="1295752" y="218525"/>
                </a:lnTo>
                <a:lnTo>
                  <a:pt x="1254111" y="213965"/>
                </a:lnTo>
                <a:lnTo>
                  <a:pt x="1212311" y="211225"/>
                </a:lnTo>
                <a:lnTo>
                  <a:pt x="117043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931920" y="2715768"/>
            <a:ext cx="1170245" cy="1906186"/>
          </a:xfrm>
          <a:custGeom>
            <a:avLst/>
            <a:gdLst/>
            <a:ahLst/>
            <a:cxnLst/>
            <a:rect l="l" t="t" r="r" b="b"/>
            <a:pathLst>
              <a:path w="1170245" h="1906186">
                <a:moveTo>
                  <a:pt x="0" y="0"/>
                </a:moveTo>
                <a:lnTo>
                  <a:pt x="51633" y="1139"/>
                </a:lnTo>
                <a:lnTo>
                  <a:pt x="103165" y="4555"/>
                </a:lnTo>
                <a:lnTo>
                  <a:pt x="154497" y="10241"/>
                </a:lnTo>
                <a:lnTo>
                  <a:pt x="205528" y="18186"/>
                </a:lnTo>
                <a:lnTo>
                  <a:pt x="256158" y="28375"/>
                </a:lnTo>
                <a:lnTo>
                  <a:pt x="306290" y="40787"/>
                </a:lnTo>
                <a:lnTo>
                  <a:pt x="355826" y="55398"/>
                </a:lnTo>
                <a:lnTo>
                  <a:pt x="404668" y="72181"/>
                </a:lnTo>
                <a:lnTo>
                  <a:pt x="452723" y="91102"/>
                </a:lnTo>
                <a:lnTo>
                  <a:pt x="499897" y="112124"/>
                </a:lnTo>
                <a:lnTo>
                  <a:pt x="546097" y="135207"/>
                </a:lnTo>
                <a:lnTo>
                  <a:pt x="591233" y="160306"/>
                </a:lnTo>
                <a:lnTo>
                  <a:pt x="635219" y="187371"/>
                </a:lnTo>
                <a:lnTo>
                  <a:pt x="677968" y="216351"/>
                </a:lnTo>
                <a:lnTo>
                  <a:pt x="719397" y="247188"/>
                </a:lnTo>
                <a:lnTo>
                  <a:pt x="759425" y="279823"/>
                </a:lnTo>
                <a:lnTo>
                  <a:pt x="797974" y="314191"/>
                </a:lnTo>
                <a:lnTo>
                  <a:pt x="834970" y="350227"/>
                </a:lnTo>
                <a:lnTo>
                  <a:pt x="870340" y="387860"/>
                </a:lnTo>
                <a:lnTo>
                  <a:pt x="904016" y="427016"/>
                </a:lnTo>
                <a:lnTo>
                  <a:pt x="935931" y="467620"/>
                </a:lnTo>
                <a:lnTo>
                  <a:pt x="966024" y="509593"/>
                </a:lnTo>
                <a:lnTo>
                  <a:pt x="994236" y="552852"/>
                </a:lnTo>
                <a:lnTo>
                  <a:pt x="1020512" y="597313"/>
                </a:lnTo>
                <a:lnTo>
                  <a:pt x="1044802" y="642891"/>
                </a:lnTo>
                <a:lnTo>
                  <a:pt x="1067057" y="689495"/>
                </a:lnTo>
                <a:lnTo>
                  <a:pt x="1087234" y="737036"/>
                </a:lnTo>
                <a:lnTo>
                  <a:pt x="1105295" y="785421"/>
                </a:lnTo>
                <a:lnTo>
                  <a:pt x="1121203" y="834555"/>
                </a:lnTo>
                <a:lnTo>
                  <a:pt x="1134929" y="884344"/>
                </a:lnTo>
                <a:lnTo>
                  <a:pt x="1146445" y="934689"/>
                </a:lnTo>
                <a:lnTo>
                  <a:pt x="1155728" y="985493"/>
                </a:lnTo>
                <a:lnTo>
                  <a:pt x="1162762" y="1036658"/>
                </a:lnTo>
                <a:lnTo>
                  <a:pt x="1167531" y="1088083"/>
                </a:lnTo>
                <a:lnTo>
                  <a:pt x="1170027" y="1139668"/>
                </a:lnTo>
                <a:lnTo>
                  <a:pt x="1170245" y="1191313"/>
                </a:lnTo>
                <a:lnTo>
                  <a:pt x="1168185" y="1242918"/>
                </a:lnTo>
                <a:lnTo>
                  <a:pt x="1163850" y="1294381"/>
                </a:lnTo>
                <a:lnTo>
                  <a:pt x="1157249" y="1345603"/>
                </a:lnTo>
                <a:lnTo>
                  <a:pt x="1148395" y="1396484"/>
                </a:lnTo>
                <a:lnTo>
                  <a:pt x="1137304" y="1446925"/>
                </a:lnTo>
                <a:lnTo>
                  <a:pt x="1124000" y="1496827"/>
                </a:lnTo>
                <a:lnTo>
                  <a:pt x="1108507" y="1546094"/>
                </a:lnTo>
                <a:lnTo>
                  <a:pt x="1090855" y="1594630"/>
                </a:lnTo>
                <a:lnTo>
                  <a:pt x="1071080" y="1642340"/>
                </a:lnTo>
                <a:lnTo>
                  <a:pt x="1049219" y="1689130"/>
                </a:lnTo>
                <a:lnTo>
                  <a:pt x="1025316" y="1734911"/>
                </a:lnTo>
                <a:lnTo>
                  <a:pt x="999416" y="1779593"/>
                </a:lnTo>
                <a:lnTo>
                  <a:pt x="971570" y="1823089"/>
                </a:lnTo>
                <a:lnTo>
                  <a:pt x="941833" y="1865314"/>
                </a:lnTo>
                <a:lnTo>
                  <a:pt x="910261" y="1906186"/>
                </a:lnTo>
                <a:lnTo>
                  <a:pt x="746699" y="1773980"/>
                </a:lnTo>
                <a:lnTo>
                  <a:pt x="772597" y="1740452"/>
                </a:lnTo>
                <a:lnTo>
                  <a:pt x="796991" y="1705814"/>
                </a:lnTo>
                <a:lnTo>
                  <a:pt x="819833" y="1670134"/>
                </a:lnTo>
                <a:lnTo>
                  <a:pt x="841079" y="1633481"/>
                </a:lnTo>
                <a:lnTo>
                  <a:pt x="860688" y="1595927"/>
                </a:lnTo>
                <a:lnTo>
                  <a:pt x="878620" y="1557544"/>
                </a:lnTo>
                <a:lnTo>
                  <a:pt x="894842" y="1518407"/>
                </a:lnTo>
                <a:lnTo>
                  <a:pt x="909322" y="1478592"/>
                </a:lnTo>
                <a:lnTo>
                  <a:pt x="922031" y="1438178"/>
                </a:lnTo>
                <a:lnTo>
                  <a:pt x="932945" y="1397243"/>
                </a:lnTo>
                <a:lnTo>
                  <a:pt x="942042" y="1355865"/>
                </a:lnTo>
                <a:lnTo>
                  <a:pt x="949306" y="1314127"/>
                </a:lnTo>
                <a:lnTo>
                  <a:pt x="954720" y="1272109"/>
                </a:lnTo>
                <a:lnTo>
                  <a:pt x="958276" y="1229893"/>
                </a:lnTo>
                <a:lnTo>
                  <a:pt x="959967" y="1187561"/>
                </a:lnTo>
                <a:lnTo>
                  <a:pt x="959788" y="1145196"/>
                </a:lnTo>
                <a:lnTo>
                  <a:pt x="957740" y="1102880"/>
                </a:lnTo>
                <a:lnTo>
                  <a:pt x="953828" y="1060695"/>
                </a:lnTo>
                <a:lnTo>
                  <a:pt x="948058" y="1018724"/>
                </a:lnTo>
                <a:lnTo>
                  <a:pt x="940443" y="977049"/>
                </a:lnTo>
                <a:lnTo>
                  <a:pt x="930996" y="935750"/>
                </a:lnTo>
                <a:lnTo>
                  <a:pt x="919737" y="894908"/>
                </a:lnTo>
                <a:lnTo>
                  <a:pt x="906687" y="854602"/>
                </a:lnTo>
                <a:lnTo>
                  <a:pt x="891872" y="814912"/>
                </a:lnTo>
                <a:lnTo>
                  <a:pt x="875320" y="775913"/>
                </a:lnTo>
                <a:lnTo>
                  <a:pt x="857064" y="737683"/>
                </a:lnTo>
                <a:lnTo>
                  <a:pt x="837139" y="700295"/>
                </a:lnTo>
                <a:lnTo>
                  <a:pt x="815584" y="663823"/>
                </a:lnTo>
                <a:lnTo>
                  <a:pt x="792441" y="628337"/>
                </a:lnTo>
                <a:lnTo>
                  <a:pt x="767756" y="593907"/>
                </a:lnTo>
                <a:lnTo>
                  <a:pt x="741575" y="560599"/>
                </a:lnTo>
                <a:lnTo>
                  <a:pt x="713951" y="528478"/>
                </a:lnTo>
                <a:lnTo>
                  <a:pt x="684936" y="497608"/>
                </a:lnTo>
                <a:lnTo>
                  <a:pt x="654588" y="468047"/>
                </a:lnTo>
                <a:lnTo>
                  <a:pt x="622966" y="439854"/>
                </a:lnTo>
                <a:lnTo>
                  <a:pt x="590130" y="413083"/>
                </a:lnTo>
                <a:lnTo>
                  <a:pt x="556145" y="387787"/>
                </a:lnTo>
                <a:lnTo>
                  <a:pt x="521078" y="364015"/>
                </a:lnTo>
                <a:lnTo>
                  <a:pt x="484996" y="341813"/>
                </a:lnTo>
                <a:lnTo>
                  <a:pt x="447970" y="321224"/>
                </a:lnTo>
                <a:lnTo>
                  <a:pt x="410071" y="302289"/>
                </a:lnTo>
                <a:lnTo>
                  <a:pt x="371374" y="285044"/>
                </a:lnTo>
                <a:lnTo>
                  <a:pt x="331954" y="269523"/>
                </a:lnTo>
                <a:lnTo>
                  <a:pt x="291888" y="255756"/>
                </a:lnTo>
                <a:lnTo>
                  <a:pt x="251254" y="243770"/>
                </a:lnTo>
                <a:lnTo>
                  <a:pt x="210130" y="233588"/>
                </a:lnTo>
                <a:lnTo>
                  <a:pt x="168597" y="225230"/>
                </a:lnTo>
                <a:lnTo>
                  <a:pt x="126735" y="218713"/>
                </a:lnTo>
                <a:lnTo>
                  <a:pt x="84628" y="214048"/>
                </a:lnTo>
                <a:lnTo>
                  <a:pt x="42355" y="211246"/>
                </a:lnTo>
                <a:lnTo>
                  <a:pt x="0" y="210312"/>
                </a:lnTo>
                <a:close/>
              </a:path>
            </a:pathLst>
          </a:cu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271576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Footwear</a:t>
            </a:r>
          </a:p>
        </p:txBody>
      </p:sp>
      <p:sp>
        <p:nvSpPr>
          <p:cNvPr id="25" name="Freeform 24"/>
          <p:cNvSpPr/>
          <p:nvPr/>
        </p:nvSpPr>
        <p:spPr>
          <a:xfrm>
            <a:off x="3035808" y="2990088"/>
            <a:ext cx="1792224" cy="1792224"/>
          </a:xfrm>
          <a:custGeom>
            <a:avLst/>
            <a:gdLst/>
            <a:ahLst/>
            <a:cxnLst/>
            <a:rect l="l" t="t" r="r" b="b"/>
            <a:pathLst>
              <a:path w="1792224" h="1792224">
                <a:moveTo>
                  <a:pt x="896112" y="0"/>
                </a:moveTo>
                <a:lnTo>
                  <a:pt x="935199" y="852"/>
                </a:lnTo>
                <a:lnTo>
                  <a:pt x="974213" y="3409"/>
                </a:lnTo>
                <a:lnTo>
                  <a:pt x="1013078" y="7666"/>
                </a:lnTo>
                <a:lnTo>
                  <a:pt x="1051720" y="13613"/>
                </a:lnTo>
                <a:lnTo>
                  <a:pt x="1090066" y="21241"/>
                </a:lnTo>
                <a:lnTo>
                  <a:pt x="1128042" y="30534"/>
                </a:lnTo>
                <a:lnTo>
                  <a:pt x="1165578" y="41474"/>
                </a:lnTo>
                <a:lnTo>
                  <a:pt x="1202600" y="54042"/>
                </a:lnTo>
                <a:lnTo>
                  <a:pt x="1239039" y="68212"/>
                </a:lnTo>
                <a:lnTo>
                  <a:pt x="1274825" y="83958"/>
                </a:lnTo>
                <a:lnTo>
                  <a:pt x="1309890" y="101250"/>
                </a:lnTo>
                <a:lnTo>
                  <a:pt x="1344168" y="120056"/>
                </a:lnTo>
                <a:lnTo>
                  <a:pt x="1377592" y="140338"/>
                </a:lnTo>
                <a:lnTo>
                  <a:pt x="1410100" y="162060"/>
                </a:lnTo>
                <a:lnTo>
                  <a:pt x="1441630" y="185178"/>
                </a:lnTo>
                <a:lnTo>
                  <a:pt x="1472121" y="209650"/>
                </a:lnTo>
                <a:lnTo>
                  <a:pt x="1501516" y="235428"/>
                </a:lnTo>
                <a:lnTo>
                  <a:pt x="1529758" y="262465"/>
                </a:lnTo>
                <a:lnTo>
                  <a:pt x="1556795" y="290707"/>
                </a:lnTo>
                <a:lnTo>
                  <a:pt x="1582573" y="320102"/>
                </a:lnTo>
                <a:lnTo>
                  <a:pt x="1607045" y="350593"/>
                </a:lnTo>
                <a:lnTo>
                  <a:pt x="1630163" y="382123"/>
                </a:lnTo>
                <a:lnTo>
                  <a:pt x="1651885" y="414631"/>
                </a:lnTo>
                <a:lnTo>
                  <a:pt x="1672167" y="448056"/>
                </a:lnTo>
                <a:lnTo>
                  <a:pt x="1690973" y="482333"/>
                </a:lnTo>
                <a:lnTo>
                  <a:pt x="1708265" y="517398"/>
                </a:lnTo>
                <a:lnTo>
                  <a:pt x="1724011" y="553184"/>
                </a:lnTo>
                <a:lnTo>
                  <a:pt x="1738181" y="589623"/>
                </a:lnTo>
                <a:lnTo>
                  <a:pt x="1750749" y="626645"/>
                </a:lnTo>
                <a:lnTo>
                  <a:pt x="1761689" y="664181"/>
                </a:lnTo>
                <a:lnTo>
                  <a:pt x="1770982" y="702157"/>
                </a:lnTo>
                <a:lnTo>
                  <a:pt x="1778610" y="740503"/>
                </a:lnTo>
                <a:lnTo>
                  <a:pt x="1784557" y="779145"/>
                </a:lnTo>
                <a:lnTo>
                  <a:pt x="1788814" y="818010"/>
                </a:lnTo>
                <a:lnTo>
                  <a:pt x="1791371" y="857024"/>
                </a:lnTo>
                <a:lnTo>
                  <a:pt x="1792224" y="896112"/>
                </a:lnTo>
                <a:lnTo>
                  <a:pt x="1791371" y="935199"/>
                </a:lnTo>
                <a:lnTo>
                  <a:pt x="1788814" y="974213"/>
                </a:lnTo>
                <a:lnTo>
                  <a:pt x="1784557" y="1013078"/>
                </a:lnTo>
                <a:lnTo>
                  <a:pt x="1778610" y="1051720"/>
                </a:lnTo>
                <a:lnTo>
                  <a:pt x="1770982" y="1090066"/>
                </a:lnTo>
                <a:lnTo>
                  <a:pt x="1761689" y="1128042"/>
                </a:lnTo>
                <a:lnTo>
                  <a:pt x="1750749" y="1165578"/>
                </a:lnTo>
                <a:lnTo>
                  <a:pt x="1738181" y="1202600"/>
                </a:lnTo>
                <a:lnTo>
                  <a:pt x="1724011" y="1239039"/>
                </a:lnTo>
                <a:lnTo>
                  <a:pt x="1708265" y="1274825"/>
                </a:lnTo>
                <a:lnTo>
                  <a:pt x="1690973" y="1309890"/>
                </a:lnTo>
                <a:lnTo>
                  <a:pt x="1672167" y="1344168"/>
                </a:lnTo>
                <a:lnTo>
                  <a:pt x="1651885" y="1377592"/>
                </a:lnTo>
                <a:lnTo>
                  <a:pt x="1630163" y="1410100"/>
                </a:lnTo>
                <a:lnTo>
                  <a:pt x="1607045" y="1441630"/>
                </a:lnTo>
                <a:lnTo>
                  <a:pt x="1582573" y="1472121"/>
                </a:lnTo>
                <a:lnTo>
                  <a:pt x="1556795" y="1501516"/>
                </a:lnTo>
                <a:lnTo>
                  <a:pt x="1529758" y="1529758"/>
                </a:lnTo>
                <a:lnTo>
                  <a:pt x="1501516" y="1556795"/>
                </a:lnTo>
                <a:lnTo>
                  <a:pt x="1472121" y="1582573"/>
                </a:lnTo>
                <a:lnTo>
                  <a:pt x="1441630" y="1607045"/>
                </a:lnTo>
                <a:lnTo>
                  <a:pt x="1410100" y="1630163"/>
                </a:lnTo>
                <a:lnTo>
                  <a:pt x="1377592" y="1651885"/>
                </a:lnTo>
                <a:lnTo>
                  <a:pt x="1344168" y="1672167"/>
                </a:lnTo>
                <a:lnTo>
                  <a:pt x="1309890" y="1690973"/>
                </a:lnTo>
                <a:lnTo>
                  <a:pt x="1274825" y="1708265"/>
                </a:lnTo>
                <a:lnTo>
                  <a:pt x="1239039" y="1724011"/>
                </a:lnTo>
                <a:lnTo>
                  <a:pt x="1202600" y="1738181"/>
                </a:lnTo>
                <a:lnTo>
                  <a:pt x="1165578" y="1750749"/>
                </a:lnTo>
                <a:lnTo>
                  <a:pt x="1128042" y="1761689"/>
                </a:lnTo>
                <a:lnTo>
                  <a:pt x="1090066" y="1770982"/>
                </a:lnTo>
                <a:lnTo>
                  <a:pt x="1051720" y="1778610"/>
                </a:lnTo>
                <a:lnTo>
                  <a:pt x="1013078" y="1784557"/>
                </a:lnTo>
                <a:lnTo>
                  <a:pt x="974213" y="1788814"/>
                </a:lnTo>
                <a:lnTo>
                  <a:pt x="935199" y="1791371"/>
                </a:lnTo>
                <a:lnTo>
                  <a:pt x="896112" y="1792224"/>
                </a:lnTo>
                <a:lnTo>
                  <a:pt x="857024" y="1791371"/>
                </a:lnTo>
                <a:lnTo>
                  <a:pt x="818010" y="1788814"/>
                </a:lnTo>
                <a:lnTo>
                  <a:pt x="779145" y="1784557"/>
                </a:lnTo>
                <a:lnTo>
                  <a:pt x="740503" y="1778610"/>
                </a:lnTo>
                <a:lnTo>
                  <a:pt x="702157" y="1770982"/>
                </a:lnTo>
                <a:lnTo>
                  <a:pt x="664181" y="1761689"/>
                </a:lnTo>
                <a:lnTo>
                  <a:pt x="626645" y="1750749"/>
                </a:lnTo>
                <a:lnTo>
                  <a:pt x="589623" y="1738181"/>
                </a:lnTo>
                <a:lnTo>
                  <a:pt x="553184" y="1724011"/>
                </a:lnTo>
                <a:lnTo>
                  <a:pt x="517398" y="1708265"/>
                </a:lnTo>
                <a:lnTo>
                  <a:pt x="482333" y="1690973"/>
                </a:lnTo>
                <a:lnTo>
                  <a:pt x="448056" y="1672167"/>
                </a:lnTo>
                <a:lnTo>
                  <a:pt x="414631" y="1651885"/>
                </a:lnTo>
                <a:lnTo>
                  <a:pt x="382123" y="1630163"/>
                </a:lnTo>
                <a:lnTo>
                  <a:pt x="350593" y="1607045"/>
                </a:lnTo>
                <a:lnTo>
                  <a:pt x="320102" y="1582573"/>
                </a:lnTo>
                <a:lnTo>
                  <a:pt x="290707" y="1556795"/>
                </a:lnTo>
                <a:lnTo>
                  <a:pt x="262465" y="1529758"/>
                </a:lnTo>
                <a:lnTo>
                  <a:pt x="235428" y="1501516"/>
                </a:lnTo>
                <a:lnTo>
                  <a:pt x="209650" y="1472121"/>
                </a:lnTo>
                <a:lnTo>
                  <a:pt x="185178" y="1441630"/>
                </a:lnTo>
                <a:lnTo>
                  <a:pt x="162060" y="1410100"/>
                </a:lnTo>
                <a:lnTo>
                  <a:pt x="140338" y="1377592"/>
                </a:lnTo>
                <a:lnTo>
                  <a:pt x="120056" y="1344168"/>
                </a:lnTo>
                <a:lnTo>
                  <a:pt x="101250" y="1309890"/>
                </a:lnTo>
                <a:lnTo>
                  <a:pt x="83958" y="1274825"/>
                </a:lnTo>
                <a:lnTo>
                  <a:pt x="68212" y="1239039"/>
                </a:lnTo>
                <a:lnTo>
                  <a:pt x="54042" y="1202600"/>
                </a:lnTo>
                <a:lnTo>
                  <a:pt x="41474" y="1165578"/>
                </a:lnTo>
                <a:lnTo>
                  <a:pt x="30534" y="1128042"/>
                </a:lnTo>
                <a:lnTo>
                  <a:pt x="21241" y="1090066"/>
                </a:lnTo>
                <a:lnTo>
                  <a:pt x="13613" y="1051720"/>
                </a:lnTo>
                <a:lnTo>
                  <a:pt x="7666" y="1013078"/>
                </a:lnTo>
                <a:lnTo>
                  <a:pt x="3409" y="974213"/>
                </a:lnTo>
                <a:lnTo>
                  <a:pt x="852" y="935199"/>
                </a:lnTo>
                <a:lnTo>
                  <a:pt x="0" y="896112"/>
                </a:lnTo>
                <a:lnTo>
                  <a:pt x="210312" y="896112"/>
                </a:lnTo>
                <a:lnTo>
                  <a:pt x="210964" y="926026"/>
                </a:lnTo>
                <a:lnTo>
                  <a:pt x="212921" y="955883"/>
                </a:lnTo>
                <a:lnTo>
                  <a:pt x="216179" y="985626"/>
                </a:lnTo>
                <a:lnTo>
                  <a:pt x="220730" y="1015199"/>
                </a:lnTo>
                <a:lnTo>
                  <a:pt x="226568" y="1044546"/>
                </a:lnTo>
                <a:lnTo>
                  <a:pt x="233680" y="1073610"/>
                </a:lnTo>
                <a:lnTo>
                  <a:pt x="242052" y="1102336"/>
                </a:lnTo>
                <a:lnTo>
                  <a:pt x="251670" y="1130669"/>
                </a:lnTo>
                <a:lnTo>
                  <a:pt x="262515" y="1158556"/>
                </a:lnTo>
                <a:lnTo>
                  <a:pt x="274566" y="1185943"/>
                </a:lnTo>
                <a:lnTo>
                  <a:pt x="287799" y="1212779"/>
                </a:lnTo>
                <a:lnTo>
                  <a:pt x="302191" y="1239012"/>
                </a:lnTo>
                <a:lnTo>
                  <a:pt x="317714" y="1264592"/>
                </a:lnTo>
                <a:lnTo>
                  <a:pt x="334337" y="1289470"/>
                </a:lnTo>
                <a:lnTo>
                  <a:pt x="352030" y="1313600"/>
                </a:lnTo>
                <a:lnTo>
                  <a:pt x="370758" y="1336935"/>
                </a:lnTo>
                <a:lnTo>
                  <a:pt x="390487" y="1359431"/>
                </a:lnTo>
                <a:lnTo>
                  <a:pt x="411178" y="1381045"/>
                </a:lnTo>
                <a:lnTo>
                  <a:pt x="432792" y="1401736"/>
                </a:lnTo>
                <a:lnTo>
                  <a:pt x="455288" y="1421465"/>
                </a:lnTo>
                <a:lnTo>
                  <a:pt x="478623" y="1440193"/>
                </a:lnTo>
                <a:lnTo>
                  <a:pt x="502753" y="1457886"/>
                </a:lnTo>
                <a:lnTo>
                  <a:pt x="527631" y="1474509"/>
                </a:lnTo>
                <a:lnTo>
                  <a:pt x="553212" y="1490032"/>
                </a:lnTo>
                <a:lnTo>
                  <a:pt x="579444" y="1504424"/>
                </a:lnTo>
                <a:lnTo>
                  <a:pt x="606280" y="1517657"/>
                </a:lnTo>
                <a:lnTo>
                  <a:pt x="633667" y="1529708"/>
                </a:lnTo>
                <a:lnTo>
                  <a:pt x="661554" y="1540553"/>
                </a:lnTo>
                <a:lnTo>
                  <a:pt x="689887" y="1550171"/>
                </a:lnTo>
                <a:lnTo>
                  <a:pt x="718613" y="1558543"/>
                </a:lnTo>
                <a:lnTo>
                  <a:pt x="747677" y="1565655"/>
                </a:lnTo>
                <a:lnTo>
                  <a:pt x="777024" y="1571493"/>
                </a:lnTo>
                <a:lnTo>
                  <a:pt x="806597" y="1576044"/>
                </a:lnTo>
                <a:lnTo>
                  <a:pt x="836340" y="1579302"/>
                </a:lnTo>
                <a:lnTo>
                  <a:pt x="866197" y="1581259"/>
                </a:lnTo>
                <a:lnTo>
                  <a:pt x="896112" y="1581912"/>
                </a:lnTo>
                <a:lnTo>
                  <a:pt x="926026" y="1581259"/>
                </a:lnTo>
                <a:lnTo>
                  <a:pt x="955883" y="1579302"/>
                </a:lnTo>
                <a:lnTo>
                  <a:pt x="985626" y="1576044"/>
                </a:lnTo>
                <a:lnTo>
                  <a:pt x="1015199" y="1571493"/>
                </a:lnTo>
                <a:lnTo>
                  <a:pt x="1044546" y="1565655"/>
                </a:lnTo>
                <a:lnTo>
                  <a:pt x="1073610" y="1558543"/>
                </a:lnTo>
                <a:lnTo>
                  <a:pt x="1102336" y="1550171"/>
                </a:lnTo>
                <a:lnTo>
                  <a:pt x="1130669" y="1540553"/>
                </a:lnTo>
                <a:lnTo>
                  <a:pt x="1158556" y="1529708"/>
                </a:lnTo>
                <a:lnTo>
                  <a:pt x="1185943" y="1517657"/>
                </a:lnTo>
                <a:lnTo>
                  <a:pt x="1212779" y="1504424"/>
                </a:lnTo>
                <a:lnTo>
                  <a:pt x="1239012" y="1490032"/>
                </a:lnTo>
                <a:lnTo>
                  <a:pt x="1264592" y="1474509"/>
                </a:lnTo>
                <a:lnTo>
                  <a:pt x="1289470" y="1457886"/>
                </a:lnTo>
                <a:lnTo>
                  <a:pt x="1313600" y="1440193"/>
                </a:lnTo>
                <a:lnTo>
                  <a:pt x="1336935" y="1421465"/>
                </a:lnTo>
                <a:lnTo>
                  <a:pt x="1359431" y="1401736"/>
                </a:lnTo>
                <a:lnTo>
                  <a:pt x="1381045" y="1381045"/>
                </a:lnTo>
                <a:lnTo>
                  <a:pt x="1401736" y="1359431"/>
                </a:lnTo>
                <a:lnTo>
                  <a:pt x="1421465" y="1336935"/>
                </a:lnTo>
                <a:lnTo>
                  <a:pt x="1440193" y="1313600"/>
                </a:lnTo>
                <a:lnTo>
                  <a:pt x="1457886" y="1289470"/>
                </a:lnTo>
                <a:lnTo>
                  <a:pt x="1474509" y="1264592"/>
                </a:lnTo>
                <a:lnTo>
                  <a:pt x="1490032" y="1239012"/>
                </a:lnTo>
                <a:lnTo>
                  <a:pt x="1504424" y="1212779"/>
                </a:lnTo>
                <a:lnTo>
                  <a:pt x="1517657" y="1185943"/>
                </a:lnTo>
                <a:lnTo>
                  <a:pt x="1529708" y="1158556"/>
                </a:lnTo>
                <a:lnTo>
                  <a:pt x="1540553" y="1130669"/>
                </a:lnTo>
                <a:lnTo>
                  <a:pt x="1550171" y="1102336"/>
                </a:lnTo>
                <a:lnTo>
                  <a:pt x="1558543" y="1073610"/>
                </a:lnTo>
                <a:lnTo>
                  <a:pt x="1565655" y="1044546"/>
                </a:lnTo>
                <a:lnTo>
                  <a:pt x="1571493" y="1015199"/>
                </a:lnTo>
                <a:lnTo>
                  <a:pt x="1576044" y="985626"/>
                </a:lnTo>
                <a:lnTo>
                  <a:pt x="1579302" y="955883"/>
                </a:lnTo>
                <a:lnTo>
                  <a:pt x="1581259" y="926026"/>
                </a:lnTo>
                <a:lnTo>
                  <a:pt x="1581912" y="896112"/>
                </a:lnTo>
                <a:lnTo>
                  <a:pt x="1581259" y="866197"/>
                </a:lnTo>
                <a:lnTo>
                  <a:pt x="1579302" y="836340"/>
                </a:lnTo>
                <a:lnTo>
                  <a:pt x="1576044" y="806597"/>
                </a:lnTo>
                <a:lnTo>
                  <a:pt x="1571493" y="777024"/>
                </a:lnTo>
                <a:lnTo>
                  <a:pt x="1565655" y="747677"/>
                </a:lnTo>
                <a:lnTo>
                  <a:pt x="1558543" y="718613"/>
                </a:lnTo>
                <a:lnTo>
                  <a:pt x="1550171" y="689887"/>
                </a:lnTo>
                <a:lnTo>
                  <a:pt x="1540553" y="661554"/>
                </a:lnTo>
                <a:lnTo>
                  <a:pt x="1529708" y="633667"/>
                </a:lnTo>
                <a:lnTo>
                  <a:pt x="1517657" y="606280"/>
                </a:lnTo>
                <a:lnTo>
                  <a:pt x="1504424" y="579444"/>
                </a:lnTo>
                <a:lnTo>
                  <a:pt x="1490032" y="553212"/>
                </a:lnTo>
                <a:lnTo>
                  <a:pt x="1474509" y="527631"/>
                </a:lnTo>
                <a:lnTo>
                  <a:pt x="1457886" y="502753"/>
                </a:lnTo>
                <a:lnTo>
                  <a:pt x="1440193" y="478623"/>
                </a:lnTo>
                <a:lnTo>
                  <a:pt x="1421465" y="455288"/>
                </a:lnTo>
                <a:lnTo>
                  <a:pt x="1401736" y="432792"/>
                </a:lnTo>
                <a:lnTo>
                  <a:pt x="1381045" y="411178"/>
                </a:lnTo>
                <a:lnTo>
                  <a:pt x="1359431" y="390487"/>
                </a:lnTo>
                <a:lnTo>
                  <a:pt x="1336935" y="370758"/>
                </a:lnTo>
                <a:lnTo>
                  <a:pt x="1313600" y="352030"/>
                </a:lnTo>
                <a:lnTo>
                  <a:pt x="1289470" y="334337"/>
                </a:lnTo>
                <a:lnTo>
                  <a:pt x="1264592" y="317714"/>
                </a:lnTo>
                <a:lnTo>
                  <a:pt x="1239012" y="302191"/>
                </a:lnTo>
                <a:lnTo>
                  <a:pt x="1212779" y="287799"/>
                </a:lnTo>
                <a:lnTo>
                  <a:pt x="1185943" y="274566"/>
                </a:lnTo>
                <a:lnTo>
                  <a:pt x="1158556" y="262515"/>
                </a:lnTo>
                <a:lnTo>
                  <a:pt x="1130669" y="251670"/>
                </a:lnTo>
                <a:lnTo>
                  <a:pt x="1102336" y="242052"/>
                </a:lnTo>
                <a:lnTo>
                  <a:pt x="1073610" y="233680"/>
                </a:lnTo>
                <a:lnTo>
                  <a:pt x="1044546" y="226568"/>
                </a:lnTo>
                <a:lnTo>
                  <a:pt x="1015199" y="220730"/>
                </a:lnTo>
                <a:lnTo>
                  <a:pt x="985626" y="216179"/>
                </a:lnTo>
                <a:lnTo>
                  <a:pt x="955883" y="212921"/>
                </a:lnTo>
                <a:lnTo>
                  <a:pt x="926026" y="210964"/>
                </a:lnTo>
                <a:lnTo>
                  <a:pt x="896112" y="210312"/>
                </a:lnTo>
                <a:close/>
              </a:path>
            </a:pathLst>
          </a:cu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931920" y="2990088"/>
            <a:ext cx="896111" cy="1276277"/>
          </a:xfrm>
          <a:custGeom>
            <a:avLst/>
            <a:gdLst/>
            <a:ahLst/>
            <a:cxnLst/>
            <a:rect l="l" t="t" r="r" b="b"/>
            <a:pathLst>
              <a:path w="896111" h="1276277">
                <a:moveTo>
                  <a:pt x="0" y="0"/>
                </a:moveTo>
                <a:lnTo>
                  <a:pt x="39122" y="854"/>
                </a:lnTo>
                <a:lnTo>
                  <a:pt x="78170" y="3416"/>
                </a:lnTo>
                <a:lnTo>
                  <a:pt x="117069" y="7680"/>
                </a:lnTo>
                <a:lnTo>
                  <a:pt x="155745" y="13638"/>
                </a:lnTo>
                <a:lnTo>
                  <a:pt x="194124" y="21279"/>
                </a:lnTo>
                <a:lnTo>
                  <a:pt x="232132" y="30588"/>
                </a:lnTo>
                <a:lnTo>
                  <a:pt x="269698" y="41548"/>
                </a:lnTo>
                <a:lnTo>
                  <a:pt x="306750" y="54137"/>
                </a:lnTo>
                <a:lnTo>
                  <a:pt x="343216" y="68332"/>
                </a:lnTo>
                <a:lnTo>
                  <a:pt x="379028" y="84106"/>
                </a:lnTo>
                <a:lnTo>
                  <a:pt x="414118" y="101427"/>
                </a:lnTo>
                <a:lnTo>
                  <a:pt x="448417" y="120265"/>
                </a:lnTo>
                <a:lnTo>
                  <a:pt x="481862" y="140582"/>
                </a:lnTo>
                <a:lnTo>
                  <a:pt x="514388" y="162339"/>
                </a:lnTo>
                <a:lnTo>
                  <a:pt x="545932" y="185496"/>
                </a:lnTo>
                <a:lnTo>
                  <a:pt x="576436" y="210008"/>
                </a:lnTo>
                <a:lnTo>
                  <a:pt x="605840" y="235829"/>
                </a:lnTo>
                <a:lnTo>
                  <a:pt x="634090" y="262908"/>
                </a:lnTo>
                <a:lnTo>
                  <a:pt x="661130" y="291195"/>
                </a:lnTo>
                <a:lnTo>
                  <a:pt x="686909" y="320636"/>
                </a:lnTo>
                <a:lnTo>
                  <a:pt x="711378" y="351174"/>
                </a:lnTo>
                <a:lnTo>
                  <a:pt x="734491" y="382751"/>
                </a:lnTo>
                <a:lnTo>
                  <a:pt x="756203" y="415307"/>
                </a:lnTo>
                <a:lnTo>
                  <a:pt x="776473" y="448780"/>
                </a:lnTo>
                <a:lnTo>
                  <a:pt x="795262" y="483106"/>
                </a:lnTo>
                <a:lnTo>
                  <a:pt x="812535" y="518219"/>
                </a:lnTo>
                <a:lnTo>
                  <a:pt x="828259" y="554053"/>
                </a:lnTo>
                <a:lnTo>
                  <a:pt x="842402" y="590540"/>
                </a:lnTo>
                <a:lnTo>
                  <a:pt x="854940" y="627609"/>
                </a:lnTo>
                <a:lnTo>
                  <a:pt x="865847" y="665190"/>
                </a:lnTo>
                <a:lnTo>
                  <a:pt x="875103" y="703212"/>
                </a:lnTo>
                <a:lnTo>
                  <a:pt x="882690" y="741601"/>
                </a:lnTo>
                <a:lnTo>
                  <a:pt x="888594" y="780285"/>
                </a:lnTo>
                <a:lnTo>
                  <a:pt x="892804" y="819190"/>
                </a:lnTo>
                <a:lnTo>
                  <a:pt x="895311" y="858242"/>
                </a:lnTo>
                <a:lnTo>
                  <a:pt x="896111" y="897366"/>
                </a:lnTo>
                <a:lnTo>
                  <a:pt x="895201" y="936487"/>
                </a:lnTo>
                <a:lnTo>
                  <a:pt x="892585" y="975531"/>
                </a:lnTo>
                <a:lnTo>
                  <a:pt x="888267" y="1014424"/>
                </a:lnTo>
                <a:lnTo>
                  <a:pt x="882255" y="1053092"/>
                </a:lnTo>
                <a:lnTo>
                  <a:pt x="874560" y="1091460"/>
                </a:lnTo>
                <a:lnTo>
                  <a:pt x="865197" y="1129455"/>
                </a:lnTo>
                <a:lnTo>
                  <a:pt x="854185" y="1167006"/>
                </a:lnTo>
                <a:lnTo>
                  <a:pt x="841544" y="1204040"/>
                </a:lnTo>
                <a:lnTo>
                  <a:pt x="827298" y="1240486"/>
                </a:lnTo>
                <a:lnTo>
                  <a:pt x="811474" y="1276277"/>
                </a:lnTo>
                <a:lnTo>
                  <a:pt x="621026" y="1187054"/>
                </a:lnTo>
                <a:lnTo>
                  <a:pt x="633136" y="1159664"/>
                </a:lnTo>
                <a:lnTo>
                  <a:pt x="644039" y="1131771"/>
                </a:lnTo>
                <a:lnTo>
                  <a:pt x="653713" y="1103429"/>
                </a:lnTo>
                <a:lnTo>
                  <a:pt x="662141" y="1074691"/>
                </a:lnTo>
                <a:lnTo>
                  <a:pt x="669306" y="1045613"/>
                </a:lnTo>
                <a:lnTo>
                  <a:pt x="675195" y="1016249"/>
                </a:lnTo>
                <a:lnTo>
                  <a:pt x="679796" y="986657"/>
                </a:lnTo>
                <a:lnTo>
                  <a:pt x="683101" y="956892"/>
                </a:lnTo>
                <a:lnTo>
                  <a:pt x="685103" y="927011"/>
                </a:lnTo>
                <a:lnTo>
                  <a:pt x="685799" y="897071"/>
                </a:lnTo>
                <a:lnTo>
                  <a:pt x="685187" y="867130"/>
                </a:lnTo>
                <a:lnTo>
                  <a:pt x="683268" y="837243"/>
                </a:lnTo>
                <a:lnTo>
                  <a:pt x="680047" y="807469"/>
                </a:lnTo>
                <a:lnTo>
                  <a:pt x="675528" y="777864"/>
                </a:lnTo>
                <a:lnTo>
                  <a:pt x="669722" y="748484"/>
                </a:lnTo>
                <a:lnTo>
                  <a:pt x="662638" y="719386"/>
                </a:lnTo>
                <a:lnTo>
                  <a:pt x="654291" y="690625"/>
                </a:lnTo>
                <a:lnTo>
                  <a:pt x="644696" y="662256"/>
                </a:lnTo>
                <a:lnTo>
                  <a:pt x="633871" y="634332"/>
                </a:lnTo>
                <a:lnTo>
                  <a:pt x="621838" y="606908"/>
                </a:lnTo>
                <a:lnTo>
                  <a:pt x="608619" y="580036"/>
                </a:lnTo>
                <a:lnTo>
                  <a:pt x="594239" y="553766"/>
                </a:lnTo>
                <a:lnTo>
                  <a:pt x="578727" y="528149"/>
                </a:lnTo>
                <a:lnTo>
                  <a:pt x="562110" y="503233"/>
                </a:lnTo>
                <a:lnTo>
                  <a:pt x="544422" y="479067"/>
                </a:lnTo>
                <a:lnTo>
                  <a:pt x="525695" y="455696"/>
                </a:lnTo>
                <a:lnTo>
                  <a:pt x="505966" y="433165"/>
                </a:lnTo>
                <a:lnTo>
                  <a:pt x="485273" y="411517"/>
                </a:lnTo>
                <a:lnTo>
                  <a:pt x="463653" y="390793"/>
                </a:lnTo>
                <a:lnTo>
                  <a:pt x="441150" y="371033"/>
                </a:lnTo>
                <a:lnTo>
                  <a:pt x="417805" y="352273"/>
                </a:lnTo>
                <a:lnTo>
                  <a:pt x="393664" y="334551"/>
                </a:lnTo>
                <a:lnTo>
                  <a:pt x="368772" y="317900"/>
                </a:lnTo>
                <a:lnTo>
                  <a:pt x="343177" y="302351"/>
                </a:lnTo>
                <a:lnTo>
                  <a:pt x="316927" y="287935"/>
                </a:lnTo>
                <a:lnTo>
                  <a:pt x="290073" y="274678"/>
                </a:lnTo>
                <a:lnTo>
                  <a:pt x="262665" y="262607"/>
                </a:lnTo>
                <a:lnTo>
                  <a:pt x="234757" y="251743"/>
                </a:lnTo>
                <a:lnTo>
                  <a:pt x="206402" y="242109"/>
                </a:lnTo>
                <a:lnTo>
                  <a:pt x="177652" y="233721"/>
                </a:lnTo>
                <a:lnTo>
                  <a:pt x="148564" y="226597"/>
                </a:lnTo>
                <a:lnTo>
                  <a:pt x="119192" y="220749"/>
                </a:lnTo>
                <a:lnTo>
                  <a:pt x="89594" y="216189"/>
                </a:lnTo>
                <a:lnTo>
                  <a:pt x="59824" y="212926"/>
                </a:lnTo>
                <a:lnTo>
                  <a:pt x="29940" y="210965"/>
                </a:lnTo>
                <a:lnTo>
                  <a:pt x="0" y="210312"/>
                </a:lnTo>
                <a:close/>
              </a:path>
            </a:pathLst>
          </a:cu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2990088"/>
            <a:ext cx="2542032" cy="2103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Automotive &amp; Transportation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566160"/>
            <a:ext cx="137160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300" b="1" i="0">
                <a:solidFill>
                  <a:srgbClr val="F2F6FA"/>
                </a:solidFill>
                <a:latin typeface="Calibri"/>
              </a:rPr>
              <a:t>US$ Mn</a:t>
            </a:r>
          </a:p>
          <a:p>
            <a:pPr algn="ctr"/>
            <a:r>
              <a:rPr sz="1300" b="1" i="0">
                <a:solidFill>
                  <a:srgbClr val="F2F6FA"/>
                </a:solidFill>
                <a:latin typeface="Calibri"/>
              </a:rPr>
              <a:t>11,240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645920"/>
            <a:ext cx="41148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APPLICATION  ·  2036 value  ·  share  ·  CAGR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4"/>
            <a:ext cx="146304" cy="146304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0116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Sports &amp; Activewear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0116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2,604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20116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23%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38560" y="2039112"/>
            <a:ext cx="502920" cy="228600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523744"/>
            <a:ext cx="146304" cy="146304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24688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Medical &amp; Healthcare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4688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1,717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24688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338560" y="2496312"/>
            <a:ext cx="502920" cy="228600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80944"/>
            <a:ext cx="146304" cy="146304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29260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Protective &amp; Occupational…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9260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29260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38560" y="2953512"/>
            <a:ext cx="502920" cy="228600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3438144"/>
            <a:ext cx="146304" cy="146304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33832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Intimate &amp; Bodywear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3832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1,546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33832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338560" y="3410712"/>
            <a:ext cx="502920" cy="228600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6.3%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895344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38404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Industrial &amp; Technical Ap…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8404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1,354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38404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38560" y="3867912"/>
            <a:ext cx="502920" cy="2286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4352544"/>
            <a:ext cx="146304" cy="146304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42976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Footwear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42976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1,244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42976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11%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338560" y="4325112"/>
            <a:ext cx="502920" cy="228600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4809744"/>
            <a:ext cx="146304" cy="1463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09560" y="475488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Automotive &amp; Transportati…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60" y="47548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F2F6FA"/>
                </a:solidFill>
                <a:latin typeface="Calibri"/>
              </a:rPr>
              <a:t>1,110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4754880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0" i="0">
                <a:solidFill>
                  <a:srgbClr val="8FA8C0"/>
                </a:solidFill>
                <a:latin typeface="Calibri"/>
              </a:rPr>
              <a:t>10%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338560" y="4782312"/>
            <a:ext cx="502920" cy="22860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7.0%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Opportunity map: where size and speed meet - 25 countries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x = 2036 value (log scale), y = CAGR 2026-36, bubble = absolute US$ gain, colour =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scatter + quadrant logic + bubble size + region colour  |  REPLACES: country CAGR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176" y="1600200"/>
            <a:ext cx="4466703" cy="2486680"/>
          </a:xfrm>
          <a:prstGeom prst="rect">
            <a:avLst/>
          </a:prstGeom>
          <a:solidFill>
            <a:srgbClr val="0F2A44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860176" y="1600200"/>
            <a:ext cx="0" cy="4526280"/>
          </a:xfrm>
          <a:prstGeom prst="line">
            <a:avLst/>
          </a:prstGeom>
          <a:ln w="12700">
            <a:solidFill>
              <a:srgbClr val="8FA8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4086880"/>
            <a:ext cx="8412480" cy="0"/>
          </a:xfrm>
          <a:prstGeom prst="line">
            <a:avLst/>
          </a:prstGeom>
          <a:ln w="12700">
            <a:solidFill>
              <a:srgbClr val="8FA8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6126480"/>
            <a:ext cx="8412480" cy="0"/>
          </a:xfrm>
          <a:prstGeom prst="line">
            <a:avLst/>
          </a:prstGeom>
          <a:ln w="12700">
            <a:solidFill>
              <a:srgbClr val="2443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164592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8FA8C0"/>
                </a:solidFill>
                <a:latin typeface="Calibri"/>
              </a:rPr>
              <a:t>PRIORITISE  · large &amp;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EMERGING  · small &amp;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833872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8FA8C0"/>
                </a:solidFill>
                <a:latin typeface="Calibri"/>
              </a:rPr>
              <a:t>DEFEND  · large &amp; slower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33872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MONITOR  · small &amp; slower</a:t>
            </a:r>
          </a:p>
        </p:txBody>
      </p:sp>
      <p:sp>
        <p:nvSpPr>
          <p:cNvPr id="15" name="Oval 14"/>
          <p:cNvSpPr/>
          <p:nvPr/>
        </p:nvSpPr>
        <p:spPr>
          <a:xfrm>
            <a:off x="8311835" y="2183049"/>
            <a:ext cx="868680" cy="86868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73036" y="3136499"/>
            <a:ext cx="861569" cy="861569"/>
          </a:xfrm>
          <a:prstGeom prst="ellipse">
            <a:avLst/>
          </a:prstGeom>
          <a:solidFill>
            <a:srgbClr val="2EC4F1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91309" y="1745047"/>
            <a:ext cx="549198" cy="549198"/>
          </a:xfrm>
          <a:prstGeom prst="ellipse">
            <a:avLst/>
          </a:prstGeom>
          <a:solidFill>
            <a:srgbClr val="9BDE5C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40597" y="4344391"/>
            <a:ext cx="545478" cy="545478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26814" y="3861620"/>
            <a:ext cx="528929" cy="528929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9318" y="2233085"/>
            <a:ext cx="528261" cy="528261"/>
          </a:xfrm>
          <a:prstGeom prst="ellipse">
            <a:avLst/>
          </a:prstGeom>
          <a:solidFill>
            <a:srgbClr val="9BDE5C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49025" y="4536917"/>
            <a:ext cx="494743" cy="494743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94553" y="3069727"/>
            <a:ext cx="489963" cy="489963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2122" y="3796845"/>
            <a:ext cx="477831" cy="477831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09374" y="4583703"/>
            <a:ext cx="458575" cy="458575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19413" y="3750765"/>
            <a:ext cx="434229" cy="434229"/>
          </a:xfrm>
          <a:prstGeom prst="ellipse">
            <a:avLst/>
          </a:prstGeom>
          <a:solidFill>
            <a:srgbClr val="2EC4F1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6045" y="3926402"/>
            <a:ext cx="419061" cy="419061"/>
          </a:xfrm>
          <a:prstGeom prst="ellipse">
            <a:avLst/>
          </a:prstGeom>
          <a:solidFill>
            <a:srgbClr val="1FD1B0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65036" y="2601803"/>
            <a:ext cx="414876" cy="414876"/>
          </a:xfrm>
          <a:prstGeom prst="ellipse">
            <a:avLst/>
          </a:prstGeom>
          <a:solidFill>
            <a:srgbClr val="2EC4F1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53830" y="3618513"/>
            <a:ext cx="412692" cy="412692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96264" y="3300882"/>
            <a:ext cx="369082" cy="369082"/>
          </a:xfrm>
          <a:prstGeom prst="ellipse">
            <a:avLst/>
          </a:prstGeom>
          <a:solidFill>
            <a:srgbClr val="9BDE5C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61701" y="3909223"/>
            <a:ext cx="355314" cy="355314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60600" y="4027917"/>
            <a:ext cx="349239" cy="349239"/>
          </a:xfrm>
          <a:prstGeom prst="ellipse">
            <a:avLst/>
          </a:prstGeom>
          <a:solidFill>
            <a:srgbClr val="FF6B57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51163" y="5533586"/>
            <a:ext cx="346893" cy="346893"/>
          </a:xfrm>
          <a:prstGeom prst="ellipse">
            <a:avLst/>
          </a:prstGeom>
          <a:solidFill>
            <a:srgbClr val="FF6B57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92112" y="3586711"/>
            <a:ext cx="342578" cy="342578"/>
          </a:xfrm>
          <a:prstGeom prst="ellipse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63419" y="4739895"/>
            <a:ext cx="327645" cy="327645"/>
          </a:xfrm>
          <a:prstGeom prst="ellipse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43501" y="3890213"/>
            <a:ext cx="310900" cy="310900"/>
          </a:xfrm>
          <a:prstGeom prst="ellipse">
            <a:avLst/>
          </a:prstGeom>
          <a:solidFill>
            <a:srgbClr val="FF6B57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01820" y="4550257"/>
            <a:ext cx="306308" cy="306308"/>
          </a:xfrm>
          <a:prstGeom prst="ellipse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54951" y="4165852"/>
            <a:ext cx="287269" cy="287269"/>
          </a:xfrm>
          <a:prstGeom prst="ellipse">
            <a:avLst/>
          </a:prstGeom>
          <a:solidFill>
            <a:srgbClr val="FF6B57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21182" y="4196178"/>
            <a:ext cx="280740" cy="280740"/>
          </a:xfrm>
          <a:prstGeom prst="ellipse">
            <a:avLst/>
          </a:prstGeom>
          <a:solidFill>
            <a:srgbClr val="1FD1B0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4000" y="4690190"/>
            <a:ext cx="266917" cy="266917"/>
          </a:xfrm>
          <a:prstGeom prst="ellipse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15" y="2516805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China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4605" y="3466700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U.S.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7" y="1919062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India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076" y="4516546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Germany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5743" y="4025500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Japan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7579" y="2396632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ASEAN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3768" y="4683705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France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4516" y="3214124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South Korea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9954" y="3935177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Italy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67949" y="4712407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U.K.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3642" y="3867296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Canada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5106" y="4035348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Brazil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9912" y="2708657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Mexico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66522" y="3724275"/>
            <a:ext cx="128016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F2F6FA"/>
                </a:solidFill>
                <a:latin typeface="Calibri"/>
              </a:rPr>
              <a:t>Spain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6172200"/>
            <a:ext cx="84124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00" b="0" i="0">
                <a:solidFill>
                  <a:srgbClr val="8FA8C0"/>
                </a:solidFill>
                <a:latin typeface="Calibri"/>
              </a:rPr>
              <a:t>2036 value (US$ Mn, log scale)  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" y="1325880"/>
            <a:ext cx="8229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0" i="0">
                <a:solidFill>
                  <a:srgbClr val="8FA8C0"/>
                </a:solidFill>
                <a:latin typeface="Calibri"/>
              </a:rPr>
              <a:t>CAGR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1645920"/>
            <a:ext cx="21945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REGION</a:t>
            </a:r>
          </a:p>
        </p:txBody>
      </p:sp>
      <p:sp>
        <p:nvSpPr>
          <p:cNvPr id="57" name="Oval 56"/>
          <p:cNvSpPr/>
          <p:nvPr/>
        </p:nvSpPr>
        <p:spPr>
          <a:xfrm>
            <a:off x="9692640" y="2029968"/>
            <a:ext cx="155448" cy="155448"/>
          </a:xfrm>
          <a:prstGeom prst="ellipse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1975104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North America</a:t>
            </a:r>
          </a:p>
        </p:txBody>
      </p:sp>
      <p:sp>
        <p:nvSpPr>
          <p:cNvPr id="59" name="Oval 58"/>
          <p:cNvSpPr/>
          <p:nvPr/>
        </p:nvSpPr>
        <p:spPr>
          <a:xfrm>
            <a:off x="9692640" y="2359152"/>
            <a:ext cx="155448" cy="155448"/>
          </a:xfrm>
          <a:prstGeom prst="ellipse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2304288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Latin America</a:t>
            </a:r>
          </a:p>
        </p:txBody>
      </p:sp>
      <p:sp>
        <p:nvSpPr>
          <p:cNvPr id="61" name="Oval 60"/>
          <p:cNvSpPr/>
          <p:nvPr/>
        </p:nvSpPr>
        <p:spPr>
          <a:xfrm>
            <a:off x="9692640" y="2688336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2633472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Western Europe</a:t>
            </a:r>
          </a:p>
        </p:txBody>
      </p:sp>
      <p:sp>
        <p:nvSpPr>
          <p:cNvPr id="63" name="Oval 62"/>
          <p:cNvSpPr/>
          <p:nvPr/>
        </p:nvSpPr>
        <p:spPr>
          <a:xfrm>
            <a:off x="9692640" y="3017520"/>
            <a:ext cx="155448" cy="1554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2962656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Eastern Europe</a:t>
            </a:r>
          </a:p>
        </p:txBody>
      </p:sp>
      <p:sp>
        <p:nvSpPr>
          <p:cNvPr id="65" name="Oval 64"/>
          <p:cNvSpPr/>
          <p:nvPr/>
        </p:nvSpPr>
        <p:spPr>
          <a:xfrm>
            <a:off x="9692640" y="3346704"/>
            <a:ext cx="155448" cy="15544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3291840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East Asia</a:t>
            </a:r>
          </a:p>
        </p:txBody>
      </p:sp>
      <p:sp>
        <p:nvSpPr>
          <p:cNvPr id="67" name="Oval 66"/>
          <p:cNvSpPr/>
          <p:nvPr/>
        </p:nvSpPr>
        <p:spPr>
          <a:xfrm>
            <a:off x="9692640" y="3675888"/>
            <a:ext cx="155448" cy="155448"/>
          </a:xfrm>
          <a:prstGeom prst="ellipse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21240" y="3621024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South Asia Pacific</a:t>
            </a:r>
          </a:p>
        </p:txBody>
      </p:sp>
      <p:sp>
        <p:nvSpPr>
          <p:cNvPr id="69" name="Oval 68"/>
          <p:cNvSpPr/>
          <p:nvPr/>
        </p:nvSpPr>
        <p:spPr>
          <a:xfrm>
            <a:off x="9692640" y="4005072"/>
            <a:ext cx="155448" cy="155448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21240" y="3950208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Middle East &amp; Africa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Ranking race: who climbs the country league table, 2021 → 2036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Rank of each country by market value; lines coloured by region, thick = moved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rank lines + numbered nodes + movement highlight  |  REPLACES: year-by-year country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29844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00" b="1" i="0">
                <a:solidFill>
                  <a:srgbClr val="8FA8C0"/>
                </a:solidFill>
                <a:latin typeface="Calibri"/>
              </a:rPr>
              <a:t>2036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419100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419100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419100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4191000"/>
            <a:ext cx="1463040" cy="103632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80" y="5227320"/>
            <a:ext cx="1463040" cy="103632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965960" y="405384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3429000" y="405384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405384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405384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50901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9281160" y="61264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8127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U.K.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615391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alibri"/>
              </a:rPr>
              <a:t>U.K.  ▼4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626364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66160" y="626364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0" y="626364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92240" y="626364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5280" y="5745480"/>
            <a:ext cx="1463040" cy="51816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65960" y="61264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3429000" y="61264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33" name="Oval 32"/>
          <p:cNvSpPr/>
          <p:nvPr/>
        </p:nvSpPr>
        <p:spPr>
          <a:xfrm>
            <a:off x="4892040" y="61264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61264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35" name="Oval 34"/>
          <p:cNvSpPr/>
          <p:nvPr/>
        </p:nvSpPr>
        <p:spPr>
          <a:xfrm>
            <a:off x="7818120" y="61264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10</a:t>
            </a:r>
          </a:p>
        </p:txBody>
      </p:sp>
      <p:sp>
        <p:nvSpPr>
          <p:cNvPr id="36" name="Oval 35"/>
          <p:cNvSpPr/>
          <p:nvPr/>
        </p:nvSpPr>
        <p:spPr>
          <a:xfrm>
            <a:off x="9281160" y="560832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15391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South Korea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563575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South Korea  ▲1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03120" y="470916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66160" y="470916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29200" y="4709160"/>
            <a:ext cx="1463040" cy="103632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92240" y="574548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955280" y="5227320"/>
            <a:ext cx="1463040" cy="51816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965960" y="457200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45" name="Oval 44"/>
          <p:cNvSpPr/>
          <p:nvPr/>
        </p:nvSpPr>
        <p:spPr>
          <a:xfrm>
            <a:off x="3429000" y="457200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57200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47" name="Oval 46"/>
          <p:cNvSpPr/>
          <p:nvPr/>
        </p:nvSpPr>
        <p:spPr>
          <a:xfrm>
            <a:off x="6355080" y="560832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48" name="Oval 47"/>
          <p:cNvSpPr/>
          <p:nvPr/>
        </p:nvSpPr>
        <p:spPr>
          <a:xfrm>
            <a:off x="7818120" y="560832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49" name="Oval 48"/>
          <p:cNvSpPr/>
          <p:nvPr/>
        </p:nvSpPr>
        <p:spPr>
          <a:xfrm>
            <a:off x="9281160" y="50901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459943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Italy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4352" y="511759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alibri"/>
              </a:rPr>
              <a:t>Italy  ▼1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103120" y="5227320"/>
            <a:ext cx="1463040" cy="518160"/>
          </a:xfrm>
          <a:prstGeom prst="line">
            <a:avLst/>
          </a:prstGeom>
          <a:ln w="2540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566160" y="5745480"/>
            <a:ext cx="1463040" cy="0"/>
          </a:xfrm>
          <a:prstGeom prst="line">
            <a:avLst/>
          </a:prstGeom>
          <a:ln w="2540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029200" y="5227320"/>
            <a:ext cx="1463040" cy="518160"/>
          </a:xfrm>
          <a:prstGeom prst="line">
            <a:avLst/>
          </a:prstGeom>
          <a:ln w="2540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92240" y="4709160"/>
            <a:ext cx="1463040" cy="518160"/>
          </a:xfrm>
          <a:prstGeom prst="line">
            <a:avLst/>
          </a:prstGeom>
          <a:ln w="2540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55280" y="4709160"/>
            <a:ext cx="1463040" cy="0"/>
          </a:xfrm>
          <a:prstGeom prst="line">
            <a:avLst/>
          </a:prstGeom>
          <a:ln w="2540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965960" y="509016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58" name="Oval 57"/>
          <p:cNvSpPr/>
          <p:nvPr/>
        </p:nvSpPr>
        <p:spPr>
          <a:xfrm>
            <a:off x="3429000" y="560832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59" name="Oval 58"/>
          <p:cNvSpPr/>
          <p:nvPr/>
        </p:nvSpPr>
        <p:spPr>
          <a:xfrm>
            <a:off x="4892040" y="560832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509016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61" name="Oval 60"/>
          <p:cNvSpPr/>
          <p:nvPr/>
        </p:nvSpPr>
        <p:spPr>
          <a:xfrm>
            <a:off x="7818120" y="457200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62" name="Oval 61"/>
          <p:cNvSpPr/>
          <p:nvPr/>
        </p:nvSpPr>
        <p:spPr>
          <a:xfrm>
            <a:off x="9281160" y="457200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511759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ASEAN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74352" y="459943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9BDE5C"/>
                </a:solidFill>
                <a:latin typeface="Calibri"/>
              </a:rPr>
              <a:t>ASEAN  ▲1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2103120" y="5227320"/>
            <a:ext cx="1463040" cy="518160"/>
          </a:xfrm>
          <a:prstGeom prst="line">
            <a:avLst/>
          </a:prstGeom>
          <a:ln w="5715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66160" y="5227320"/>
            <a:ext cx="1463040" cy="0"/>
          </a:xfrm>
          <a:prstGeom prst="line">
            <a:avLst/>
          </a:prstGeom>
          <a:ln w="5715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029200" y="4709160"/>
            <a:ext cx="1463040" cy="518160"/>
          </a:xfrm>
          <a:prstGeom prst="line">
            <a:avLst/>
          </a:prstGeom>
          <a:ln w="5715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92240" y="4191000"/>
            <a:ext cx="1463040" cy="518160"/>
          </a:xfrm>
          <a:prstGeom prst="line">
            <a:avLst/>
          </a:prstGeom>
          <a:ln w="5715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955280" y="4191000"/>
            <a:ext cx="1463040" cy="0"/>
          </a:xfrm>
          <a:prstGeom prst="line">
            <a:avLst/>
          </a:prstGeom>
          <a:ln w="57150">
            <a:solidFill>
              <a:srgbClr val="9BD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965960" y="560832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3429000" y="509016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72" name="Oval 71"/>
          <p:cNvSpPr/>
          <p:nvPr/>
        </p:nvSpPr>
        <p:spPr>
          <a:xfrm>
            <a:off x="4892040" y="509016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8</a:t>
            </a:r>
          </a:p>
        </p:txBody>
      </p:sp>
      <p:sp>
        <p:nvSpPr>
          <p:cNvPr id="73" name="Oval 72"/>
          <p:cNvSpPr/>
          <p:nvPr/>
        </p:nvSpPr>
        <p:spPr>
          <a:xfrm>
            <a:off x="6355080" y="457200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7</a:t>
            </a:r>
          </a:p>
        </p:txBody>
      </p:sp>
      <p:sp>
        <p:nvSpPr>
          <p:cNvPr id="74" name="Oval 73"/>
          <p:cNvSpPr/>
          <p:nvPr/>
        </p:nvSpPr>
        <p:spPr>
          <a:xfrm>
            <a:off x="7818120" y="405384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75" name="Oval 74"/>
          <p:cNvSpPr/>
          <p:nvPr/>
        </p:nvSpPr>
        <p:spPr>
          <a:xfrm>
            <a:off x="9281160" y="4053840"/>
            <a:ext cx="274320" cy="274320"/>
          </a:xfrm>
          <a:prstGeom prst="ellipse">
            <a:avLst/>
          </a:prstGeom>
          <a:solidFill>
            <a:srgbClr val="9BDE5C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" y="563575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India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74352" y="408127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9BDE5C"/>
                </a:solidFill>
                <a:latin typeface="Calibri"/>
              </a:rPr>
              <a:t>India  ▲3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103120" y="315468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66160" y="3154680"/>
            <a:ext cx="1463040" cy="51816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029200" y="367284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92240" y="367284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955280" y="367284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1965960" y="301752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84" name="Oval 83"/>
          <p:cNvSpPr/>
          <p:nvPr/>
        </p:nvSpPr>
        <p:spPr>
          <a:xfrm>
            <a:off x="3429000" y="301752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85" name="Oval 84"/>
          <p:cNvSpPr/>
          <p:nvPr/>
        </p:nvSpPr>
        <p:spPr>
          <a:xfrm>
            <a:off x="4892040" y="35356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86" name="Oval 85"/>
          <p:cNvSpPr/>
          <p:nvPr/>
        </p:nvSpPr>
        <p:spPr>
          <a:xfrm>
            <a:off x="6355080" y="35356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87" name="Oval 86"/>
          <p:cNvSpPr/>
          <p:nvPr/>
        </p:nvSpPr>
        <p:spPr>
          <a:xfrm>
            <a:off x="7818120" y="35356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88" name="Oval 87"/>
          <p:cNvSpPr/>
          <p:nvPr/>
        </p:nvSpPr>
        <p:spPr>
          <a:xfrm>
            <a:off x="9281160" y="35356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304495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France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74352" y="356311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alibri"/>
              </a:rPr>
              <a:t>France  ▼1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103120" y="367284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566160" y="3154680"/>
            <a:ext cx="1463040" cy="51816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029200" y="315468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492240" y="315468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955280" y="315468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1965960" y="35356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97" name="Oval 96"/>
          <p:cNvSpPr/>
          <p:nvPr/>
        </p:nvSpPr>
        <p:spPr>
          <a:xfrm>
            <a:off x="3429000" y="353568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5</a:t>
            </a:r>
          </a:p>
        </p:txBody>
      </p:sp>
      <p:sp>
        <p:nvSpPr>
          <p:cNvPr id="98" name="Oval 97"/>
          <p:cNvSpPr/>
          <p:nvPr/>
        </p:nvSpPr>
        <p:spPr>
          <a:xfrm>
            <a:off x="4892040" y="301752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99" name="Oval 98"/>
          <p:cNvSpPr/>
          <p:nvPr/>
        </p:nvSpPr>
        <p:spPr>
          <a:xfrm>
            <a:off x="6355080" y="301752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100" name="Oval 99"/>
          <p:cNvSpPr/>
          <p:nvPr/>
        </p:nvSpPr>
        <p:spPr>
          <a:xfrm>
            <a:off x="7818120" y="301752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101" name="Oval 100"/>
          <p:cNvSpPr/>
          <p:nvPr/>
        </p:nvSpPr>
        <p:spPr>
          <a:xfrm>
            <a:off x="9281160" y="301752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0040" y="356311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Japan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74352" y="304495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Japan  ▲1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03120" y="263652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566160" y="263652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029200" y="263652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492240" y="263652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955280" y="2636520"/>
            <a:ext cx="1463040" cy="0"/>
          </a:xfrm>
          <a:prstGeom prst="line">
            <a:avLst/>
          </a:prstGeom>
          <a:ln w="25400">
            <a:solidFill>
              <a:srgbClr val="FFB7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96596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0" name="Oval 109"/>
          <p:cNvSpPr/>
          <p:nvPr/>
        </p:nvSpPr>
        <p:spPr>
          <a:xfrm>
            <a:off x="342900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1" name="Oval 110"/>
          <p:cNvSpPr/>
          <p:nvPr/>
        </p:nvSpPr>
        <p:spPr>
          <a:xfrm>
            <a:off x="489204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2" name="Oval 111"/>
          <p:cNvSpPr/>
          <p:nvPr/>
        </p:nvSpPr>
        <p:spPr>
          <a:xfrm>
            <a:off x="635508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3" name="Oval 112"/>
          <p:cNvSpPr/>
          <p:nvPr/>
        </p:nvSpPr>
        <p:spPr>
          <a:xfrm>
            <a:off x="781812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4" name="Oval 113"/>
          <p:cNvSpPr/>
          <p:nvPr/>
        </p:nvSpPr>
        <p:spPr>
          <a:xfrm>
            <a:off x="9281160" y="249936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040" y="252679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Germany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74352" y="252679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alibri"/>
              </a:rPr>
              <a:t>Germany  –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103120" y="211836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566160" y="211836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029200" y="211836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492240" y="211836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55280" y="2118360"/>
            <a:ext cx="14630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196596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3" name="Oval 122"/>
          <p:cNvSpPr/>
          <p:nvPr/>
        </p:nvSpPr>
        <p:spPr>
          <a:xfrm>
            <a:off x="342900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4" name="Oval 123"/>
          <p:cNvSpPr/>
          <p:nvPr/>
        </p:nvSpPr>
        <p:spPr>
          <a:xfrm>
            <a:off x="489204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5" name="Oval 124"/>
          <p:cNvSpPr/>
          <p:nvPr/>
        </p:nvSpPr>
        <p:spPr>
          <a:xfrm>
            <a:off x="635508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6" name="Oval 125"/>
          <p:cNvSpPr/>
          <p:nvPr/>
        </p:nvSpPr>
        <p:spPr>
          <a:xfrm>
            <a:off x="781812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7" name="Oval 126"/>
          <p:cNvSpPr/>
          <p:nvPr/>
        </p:nvSpPr>
        <p:spPr>
          <a:xfrm>
            <a:off x="9281160" y="19812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" y="200863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China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74352" y="200863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China  –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103120" y="1600200"/>
            <a:ext cx="1463040" cy="0"/>
          </a:xfrm>
          <a:prstGeom prst="line">
            <a:avLst/>
          </a:prstGeom>
          <a:ln w="25400">
            <a:solidFill>
              <a:srgbClr val="2EC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566160" y="1600200"/>
            <a:ext cx="1463040" cy="0"/>
          </a:xfrm>
          <a:prstGeom prst="line">
            <a:avLst/>
          </a:prstGeom>
          <a:ln w="25400">
            <a:solidFill>
              <a:srgbClr val="2EC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029200" y="1600200"/>
            <a:ext cx="1463040" cy="0"/>
          </a:xfrm>
          <a:prstGeom prst="line">
            <a:avLst/>
          </a:prstGeom>
          <a:ln w="25400">
            <a:solidFill>
              <a:srgbClr val="2EC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492240" y="1600200"/>
            <a:ext cx="1463040" cy="0"/>
          </a:xfrm>
          <a:prstGeom prst="line">
            <a:avLst/>
          </a:prstGeom>
          <a:ln w="25400">
            <a:solidFill>
              <a:srgbClr val="2EC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955280" y="1600200"/>
            <a:ext cx="1463040" cy="0"/>
          </a:xfrm>
          <a:prstGeom prst="line">
            <a:avLst/>
          </a:prstGeom>
          <a:ln w="25400">
            <a:solidFill>
              <a:srgbClr val="2EC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96596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36" name="Oval 135"/>
          <p:cNvSpPr/>
          <p:nvPr/>
        </p:nvSpPr>
        <p:spPr>
          <a:xfrm>
            <a:off x="342900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37" name="Oval 136"/>
          <p:cNvSpPr/>
          <p:nvPr/>
        </p:nvSpPr>
        <p:spPr>
          <a:xfrm>
            <a:off x="489204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38" name="Oval 137"/>
          <p:cNvSpPr/>
          <p:nvPr/>
        </p:nvSpPr>
        <p:spPr>
          <a:xfrm>
            <a:off x="635508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39" name="Oval 138"/>
          <p:cNvSpPr/>
          <p:nvPr/>
        </p:nvSpPr>
        <p:spPr>
          <a:xfrm>
            <a:off x="781812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40" name="Oval 139"/>
          <p:cNvSpPr/>
          <p:nvPr/>
        </p:nvSpPr>
        <p:spPr>
          <a:xfrm>
            <a:off x="9281160" y="1463040"/>
            <a:ext cx="274320" cy="27432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7182B"/>
                </a:solidFill>
                <a:latin typeface="Calibri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1490472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000" b="1" i="0">
                <a:solidFill>
                  <a:srgbClr val="F2F6FA"/>
                </a:solidFill>
                <a:latin typeface="Calibri"/>
              </a:rPr>
              <a:t>U.S.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674352" y="1490472"/>
            <a:ext cx="15544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2EC4F1"/>
                </a:solidFill>
                <a:latin typeface="Calibri"/>
              </a:rPr>
              <a:t>U.S.  –</a:t>
            </a:r>
          </a:p>
        </p:txBody>
      </p:sp>
      <p:sp>
        <p:nvSpPr>
          <p:cNvPr id="143" name="Oval 142"/>
          <p:cNvSpPr/>
          <p:nvPr/>
        </p:nvSpPr>
        <p:spPr>
          <a:xfrm>
            <a:off x="10058400" y="1691640"/>
            <a:ext cx="137160" cy="137160"/>
          </a:xfrm>
          <a:prstGeom prst="ellipse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241280" y="1645920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2EC4F1"/>
                </a:solidFill>
                <a:latin typeface="Calibri"/>
              </a:rPr>
              <a:t>North America</a:t>
            </a:r>
          </a:p>
        </p:txBody>
      </p:sp>
      <p:sp>
        <p:nvSpPr>
          <p:cNvPr id="145" name="Oval 144"/>
          <p:cNvSpPr/>
          <p:nvPr/>
        </p:nvSpPr>
        <p:spPr>
          <a:xfrm>
            <a:off x="10058400" y="2020824"/>
            <a:ext cx="137160" cy="137160"/>
          </a:xfrm>
          <a:prstGeom prst="ellipse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241280" y="1975104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1FD1B0"/>
                </a:solidFill>
                <a:latin typeface="Calibri"/>
              </a:rPr>
              <a:t>Latin America</a:t>
            </a:r>
          </a:p>
        </p:txBody>
      </p:sp>
      <p:sp>
        <p:nvSpPr>
          <p:cNvPr id="147" name="Oval 146"/>
          <p:cNvSpPr/>
          <p:nvPr/>
        </p:nvSpPr>
        <p:spPr>
          <a:xfrm>
            <a:off x="10058400" y="2350008"/>
            <a:ext cx="137160" cy="13716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241280" y="2304288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alibri"/>
              </a:rPr>
              <a:t>Western Europe</a:t>
            </a:r>
          </a:p>
        </p:txBody>
      </p:sp>
      <p:sp>
        <p:nvSpPr>
          <p:cNvPr id="149" name="Oval 148"/>
          <p:cNvSpPr/>
          <p:nvPr/>
        </p:nvSpPr>
        <p:spPr>
          <a:xfrm>
            <a:off x="10058400" y="2679192"/>
            <a:ext cx="137160" cy="137160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241280" y="2633472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F6B57"/>
                </a:solidFill>
                <a:latin typeface="Calibri"/>
              </a:rPr>
              <a:t>Eastern Europe</a:t>
            </a:r>
          </a:p>
        </p:txBody>
      </p:sp>
      <p:sp>
        <p:nvSpPr>
          <p:cNvPr id="151" name="Oval 150"/>
          <p:cNvSpPr/>
          <p:nvPr/>
        </p:nvSpPr>
        <p:spPr>
          <a:xfrm>
            <a:off x="10058400" y="3008376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241280" y="2962656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East Asia</a:t>
            </a:r>
          </a:p>
        </p:txBody>
      </p:sp>
      <p:sp>
        <p:nvSpPr>
          <p:cNvPr id="153" name="Oval 152"/>
          <p:cNvSpPr/>
          <p:nvPr/>
        </p:nvSpPr>
        <p:spPr>
          <a:xfrm>
            <a:off x="10058400" y="3337560"/>
            <a:ext cx="137160" cy="137160"/>
          </a:xfrm>
          <a:prstGeom prst="ellipse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241280" y="3291840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9BDE5C"/>
                </a:solidFill>
                <a:latin typeface="Calibri"/>
              </a:rPr>
              <a:t>South Asia Pacific</a:t>
            </a:r>
          </a:p>
        </p:txBody>
      </p:sp>
      <p:sp>
        <p:nvSpPr>
          <p:cNvPr id="155" name="Oval 154"/>
          <p:cNvSpPr/>
          <p:nvPr/>
        </p:nvSpPr>
        <p:spPr>
          <a:xfrm>
            <a:off x="10058400" y="3666744"/>
            <a:ext cx="137160" cy="13716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241280" y="3621024"/>
            <a:ext cx="164592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  <a:latin typeface="Calibri"/>
              </a:rPr>
              <a:t>Middle East &amp; Afr…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Regional scorecard: bars, trend and growth inside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Every row carries its own mini-charts so the table reads like a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table + in-cell bars + sparkline + CAGR heat chip  |  REPLACES: the regional value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SHARE OF 2036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2026 → 2036 (US$ 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TREND 2021-36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1371600"/>
            <a:ext cx="22860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8FA8C0"/>
                </a:solidFill>
                <a:latin typeface="Calibri"/>
              </a:rPr>
              <a:t>US$/SQ YD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1664208"/>
            <a:ext cx="11018520" cy="0"/>
          </a:xfrm>
          <a:prstGeom prst="line">
            <a:avLst/>
          </a:prstGeom>
          <a:ln w="12700">
            <a:solidFill>
              <a:srgbClr val="2443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1755648"/>
            <a:ext cx="11018520" cy="5669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1956816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883664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East Asia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956816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1956816"/>
            <a:ext cx="1528904" cy="182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901952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26.4%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837944"/>
            <a:ext cx="595948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6628" y="1792224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1,334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048256"/>
            <a:ext cx="1325880" cy="1645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002536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2,967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214676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2204384"/>
            <a:ext cx="68580" cy="5418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2192978"/>
            <a:ext cx="68580" cy="65589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180334"/>
            <a:ext cx="68580" cy="7823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166412"/>
            <a:ext cx="68580" cy="92155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150430"/>
            <a:ext cx="68580" cy="10813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132994"/>
            <a:ext cx="68580" cy="12557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2114273"/>
            <a:ext cx="68580" cy="14429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2094532"/>
            <a:ext cx="68580" cy="16403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2073119"/>
            <a:ext cx="68580" cy="1854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2049281"/>
            <a:ext cx="68580" cy="20928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2022790"/>
            <a:ext cx="68580" cy="23577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1993766"/>
            <a:ext cx="68580" cy="264801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962454"/>
            <a:ext cx="68580" cy="29611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1928726"/>
            <a:ext cx="68580" cy="329841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1892808"/>
            <a:ext cx="68580" cy="365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18320" y="1901952"/>
            <a:ext cx="731520" cy="292608"/>
          </a:xfrm>
          <a:prstGeom prst="roundRect">
            <a:avLst/>
          </a:prstGeom>
          <a:solidFill>
            <a:srgbClr val="1FD1B0">
              <a:alpha val="852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8.3%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1883664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3.41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2560320"/>
            <a:ext cx="164592" cy="16459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2487168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Western Europe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2560320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26080" y="2560320"/>
            <a:ext cx="1377018" cy="18288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2505456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23.8%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2441448"/>
            <a:ext cx="647985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8665" y="2395728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1,450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2651760"/>
            <a:ext cx="1194162" cy="164592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34842" y="2606040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2,673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2818180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2806795"/>
            <a:ext cx="68580" cy="5527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80" y="2794614"/>
            <a:ext cx="68580" cy="67457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2781528"/>
            <a:ext cx="68580" cy="8054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2767588"/>
            <a:ext cx="68580" cy="9448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600" y="2751610"/>
            <a:ext cx="68580" cy="110461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2734201"/>
            <a:ext cx="68580" cy="12787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2715166"/>
            <a:ext cx="68580" cy="146905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03920" y="2694414"/>
            <a:ext cx="68580" cy="167657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95360" y="2671722"/>
            <a:ext cx="68580" cy="190349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686800" y="2647125"/>
            <a:ext cx="68580" cy="214946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78240" y="2620621"/>
            <a:ext cx="68580" cy="24145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2592163"/>
            <a:ext cx="68580" cy="26990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61120" y="2561879"/>
            <a:ext cx="68580" cy="300192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52560" y="2529928"/>
            <a:ext cx="68580" cy="332143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0" y="2496312"/>
            <a:ext cx="68580" cy="36576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418320" y="2505456"/>
            <a:ext cx="731520" cy="292608"/>
          </a:xfrm>
          <a:prstGeom prst="roundRect">
            <a:avLst/>
          </a:prstGeom>
          <a:solidFill>
            <a:srgbClr val="2EC4F1">
              <a:alpha val="493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6.3%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2487168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4.68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962656"/>
            <a:ext cx="11018520" cy="5669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640" y="3163824"/>
            <a:ext cx="164592" cy="164592"/>
          </a:xfrm>
          <a:prstGeom prst="ellipse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3090672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North America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26080" y="3163824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926080" y="3163824"/>
            <a:ext cx="1368112" cy="18288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9160" y="3108960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23.6%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94960" y="3044952"/>
            <a:ext cx="570368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11048" y="2999232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1,277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94960" y="3255264"/>
            <a:ext cx="1186439" cy="164592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27119" y="3209544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2,655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0" y="3421684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63840" y="3411202"/>
            <a:ext cx="68580" cy="5437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55280" y="3399754"/>
            <a:ext cx="68580" cy="6582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46720" y="3387045"/>
            <a:ext cx="68580" cy="78530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38160" y="3373284"/>
            <a:ext cx="68580" cy="922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29600" y="3357664"/>
            <a:ext cx="68580" cy="107911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3340972"/>
            <a:ext cx="68580" cy="124603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412480" y="3322752"/>
            <a:ext cx="68580" cy="142823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03920" y="3302677"/>
            <a:ext cx="68580" cy="162898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595360" y="3280294"/>
            <a:ext cx="68580" cy="185281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686800" y="3255516"/>
            <a:ext cx="68580" cy="210059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0" y="3228590"/>
            <a:ext cx="68580" cy="236985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69680" y="3199641"/>
            <a:ext cx="68580" cy="265934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61120" y="3168468"/>
            <a:ext cx="68580" cy="297107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3135198"/>
            <a:ext cx="68580" cy="330377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3099816"/>
            <a:ext cx="68580" cy="36576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418320" y="3108960"/>
            <a:ext cx="731520" cy="292608"/>
          </a:xfrm>
          <a:prstGeom prst="roundRect">
            <a:avLst/>
          </a:prstGeom>
          <a:solidFill>
            <a:srgbClr val="1FD1B0">
              <a:alpha val="723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7.6%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87000" y="3090672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4.22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3767328"/>
            <a:ext cx="164592" cy="164592"/>
          </a:xfrm>
          <a:prstGeom prst="ellipse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4672" y="3694176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South Asia Pacific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26080" y="3767328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926080" y="3767328"/>
            <a:ext cx="642934" cy="182880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09160" y="3712464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11.1%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94960" y="3648456"/>
            <a:ext cx="232152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72832" y="3602736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520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94960" y="3858768"/>
            <a:ext cx="557558" cy="164592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98238" y="3813048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1,248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72400" y="4025188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863840" y="4015991"/>
            <a:ext cx="68580" cy="53088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55280" y="4005875"/>
            <a:ext cx="68580" cy="63204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046720" y="3994770"/>
            <a:ext cx="68580" cy="74309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38160" y="3982487"/>
            <a:ext cx="68580" cy="86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29600" y="3968240"/>
            <a:ext cx="68580" cy="100839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321040" y="3952384"/>
            <a:ext cx="68580" cy="116695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412480" y="3934756"/>
            <a:ext cx="68580" cy="134323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03920" y="3915041"/>
            <a:ext cx="68580" cy="154038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595360" y="3892556"/>
            <a:ext cx="68580" cy="176523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86800" y="3867375"/>
            <a:ext cx="68580" cy="201704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778240" y="3839577"/>
            <a:ext cx="68580" cy="229502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869680" y="3809319"/>
            <a:ext cx="68580" cy="259760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961120" y="3776469"/>
            <a:ext cx="68580" cy="292610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052560" y="3741185"/>
            <a:ext cx="68580" cy="327894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144000" y="3703320"/>
            <a:ext cx="68580" cy="365759"/>
          </a:xfrm>
          <a:prstGeom prst="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9418320" y="3712464"/>
            <a:ext cx="731520" cy="292608"/>
          </a:xfrm>
          <a:prstGeom prst="roundRect">
            <a:avLst/>
          </a:prstGeom>
          <a:solidFill>
            <a:srgbClr val="1FD1B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9.2%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87000" y="3694176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2.81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" y="4169664"/>
            <a:ext cx="11018520" cy="5669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48640" y="4370832"/>
            <a:ext cx="164592" cy="164592"/>
          </a:xfrm>
          <a:prstGeom prst="ellipse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4672" y="4297680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Latin America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926080" y="4370832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926080" y="4370832"/>
            <a:ext cx="365572" cy="182880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709160" y="4315968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6.3%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394960" y="4251960"/>
            <a:ext cx="162576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603256" y="4206240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364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94960" y="4462272"/>
            <a:ext cx="317027" cy="164592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757707" y="4416552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710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772400" y="4628692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63840" y="4618500"/>
            <a:ext cx="68580" cy="5408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55280" y="4607340"/>
            <a:ext cx="68580" cy="65243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046720" y="4594997"/>
            <a:ext cx="68580" cy="7758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138160" y="4581502"/>
            <a:ext cx="68580" cy="9108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229600" y="4565526"/>
            <a:ext cx="68580" cy="107057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321040" y="4548120"/>
            <a:ext cx="68580" cy="124463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412480" y="4528978"/>
            <a:ext cx="68580" cy="143605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503920" y="4508110"/>
            <a:ext cx="68580" cy="164473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595360" y="4485267"/>
            <a:ext cx="68580" cy="187316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686800" y="4460467"/>
            <a:ext cx="68580" cy="212116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78240" y="4433685"/>
            <a:ext cx="68580" cy="238898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69680" y="4404977"/>
            <a:ext cx="68580" cy="267606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61120" y="4374209"/>
            <a:ext cx="68580" cy="298374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052560" y="4341516"/>
            <a:ext cx="68580" cy="331067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144000" y="4306824"/>
            <a:ext cx="68580" cy="365760"/>
          </a:xfrm>
          <a:prstGeom prst="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418320" y="4315968"/>
            <a:ext cx="731520" cy="292608"/>
          </a:xfrm>
          <a:prstGeom prst="roundRect">
            <a:avLst/>
          </a:prstGeom>
          <a:solidFill>
            <a:srgbClr val="2EC4F1">
              <a:alpha val="600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6.9%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87000" y="4297680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3.29</a:t>
            </a:r>
          </a:p>
        </p:txBody>
      </p:sp>
      <p:sp>
        <p:nvSpPr>
          <p:cNvPr id="152" name="Oval 151"/>
          <p:cNvSpPr/>
          <p:nvPr/>
        </p:nvSpPr>
        <p:spPr>
          <a:xfrm>
            <a:off x="548640" y="4974336"/>
            <a:ext cx="164592" cy="164592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4672" y="4901184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Eastern Europe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926080" y="4974336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926080" y="4974336"/>
            <a:ext cx="257079" cy="18288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09160" y="4919472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4.4%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394960" y="4855464"/>
            <a:ext cx="127126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67806" y="4809744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285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394960" y="5065776"/>
            <a:ext cx="222941" cy="164592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63621" y="5020056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499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772400" y="5232196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863840" y="5220210"/>
            <a:ext cx="68580" cy="55877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955280" y="5207560"/>
            <a:ext cx="68580" cy="68527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046720" y="5194051"/>
            <a:ext cx="68580" cy="8203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138160" y="5179626"/>
            <a:ext cx="68580" cy="9646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229600" y="5163007"/>
            <a:ext cx="68580" cy="11308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321040" y="5144937"/>
            <a:ext cx="68580" cy="13115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412480" y="5125389"/>
            <a:ext cx="68580" cy="150698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03920" y="5104365"/>
            <a:ext cx="68580" cy="171722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595360" y="5081788"/>
            <a:ext cx="68580" cy="194299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686800" y="5057577"/>
            <a:ext cx="68580" cy="21851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778240" y="5031565"/>
            <a:ext cx="68580" cy="244522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869680" y="5003721"/>
            <a:ext cx="68580" cy="272366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961120" y="4974208"/>
            <a:ext cx="68580" cy="301879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52560" y="4943029"/>
            <a:ext cx="68580" cy="333058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144000" y="4910328"/>
            <a:ext cx="68580" cy="365760"/>
          </a:xfrm>
          <a:prstGeom prst="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418320" y="4919472"/>
            <a:ext cx="731520" cy="292608"/>
          </a:xfrm>
          <a:prstGeom prst="roundRect">
            <a:avLst/>
          </a:prstGeom>
          <a:solidFill>
            <a:srgbClr val="2EC4F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5.8%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4901184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3.43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7200" y="5376672"/>
            <a:ext cx="11018520" cy="5669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48640" y="5577840"/>
            <a:ext cx="164592" cy="164592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04672" y="5504688"/>
            <a:ext cx="2103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2F6FA"/>
                </a:solidFill>
                <a:latin typeface="Calibri"/>
              </a:rPr>
              <a:t>Middle East &amp; Africa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926080" y="5577840"/>
            <a:ext cx="1737360" cy="182880"/>
          </a:xfrm>
          <a:prstGeom prst="rect">
            <a:avLst/>
          </a:prstGeom>
          <a:solidFill>
            <a:srgbClr val="24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926080" y="5577840"/>
            <a:ext cx="251578" cy="1828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709160" y="5522976"/>
            <a:ext cx="6400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F2F6FA"/>
                </a:solidFill>
                <a:latin typeface="Calibri"/>
              </a:rPr>
              <a:t>4.3%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394960" y="5458968"/>
            <a:ext cx="114046" cy="16459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554726" y="5413248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0">
                <a:solidFill>
                  <a:srgbClr val="8FA8C0"/>
                </a:solidFill>
                <a:latin typeface="Calibri"/>
              </a:rPr>
              <a:t>255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394960" y="5669280"/>
            <a:ext cx="218171" cy="1645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658851" y="5623560"/>
            <a:ext cx="822960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 i="0">
                <a:solidFill>
                  <a:srgbClr val="F2F6FA"/>
                </a:solidFill>
                <a:latin typeface="Calibri"/>
              </a:rPr>
              <a:t>488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772400" y="5835700"/>
            <a:ext cx="68580" cy="4389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863840" y="5824959"/>
            <a:ext cx="68580" cy="5463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955280" y="5813210"/>
            <a:ext cx="68580" cy="66381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046720" y="5800205"/>
            <a:ext cx="68580" cy="79386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138160" y="5785779"/>
            <a:ext cx="68580" cy="93812"/>
          </a:xfrm>
          <a:prstGeom prst="rect">
            <a:avLst/>
          </a:prstGeom>
          <a:solidFill>
            <a:srgbClr val="8F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229600" y="5769057"/>
            <a:ext cx="68580" cy="11053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321040" y="5750689"/>
            <a:ext cx="68580" cy="12890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412480" y="5730610"/>
            <a:ext cx="68580" cy="148981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503920" y="5709072"/>
            <a:ext cx="68580" cy="17051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595360" y="5686126"/>
            <a:ext cx="68580" cy="193465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686800" y="5661840"/>
            <a:ext cx="68580" cy="217751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78240" y="5635892"/>
            <a:ext cx="68580" cy="24369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869680" y="5608161"/>
            <a:ext cx="68580" cy="27143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961120" y="5578591"/>
            <a:ext cx="68580" cy="301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052560" y="5547138"/>
            <a:ext cx="68580" cy="332453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144000" y="5513832"/>
            <a:ext cx="68580" cy="3657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9418320" y="5522976"/>
            <a:ext cx="731520" cy="292608"/>
          </a:xfrm>
          <a:prstGeom prst="roundRect">
            <a:avLst/>
          </a:prstGeom>
          <a:solidFill>
            <a:srgbClr val="2EC4F1">
              <a:alpha val="5640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2F6FA"/>
                </a:solidFill>
                <a:latin typeface="Calibri"/>
              </a:rPr>
              <a:t>6.7%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287000" y="5504688"/>
            <a:ext cx="109728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200" b="1" i="0">
                <a:solidFill>
                  <a:srgbClr val="F2F6FA"/>
                </a:solidFill>
                <a:latin typeface="Calibri"/>
              </a:rPr>
              <a:t>3.44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Country landscape: 2036 market packed by size and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Circle area = 2036 value; colour = region; all 31 countries / blocks in one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treemap logic + region colour + labels  |  REPLACES: country bar list or country table</a:t>
            </a:r>
          </a:p>
        </p:txBody>
      </p:sp>
      <p:sp>
        <p:nvSpPr>
          <p:cNvPr id="7" name="Oval 6"/>
          <p:cNvSpPr/>
          <p:nvPr/>
        </p:nvSpPr>
        <p:spPr>
          <a:xfrm>
            <a:off x="3638294" y="3043934"/>
            <a:ext cx="1684531" cy="1684531"/>
          </a:xfrm>
          <a:prstGeom prst="ellipse">
            <a:avLst/>
          </a:prstGeom>
          <a:solidFill>
            <a:srgbClr val="2EC4F1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U.S.</a:t>
            </a:r>
          </a:p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2,121</a:t>
            </a:r>
          </a:p>
        </p:txBody>
      </p:sp>
      <p:sp>
        <p:nvSpPr>
          <p:cNvPr id="8" name="Oval 7"/>
          <p:cNvSpPr/>
          <p:nvPr/>
        </p:nvSpPr>
        <p:spPr>
          <a:xfrm>
            <a:off x="5367429" y="3003148"/>
            <a:ext cx="1615932" cy="1615932"/>
          </a:xfrm>
          <a:prstGeom prst="ellipse">
            <a:avLst/>
          </a:prstGeom>
          <a:solidFill>
            <a:srgbClr val="A78BFA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China</a:t>
            </a:r>
          </a:p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1,952</a:t>
            </a:r>
          </a:p>
        </p:txBody>
      </p:sp>
      <p:sp>
        <p:nvSpPr>
          <p:cNvPr id="9" name="Oval 8"/>
          <p:cNvSpPr/>
          <p:nvPr/>
        </p:nvSpPr>
        <p:spPr>
          <a:xfrm>
            <a:off x="2700546" y="3839048"/>
            <a:ext cx="970612" cy="970612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Germany</a:t>
            </a:r>
          </a:p>
          <a:p>
            <a:pPr algn="ctr"/>
            <a:r>
              <a:rPr sz="1100" b="1">
                <a:solidFill>
                  <a:srgbClr val="07182B"/>
                </a:solidFill>
                <a:latin typeface="Calibri"/>
              </a:rPr>
              <a:t>704</a:t>
            </a:r>
          </a:p>
        </p:txBody>
      </p:sp>
      <p:sp>
        <p:nvSpPr>
          <p:cNvPr id="10" name="Oval 9"/>
          <p:cNvSpPr/>
          <p:nvPr/>
        </p:nvSpPr>
        <p:spPr>
          <a:xfrm>
            <a:off x="2825622" y="2877454"/>
            <a:ext cx="891577" cy="891577"/>
          </a:xfrm>
          <a:prstGeom prst="ellipse">
            <a:avLst/>
          </a:prstGeom>
          <a:solidFill>
            <a:srgbClr val="A78BFA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Japan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594</a:t>
            </a:r>
          </a:p>
        </p:txBody>
      </p:sp>
      <p:sp>
        <p:nvSpPr>
          <p:cNvPr id="11" name="Oval 10"/>
          <p:cNvSpPr/>
          <p:nvPr/>
        </p:nvSpPr>
        <p:spPr>
          <a:xfrm>
            <a:off x="4971237" y="4380776"/>
            <a:ext cx="846911" cy="846911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France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536</a:t>
            </a:r>
          </a:p>
        </p:txBody>
      </p:sp>
      <p:sp>
        <p:nvSpPr>
          <p:cNvPr id="12" name="Oval 11"/>
          <p:cNvSpPr/>
          <p:nvPr/>
        </p:nvSpPr>
        <p:spPr>
          <a:xfrm>
            <a:off x="4872965" y="2372451"/>
            <a:ext cx="840129" cy="840129"/>
          </a:xfrm>
          <a:prstGeom prst="ellipse">
            <a:avLst/>
          </a:prstGeom>
          <a:solidFill>
            <a:srgbClr val="9BDE5C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India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528</a:t>
            </a:r>
          </a:p>
        </p:txBody>
      </p:sp>
      <p:sp>
        <p:nvSpPr>
          <p:cNvPr id="13" name="Oval 12"/>
          <p:cNvSpPr/>
          <p:nvPr/>
        </p:nvSpPr>
        <p:spPr>
          <a:xfrm>
            <a:off x="3686471" y="2219590"/>
            <a:ext cx="809150" cy="809150"/>
          </a:xfrm>
          <a:prstGeom prst="ellipse">
            <a:avLst/>
          </a:prstGeom>
          <a:solidFill>
            <a:srgbClr val="9BDE5C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ASEAN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489</a:t>
            </a:r>
          </a:p>
        </p:txBody>
      </p:sp>
      <p:sp>
        <p:nvSpPr>
          <p:cNvPr id="14" name="Oval 13"/>
          <p:cNvSpPr/>
          <p:nvPr/>
        </p:nvSpPr>
        <p:spPr>
          <a:xfrm>
            <a:off x="3862889" y="4757326"/>
            <a:ext cx="755047" cy="755047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Italy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426</a:t>
            </a:r>
          </a:p>
        </p:txBody>
      </p:sp>
      <p:sp>
        <p:nvSpPr>
          <p:cNvPr id="15" name="Oval 14"/>
          <p:cNvSpPr/>
          <p:nvPr/>
        </p:nvSpPr>
        <p:spPr>
          <a:xfrm>
            <a:off x="1955953" y="3493741"/>
            <a:ext cx="750777" cy="750777"/>
          </a:xfrm>
          <a:prstGeom prst="ellipse">
            <a:avLst/>
          </a:prstGeom>
          <a:solidFill>
            <a:srgbClr val="A78BFA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South Korea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421</a:t>
            </a:r>
          </a:p>
        </p:txBody>
      </p:sp>
      <p:sp>
        <p:nvSpPr>
          <p:cNvPr id="16" name="Oval 15"/>
          <p:cNvSpPr/>
          <p:nvPr/>
        </p:nvSpPr>
        <p:spPr>
          <a:xfrm>
            <a:off x="2854216" y="4869065"/>
            <a:ext cx="750605" cy="750605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U.K.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421</a:t>
            </a:r>
          </a:p>
        </p:txBody>
      </p:sp>
      <p:sp>
        <p:nvSpPr>
          <p:cNvPr id="17" name="Oval 16"/>
          <p:cNvSpPr/>
          <p:nvPr/>
        </p:nvSpPr>
        <p:spPr>
          <a:xfrm>
            <a:off x="5880810" y="4665896"/>
            <a:ext cx="716104" cy="716104"/>
          </a:xfrm>
          <a:prstGeom prst="ellipse">
            <a:avLst/>
          </a:prstGeom>
          <a:solidFill>
            <a:srgbClr val="1FD1B0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Rest of LATAM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383</a:t>
            </a:r>
          </a:p>
        </p:txBody>
      </p:sp>
      <p:sp>
        <p:nvSpPr>
          <p:cNvPr id="18" name="Oval 17"/>
          <p:cNvSpPr/>
          <p:nvPr/>
        </p:nvSpPr>
        <p:spPr>
          <a:xfrm>
            <a:off x="2201272" y="4567844"/>
            <a:ext cx="640392" cy="640392"/>
          </a:xfrm>
          <a:prstGeom prst="ellipse">
            <a:avLst/>
          </a:prstGeom>
          <a:solidFill>
            <a:srgbClr val="2EC4F1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Canada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307</a:t>
            </a:r>
          </a:p>
        </p:txBody>
      </p:sp>
      <p:sp>
        <p:nvSpPr>
          <p:cNvPr id="19" name="Oval 18"/>
          <p:cNvSpPr/>
          <p:nvPr/>
        </p:nvSpPr>
        <p:spPr>
          <a:xfrm>
            <a:off x="2395461" y="2409966"/>
            <a:ext cx="608941" cy="608941"/>
          </a:xfrm>
          <a:prstGeom prst="ellipse">
            <a:avLst/>
          </a:prstGeom>
          <a:solidFill>
            <a:srgbClr val="1FD1B0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Brazil</a:t>
            </a:r>
          </a:p>
          <a:p>
            <a:pPr algn="ctr"/>
            <a:r>
              <a:rPr sz="900" b="1">
                <a:solidFill>
                  <a:srgbClr val="07182B"/>
                </a:solidFill>
                <a:latin typeface="Calibri"/>
              </a:rPr>
              <a:t>277</a:t>
            </a:r>
          </a:p>
        </p:txBody>
      </p:sp>
      <p:sp>
        <p:nvSpPr>
          <p:cNvPr id="20" name="Oval 19"/>
          <p:cNvSpPr/>
          <p:nvPr/>
        </p:nvSpPr>
        <p:spPr>
          <a:xfrm>
            <a:off x="3098080" y="2071008"/>
            <a:ext cx="579883" cy="579883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57521" y="5341106"/>
            <a:ext cx="551877" cy="551877"/>
          </a:xfrm>
          <a:prstGeom prst="ellipse">
            <a:avLst/>
          </a:prstGeom>
          <a:solidFill>
            <a:srgbClr val="2EC4F1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85188" y="2962903"/>
            <a:ext cx="490395" cy="490395"/>
          </a:xfrm>
          <a:prstGeom prst="ellipse">
            <a:avLst/>
          </a:prstGeom>
          <a:solidFill>
            <a:srgbClr val="FF6B57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26457" y="2193718"/>
            <a:ext cx="459856" cy="459856"/>
          </a:xfrm>
          <a:prstGeom prst="ellipse">
            <a:avLst/>
          </a:prstGeom>
          <a:solidFill>
            <a:srgbClr val="9BDE5C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19915" y="4425609"/>
            <a:ext cx="443018" cy="443018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0038" y="5303953"/>
            <a:ext cx="440207" cy="440207"/>
          </a:xfrm>
          <a:prstGeom prst="ellipse">
            <a:avLst/>
          </a:prstGeom>
          <a:solidFill>
            <a:srgbClr val="F472B6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73178" y="5419334"/>
            <a:ext cx="431016" cy="431016"/>
          </a:xfrm>
          <a:prstGeom prst="ellipse">
            <a:avLst/>
          </a:prstGeom>
          <a:solidFill>
            <a:srgbClr val="FF6B57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8048" y="2658513"/>
            <a:ext cx="401200" cy="401200"/>
          </a:xfrm>
          <a:prstGeom prst="ellipse">
            <a:avLst/>
          </a:prstGeom>
          <a:solidFill>
            <a:srgbClr val="F472B6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22061" y="4146582"/>
            <a:ext cx="397392" cy="397392"/>
          </a:xfrm>
          <a:prstGeom prst="ellipse">
            <a:avLst/>
          </a:prstGeom>
          <a:solidFill>
            <a:srgbClr val="F472B6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51703" y="1980423"/>
            <a:ext cx="373204" cy="373204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3323" y="1881699"/>
            <a:ext cx="332829" cy="332829"/>
          </a:xfrm>
          <a:prstGeom prst="ellipse">
            <a:avLst/>
          </a:prstGeom>
          <a:solidFill>
            <a:srgbClr val="FFB703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02615" y="3915570"/>
            <a:ext cx="327948" cy="327948"/>
          </a:xfrm>
          <a:prstGeom prst="ellipse">
            <a:avLst/>
          </a:prstGeom>
          <a:solidFill>
            <a:srgbClr val="FF6B57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3279" y="2514474"/>
            <a:ext cx="312051" cy="312051"/>
          </a:xfrm>
          <a:prstGeom prst="ellipse">
            <a:avLst/>
          </a:prstGeom>
          <a:solidFill>
            <a:srgbClr val="9BDE5C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55507" y="4805245"/>
            <a:ext cx="296838" cy="296838"/>
          </a:xfrm>
          <a:prstGeom prst="ellipse">
            <a:avLst/>
          </a:prstGeom>
          <a:solidFill>
            <a:srgbClr val="F472B6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38279" y="4975868"/>
            <a:ext cx="272639" cy="272639"/>
          </a:xfrm>
          <a:prstGeom prst="ellipse">
            <a:avLst/>
          </a:prstGeom>
          <a:solidFill>
            <a:srgbClr val="FF6B57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66414" y="3305503"/>
            <a:ext cx="256118" cy="256118"/>
          </a:xfrm>
          <a:prstGeom prst="ellipse">
            <a:avLst/>
          </a:prstGeom>
          <a:solidFill>
            <a:srgbClr val="1FD1B0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25361" y="3551589"/>
            <a:ext cx="243643" cy="243643"/>
          </a:xfrm>
          <a:prstGeom prst="ellipse">
            <a:avLst/>
          </a:prstGeom>
          <a:solidFill>
            <a:srgbClr val="FF6B57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43900" y="4262631"/>
            <a:ext cx="229016" cy="229016"/>
          </a:xfrm>
          <a:prstGeom prst="ellipse">
            <a:avLst/>
          </a:prstGeom>
          <a:solidFill>
            <a:srgbClr val="F472B6">
              <a:alpha val="88000"/>
            </a:srgbClr>
          </a:solidFill>
          <a:ln w="19050">
            <a:solidFill>
              <a:srgbClr val="07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1554480"/>
            <a:ext cx="30175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00" b="1" i="0">
                <a:solidFill>
                  <a:srgbClr val="8FA8C0"/>
                </a:solidFill>
                <a:latin typeface="Calibri"/>
              </a:rPr>
              <a:t>REGION  ·  2036 US$ Mn</a:t>
            </a:r>
          </a:p>
        </p:txBody>
      </p:sp>
      <p:sp>
        <p:nvSpPr>
          <p:cNvPr id="39" name="Oval 38"/>
          <p:cNvSpPr/>
          <p:nvPr/>
        </p:nvSpPr>
        <p:spPr>
          <a:xfrm>
            <a:off x="8778240" y="196596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1920240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East Asia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1920240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A78BFA"/>
                </a:solidFill>
                <a:latin typeface="Calibri"/>
              </a:rPr>
              <a:t>2,967</a:t>
            </a:r>
          </a:p>
        </p:txBody>
      </p:sp>
      <p:sp>
        <p:nvSpPr>
          <p:cNvPr id="42" name="Oval 41"/>
          <p:cNvSpPr/>
          <p:nvPr/>
        </p:nvSpPr>
        <p:spPr>
          <a:xfrm>
            <a:off x="8778240" y="2350008"/>
            <a:ext cx="182880" cy="1828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2304288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Western Europe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230428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FFB703"/>
                </a:solidFill>
                <a:latin typeface="Calibri"/>
              </a:rPr>
              <a:t>2,673</a:t>
            </a:r>
          </a:p>
        </p:txBody>
      </p:sp>
      <p:sp>
        <p:nvSpPr>
          <p:cNvPr id="45" name="Oval 44"/>
          <p:cNvSpPr/>
          <p:nvPr/>
        </p:nvSpPr>
        <p:spPr>
          <a:xfrm>
            <a:off x="8778240" y="2734056"/>
            <a:ext cx="182880" cy="182880"/>
          </a:xfrm>
          <a:prstGeom prst="ellipse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688336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North America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2688336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2EC4F1"/>
                </a:solidFill>
                <a:latin typeface="Calibri"/>
              </a:rPr>
              <a:t>2,655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0" y="3118104"/>
            <a:ext cx="182880" cy="182880"/>
          </a:xfrm>
          <a:prstGeom prst="ellipse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072384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South Asia Pacific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3072384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9BDE5C"/>
                </a:solidFill>
                <a:latin typeface="Calibri"/>
              </a:rPr>
              <a:t>1,248</a:t>
            </a:r>
          </a:p>
        </p:txBody>
      </p:sp>
      <p:sp>
        <p:nvSpPr>
          <p:cNvPr id="51" name="Oval 50"/>
          <p:cNvSpPr/>
          <p:nvPr/>
        </p:nvSpPr>
        <p:spPr>
          <a:xfrm>
            <a:off x="8778240" y="3502152"/>
            <a:ext cx="182880" cy="182880"/>
          </a:xfrm>
          <a:prstGeom prst="ellipse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3456432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Latin America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3456432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1FD1B0"/>
                </a:solidFill>
                <a:latin typeface="Calibri"/>
              </a:rPr>
              <a:t>710</a:t>
            </a:r>
          </a:p>
        </p:txBody>
      </p:sp>
      <p:sp>
        <p:nvSpPr>
          <p:cNvPr id="54" name="Oval 53"/>
          <p:cNvSpPr/>
          <p:nvPr/>
        </p:nvSpPr>
        <p:spPr>
          <a:xfrm>
            <a:off x="8778240" y="3886200"/>
            <a:ext cx="182880" cy="182880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3840480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Eastern Europe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3840480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FF6B57"/>
                </a:solidFill>
                <a:latin typeface="Calibri"/>
              </a:rPr>
              <a:t>499</a:t>
            </a:r>
          </a:p>
        </p:txBody>
      </p:sp>
      <p:sp>
        <p:nvSpPr>
          <p:cNvPr id="57" name="Oval 56"/>
          <p:cNvSpPr/>
          <p:nvPr/>
        </p:nvSpPr>
        <p:spPr>
          <a:xfrm>
            <a:off x="8778240" y="4270248"/>
            <a:ext cx="182880" cy="1828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4224528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50" b="1" i="0">
                <a:solidFill>
                  <a:srgbClr val="F2F6FA"/>
                </a:solidFill>
                <a:latin typeface="Calibri"/>
              </a:rPr>
              <a:t>Middle East &amp; Africa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4224528"/>
            <a:ext cx="914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1150" b="1" i="0">
                <a:solidFill>
                  <a:srgbClr val="F472B6"/>
                </a:solidFill>
                <a:latin typeface="Calibri"/>
              </a:rPr>
              <a:t>488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100 squares, one market: who owns each point of 2036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1 square = 1% of 2036 global value, grouped by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waffle (pictogram) + share list + CAGR chips  |  REPLACES: material pie / doughnut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7008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82496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7984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33472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59936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5424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10912" y="1508760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07008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82496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57984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33472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08960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59936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5424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10912" y="1984248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07008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82496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57984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33472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08960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84448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59936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35424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10912" y="2459736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207008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82496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57984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33472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08960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84448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59936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35424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10912" y="2935224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" y="3410712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207008" y="3410712"/>
            <a:ext cx="420624" cy="420624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682496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157984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33472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108960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84448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59936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35424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10912" y="3410712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31520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207008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682496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157984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633472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108960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584448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059936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35424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10912" y="3886200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1520" y="4361688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207008" y="4361688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682496" y="4361688"/>
            <a:ext cx="420624" cy="420624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157984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633472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108960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584448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059936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35424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10912" y="4361688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31520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207008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682496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157984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633472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108960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584448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059936" y="4837176"/>
            <a:ext cx="420624" cy="420624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535424" y="4837176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010912" y="4837176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31520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207008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682496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157984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633472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108960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84448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059936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535424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010912" y="5312664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31520" y="5788152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207008" y="5788152"/>
            <a:ext cx="420624" cy="420624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682496" y="5788152"/>
            <a:ext cx="420624" cy="42062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57984" y="5788152"/>
            <a:ext cx="420624" cy="42062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633472" y="5788152"/>
            <a:ext cx="420624" cy="42062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108960" y="5788152"/>
            <a:ext cx="420624" cy="42062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584448" y="5788152"/>
            <a:ext cx="420624" cy="420624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059936" y="5788152"/>
            <a:ext cx="420624" cy="420624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35424" y="5788152"/>
            <a:ext cx="420624" cy="420624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010912" y="5788152"/>
            <a:ext cx="420624" cy="420624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126480" y="1618488"/>
            <a:ext cx="457200" cy="457200"/>
          </a:xfrm>
          <a:prstGeom prst="round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720840" y="158191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Polyester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185623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US$ 4,747 Mn  ·  CAGR 7.1%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41280" y="160020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2EC4F1"/>
                </a:solidFill>
                <a:latin typeface="Calibri"/>
              </a:rPr>
              <a:t>42%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26480" y="2395728"/>
            <a:ext cx="457200" cy="457200"/>
          </a:xfrm>
          <a:prstGeom prst="roundRect">
            <a:avLst/>
          </a:prstGeom>
          <a:solidFill>
            <a:srgbClr val="1F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720840" y="235915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Polyamide or Nylon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720840" y="263347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US$ 2,313 Mn  ·  CAGR 7.2%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41280" y="237744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1FD1B0"/>
                </a:solidFill>
                <a:latin typeface="Calibri"/>
              </a:rPr>
              <a:t>21%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126480" y="3172968"/>
            <a:ext cx="457200" cy="457200"/>
          </a:xfrm>
          <a:prstGeom prst="round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40" y="313639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Elastane or Spandex Blends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20840" y="341071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US$ 1,624 Mn  ·  CAGR 8.2%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41280" y="315468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FFB703"/>
                </a:solidFill>
                <a:latin typeface="Calibri"/>
              </a:rPr>
              <a:t>15%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126480" y="3950208"/>
            <a:ext cx="457200" cy="457200"/>
          </a:xfrm>
          <a:prstGeom prst="roundRect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20840" y="391363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High-Performance &amp; Specialty Fibe…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20840" y="418795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US$ 1,573 Mn  ·  CAGR 8.6%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41280" y="393192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FF6B57"/>
                </a:solidFill>
                <a:latin typeface="Calibri"/>
              </a:rPr>
              <a:t>14%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26480" y="4727448"/>
            <a:ext cx="457200" cy="4572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720840" y="469087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Cellulosic Fibers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720840" y="496519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US$ 497 Mn  ·  CAGR 6.3%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41280" y="470916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A78BFA"/>
                </a:solidFill>
                <a:latin typeface="Calibri"/>
              </a:rPr>
              <a:t>4%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26480" y="5504688"/>
            <a:ext cx="457200" cy="457200"/>
          </a:xfrm>
          <a:prstGeom prst="roundRect">
            <a:avLst/>
          </a:prstGeom>
          <a:solidFill>
            <a:srgbClr val="9B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40" y="5468112"/>
            <a:ext cx="32918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 i="0">
                <a:solidFill>
                  <a:srgbClr val="F2F6FA"/>
                </a:solidFill>
                <a:latin typeface="Calibri"/>
              </a:rPr>
              <a:t>Polypropylene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20840" y="5742432"/>
            <a:ext cx="3291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100" b="0" i="0">
                <a:solidFill>
                  <a:srgbClr val="8FA8C0"/>
                </a:solidFill>
                <a:latin typeface="Calibri"/>
              </a:rPr>
              <a:t>US$ 486 Mn  ·  CAGR 7.6%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0" y="5486400"/>
            <a:ext cx="15544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2800" b="1" i="0">
                <a:solidFill>
                  <a:srgbClr val="9BDE5C"/>
                </a:solidFill>
                <a:latin typeface="Calibri"/>
              </a:rPr>
              <a:t>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2F6FA"/>
                </a:solidFill>
                <a:latin typeface="Calibri"/>
              </a:rPr>
              <a:t>Volume, value and price on one aligned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300" b="0" i="0">
                <a:solidFill>
                  <a:srgbClr val="8FA8C0"/>
                </a:solidFill>
                <a:latin typeface="Calibri"/>
              </a:rPr>
              <a:t>Global performance knitted fabrics: Mn Sq. Yards, US$ Mn and implied US$ per sq. yard, 2021-2036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" cy="457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0" i="1">
                <a:solidFill>
                  <a:srgbClr val="8FA8C0"/>
                </a:solidFill>
                <a:latin typeface="Calibri"/>
              </a:rPr>
              <a:t>COMBINES: three aligned charts sharing one x-axis  |  REPLACES: separate volume and value slides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371600"/>
          <a:ext cx="7863840" cy="1645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3035808"/>
          <a:ext cx="786384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4700016"/>
          <a:ext cx="786384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8595360" y="1463040"/>
            <a:ext cx="3154680" cy="14173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463040"/>
            <a:ext cx="64008" cy="1417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627632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8FA8C0"/>
                </a:solidFill>
                <a:latin typeface="Calibri"/>
              </a:rPr>
              <a:t>VOLUME CAGR 26-36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965960"/>
            <a:ext cx="283464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  <a:latin typeface="Calibri"/>
              </a:rPr>
              <a:t>5.9%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127248"/>
            <a:ext cx="3154680" cy="14173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127248"/>
            <a:ext cx="64008" cy="1417320"/>
          </a:xfrm>
          <a:prstGeom prst="rect">
            <a:avLst/>
          </a:prstGeom>
          <a:solidFill>
            <a:srgbClr val="2EC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3291840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8FA8C0"/>
                </a:solidFill>
                <a:latin typeface="Calibri"/>
              </a:rPr>
              <a:t>VALUE CAGR 26-36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30168"/>
            <a:ext cx="283464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3600" b="1" i="0">
                <a:solidFill>
                  <a:srgbClr val="2EC4F1"/>
                </a:solidFill>
                <a:latin typeface="Calibri"/>
              </a:rPr>
              <a:t>7.4%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4791456"/>
            <a:ext cx="3154680" cy="14173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4791456"/>
            <a:ext cx="64008" cy="14173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956048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 i="0">
                <a:solidFill>
                  <a:srgbClr val="8FA8C0"/>
                </a:solidFill>
                <a:latin typeface="Calibri"/>
              </a:rPr>
              <a:t>PRICE CHANGE 26-36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294376"/>
            <a:ext cx="283464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3600" b="1" i="0">
                <a:solidFill>
                  <a:srgbClr val="FFB703"/>
                </a:solidFill>
                <a:latin typeface="Calibri"/>
              </a:rPr>
              <a:t>+15.3%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