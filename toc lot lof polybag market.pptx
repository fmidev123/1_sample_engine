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4746" r:id="rId5"/>
    <p:sldId id="2592" r:id="rId6"/>
    <p:sldId id="4868" r:id="rId7"/>
    <p:sldId id="4869" r:id="rId8"/>
    <p:sldId id="4870" r:id="rId9"/>
    <p:sldId id="4871" r:id="rId10"/>
    <p:sldId id="4872" r:id="rId11"/>
    <p:sldId id="4876" r:id="rId12"/>
    <p:sldId id="4782" r:id="rId13"/>
    <p:sldId id="4919" r:id="rId14"/>
    <p:sldId id="4783" r:id="rId15"/>
    <p:sldId id="4920" r:id="rId16"/>
  </p:sldIdLst>
  <p:sldSz cx="12192000" cy="6858000"/>
  <p:notesSz cx="6858000" cy="9144000"/>
  <p:defaultTextStyle>
    <a:defPPr>
      <a:defRPr lang="en-US"/>
    </a:defPPr>
    <a:lvl1pPr marL="0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1pPr>
    <a:lvl2pPr marL="483259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2pPr>
    <a:lvl3pPr marL="966517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3pPr>
    <a:lvl4pPr marL="1449775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4pPr>
    <a:lvl5pPr marL="1933034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5pPr>
    <a:lvl6pPr marL="2416292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6pPr>
    <a:lvl7pPr marL="2899551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7pPr>
    <a:lvl8pPr marL="3382810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8pPr>
    <a:lvl9pPr marL="3866068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Kunal Gunbote" initials="KG" lastIdx="1" clrIdx="6">
    <p:extLst>
      <p:ext uri="{19B8F6BF-5375-455C-9EA6-DF929625EA0E}">
        <p15:presenceInfo xmlns:p15="http://schemas.microsoft.com/office/powerpoint/2012/main" userId="S-1-5-21-1159362702-2669330398-3134130338-4935" providerId="AD"/>
      </p:ext>
    </p:extLst>
  </p:cmAuthor>
  <p:cmAuthor id="1" name="Sagar Walame" initials="SW" lastIdx="1" clrIdx="0">
    <p:extLst>
      <p:ext uri="{19B8F6BF-5375-455C-9EA6-DF929625EA0E}">
        <p15:presenceInfo xmlns:p15="http://schemas.microsoft.com/office/powerpoint/2012/main" userId="S-1-5-21-1159362702-2669330398-3134130338-92087" providerId="AD"/>
      </p:ext>
    </p:extLst>
  </p:cmAuthor>
  <p:cmAuthor id="2" name="Himanshu Kabra" initials="HK" lastIdx="24" clrIdx="2">
    <p:extLst>
      <p:ext uri="{19B8F6BF-5375-455C-9EA6-DF929625EA0E}">
        <p15:presenceInfo xmlns:p15="http://schemas.microsoft.com/office/powerpoint/2012/main" userId="S-1-5-21-1159362702-2669330398-3134130338-2214" providerId="AD"/>
      </p:ext>
    </p:extLst>
  </p:cmAuthor>
  <p:cmAuthor id="4" name="Nandita Patra" initials="NP" lastIdx="9" clrIdx="3">
    <p:extLst>
      <p:ext uri="{19B8F6BF-5375-455C-9EA6-DF929625EA0E}">
        <p15:presenceInfo xmlns:p15="http://schemas.microsoft.com/office/powerpoint/2012/main" userId="S-1-5-21-1159362702-2669330398-3134130338-4988" providerId="AD"/>
      </p:ext>
    </p:extLst>
  </p:cmAuthor>
  <p:cmAuthor id="5" name="Suraj Pawar" initials="SP" lastIdx="13" clrIdx="4">
    <p:extLst>
      <p:ext uri="{19B8F6BF-5375-455C-9EA6-DF929625EA0E}">
        <p15:presenceInfo xmlns:p15="http://schemas.microsoft.com/office/powerpoint/2012/main" userId="S-1-5-21-1159362702-2669330398-3134130338-2470" providerId="AD"/>
      </p:ext>
    </p:extLst>
  </p:cmAuthor>
  <p:cmAuthor id="6" name="Amarendra Mummaneni" initials="AM" lastIdx="30" clrIdx="5">
    <p:extLst>
      <p:ext uri="{19B8F6BF-5375-455C-9EA6-DF929625EA0E}">
        <p15:presenceInfo xmlns:p15="http://schemas.microsoft.com/office/powerpoint/2012/main" userId="S-1-5-21-1159362702-2669330398-3134130338-492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F8FD"/>
    <a:srgbClr val="BFBFBF"/>
    <a:srgbClr val="EEEEEE"/>
    <a:srgbClr val="FBEEBF"/>
    <a:srgbClr val="000000"/>
    <a:srgbClr val="DEFEE0"/>
    <a:srgbClr val="CDDFF0"/>
    <a:srgbClr val="EFF4E8"/>
    <a:srgbClr val="D9D9D9"/>
    <a:srgbClr val="EFFD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12" autoAdjust="0"/>
    <p:restoredTop sz="94434" autoAdjust="0"/>
  </p:normalViewPr>
  <p:slideViewPr>
    <p:cSldViewPr snapToGrid="0">
      <p:cViewPr varScale="1">
        <p:scale>
          <a:sx n="109" d="100"/>
          <a:sy n="109" d="100"/>
        </p:scale>
        <p:origin x="105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237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ali Patil" userId="2a404755-b381-4501-b42c-11444dea4494" providerId="ADAL" clId="{548B5D68-BEDC-484D-BA5A-196BE058B057}"/>
    <pc:docChg chg="undo redo custSel addSld delSld modSld delMainMaster">
      <pc:chgData name="Sayali Patil" userId="2a404755-b381-4501-b42c-11444dea4494" providerId="ADAL" clId="{548B5D68-BEDC-484D-BA5A-196BE058B057}" dt="2026-09-16T06:03:15.495" v="1434" actId="47"/>
      <pc:docMkLst>
        <pc:docMk/>
      </pc:docMkLst>
      <pc:sldChg chg="modSp del mod">
        <pc:chgData name="Sayali Patil" userId="2a404755-b381-4501-b42c-11444dea4494" providerId="ADAL" clId="{548B5D68-BEDC-484D-BA5A-196BE058B057}" dt="2026-09-16T06:02:56.131" v="1433" actId="47"/>
        <pc:sldMkLst>
          <pc:docMk/>
          <pc:sldMk cId="2217628619" sldId="45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028134426" sldId="140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860135376" sldId="1443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709678574" sldId="144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35321489" sldId="147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750940787" sldId="1476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758669651" sldId="1477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02491093" sldId="199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100756261" sldId="2028"/>
        </pc:sldMkLst>
      </pc:sldChg>
      <pc:sldChg chg="del">
        <pc:chgData name="Sayali Patil" userId="2a404755-b381-4501-b42c-11444dea4494" providerId="ADAL" clId="{548B5D68-BEDC-484D-BA5A-196BE058B057}" dt="2026-09-16T06:02:56.131" v="1433" actId="47"/>
        <pc:sldMkLst>
          <pc:docMk/>
          <pc:sldMk cId="2472225283" sldId="203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35891580" sldId="2043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340746409" sldId="204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267859387" sldId="2323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472945751" sldId="232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346430973" sldId="2364"/>
        </pc:sldMkLst>
      </pc:sldChg>
      <pc:sldChg chg="addSp delSp modSp del mod">
        <pc:chgData name="Sayali Patil" userId="2a404755-b381-4501-b42c-11444dea4494" providerId="ADAL" clId="{548B5D68-BEDC-484D-BA5A-196BE058B057}" dt="2026-09-16T06:02:56.131" v="1433" actId="47"/>
        <pc:sldMkLst>
          <pc:docMk/>
          <pc:sldMk cId="1693123745" sldId="2371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66517553" sldId="2393"/>
        </pc:sldMkLst>
      </pc:sldChg>
      <pc:sldChg chg="modSp del mod">
        <pc:chgData name="Sayali Patil" userId="2a404755-b381-4501-b42c-11444dea4494" providerId="ADAL" clId="{548B5D68-BEDC-484D-BA5A-196BE058B057}" dt="2026-09-16T06:02:56.131" v="1433" actId="47"/>
        <pc:sldMkLst>
          <pc:docMk/>
          <pc:sldMk cId="2692765155" sldId="2437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084148106" sldId="2441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558025799" sldId="2442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756298205" sldId="247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782662522" sldId="2500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22909692" sldId="2512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984240084" sldId="251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637724678" sldId="2516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915888340" sldId="2517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724274815" sldId="2518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549038543" sldId="252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216583379" sldId="2530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315566302" sldId="2531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788340679" sldId="253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940082771" sldId="254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452335266" sldId="2547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859316693" sldId="2548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303846552" sldId="2549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901682238" sldId="256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765396608" sldId="2573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731927891" sldId="257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060882891" sldId="259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488352160" sldId="260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183491819" sldId="260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094966161" sldId="296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727847043" sldId="4696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677608141" sldId="4697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368645337" sldId="4698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699526541" sldId="4706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725574353" sldId="4707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05065500" sldId="4708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334634940" sldId="4710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190713338" sldId="4711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675635797" sldId="4712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848476416" sldId="471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818007388" sldId="4730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807047906" sldId="4731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475821666" sldId="4732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918869905" sldId="4733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054768597" sldId="473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742688335" sldId="4736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649334144" sldId="4737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828753844" sldId="4739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990547290" sldId="4740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078654303" sldId="4741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4195897229" sldId="4742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327114635" sldId="4743"/>
        </pc:sldMkLst>
      </pc:sldChg>
      <pc:sldChg chg="del">
        <pc:chgData name="Sayali Patil" userId="2a404755-b381-4501-b42c-11444dea4494" providerId="ADAL" clId="{548B5D68-BEDC-484D-BA5A-196BE058B057}" dt="2026-09-16T06:02:56.131" v="1433" actId="47"/>
        <pc:sldMkLst>
          <pc:docMk/>
          <pc:sldMk cId="1003065222" sldId="474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475870899" sldId="4747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22138692" sldId="4756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634567137" sldId="4759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010487042" sldId="4761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860896993" sldId="4762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150519915" sldId="4772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629575621" sldId="4773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813079060" sldId="477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227458317" sldId="477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905612976" sldId="478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309978359" sldId="478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527101871" sldId="4786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797571114" sldId="4787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708819582" sldId="4788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296909614" sldId="4789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855288922" sldId="4790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451217914" sldId="4793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428012915" sldId="479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066303313" sldId="479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574746332" sldId="4798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628004527" sldId="4800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617128111" sldId="4801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907288508" sldId="4802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873277676" sldId="4803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947431444" sldId="481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58925149" sldId="481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167454629" sldId="4846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281831406" sldId="4847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477824045" sldId="4849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380649824" sldId="4867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782929519" sldId="4877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4195855030" sldId="4878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770013836" sldId="4879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909374028" sldId="4880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565809464" sldId="4881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636599206" sldId="4906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656073024" sldId="4908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657289427" sldId="4909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800617035" sldId="4910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624246177" sldId="4922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131271897" sldId="4923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10378937" sldId="4938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806172325" sldId="4939"/>
        </pc:sldMkLst>
      </pc:sldChg>
      <pc:sldChg chg="delSp modSp del mod">
        <pc:chgData name="Sayali Patil" userId="2a404755-b381-4501-b42c-11444dea4494" providerId="ADAL" clId="{548B5D68-BEDC-484D-BA5A-196BE058B057}" dt="2026-09-16T06:02:56.131" v="1433" actId="47"/>
        <pc:sldMkLst>
          <pc:docMk/>
          <pc:sldMk cId="2978079639" sldId="4945"/>
        </pc:sldMkLst>
      </pc:sldChg>
      <pc:sldChg chg="del">
        <pc:chgData name="Sayali Patil" userId="2a404755-b381-4501-b42c-11444dea4494" providerId="ADAL" clId="{548B5D68-BEDC-484D-BA5A-196BE058B057}" dt="2026-09-16T06:02:56.131" v="1433" actId="47"/>
        <pc:sldMkLst>
          <pc:docMk/>
          <pc:sldMk cId="3559640022" sldId="4946"/>
        </pc:sldMkLst>
      </pc:sldChg>
      <pc:sldChg chg="del">
        <pc:chgData name="Sayali Patil" userId="2a404755-b381-4501-b42c-11444dea4494" providerId="ADAL" clId="{548B5D68-BEDC-484D-BA5A-196BE058B057}" dt="2026-09-16T06:02:56.131" v="1433" actId="47"/>
        <pc:sldMkLst>
          <pc:docMk/>
          <pc:sldMk cId="1863953346" sldId="4947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76393040" sldId="496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204934473" sldId="497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629807865" sldId="497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604125426" sldId="4976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4014270125" sldId="4977"/>
        </pc:sldMkLst>
      </pc:sldChg>
      <pc:sldChg chg="modSp del mod">
        <pc:chgData name="Sayali Patil" userId="2a404755-b381-4501-b42c-11444dea4494" providerId="ADAL" clId="{548B5D68-BEDC-484D-BA5A-196BE058B057}" dt="2026-09-16T06:02:56.131" v="1433" actId="47"/>
        <pc:sldMkLst>
          <pc:docMk/>
          <pc:sldMk cId="2405583712" sldId="4978"/>
        </pc:sldMkLst>
      </pc:sldChg>
      <pc:sldChg chg="modSp del mod">
        <pc:chgData name="Sayali Patil" userId="2a404755-b381-4501-b42c-11444dea4494" providerId="ADAL" clId="{548B5D68-BEDC-484D-BA5A-196BE058B057}" dt="2026-09-16T06:02:56.131" v="1433" actId="47"/>
        <pc:sldMkLst>
          <pc:docMk/>
          <pc:sldMk cId="3976032222" sldId="4980"/>
        </pc:sldMkLst>
      </pc:sldChg>
      <pc:sldChg chg="modSp del mod">
        <pc:chgData name="Sayali Patil" userId="2a404755-b381-4501-b42c-11444dea4494" providerId="ADAL" clId="{548B5D68-BEDC-484D-BA5A-196BE058B057}" dt="2026-09-16T06:02:56.131" v="1433" actId="47"/>
        <pc:sldMkLst>
          <pc:docMk/>
          <pc:sldMk cId="1759358694" sldId="4982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295416930" sldId="4983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969514420" sldId="498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275043422" sldId="498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626699501" sldId="4986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011244674" sldId="4987"/>
        </pc:sldMkLst>
      </pc:sldChg>
      <pc:sldChg chg="modSp del mod">
        <pc:chgData name="Sayali Patil" userId="2a404755-b381-4501-b42c-11444dea4494" providerId="ADAL" clId="{548B5D68-BEDC-484D-BA5A-196BE058B057}" dt="2026-09-16T06:02:56.131" v="1433" actId="47"/>
        <pc:sldMkLst>
          <pc:docMk/>
          <pc:sldMk cId="2852996752" sldId="4989"/>
        </pc:sldMkLst>
      </pc:sldChg>
      <pc:sldChg chg="modSp del mod">
        <pc:chgData name="Sayali Patil" userId="2a404755-b381-4501-b42c-11444dea4494" providerId="ADAL" clId="{548B5D68-BEDC-484D-BA5A-196BE058B057}" dt="2026-09-16T06:02:56.131" v="1433" actId="47"/>
        <pc:sldMkLst>
          <pc:docMk/>
          <pc:sldMk cId="2872055539" sldId="4990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288125368" sldId="4991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803449710" sldId="4992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483833833" sldId="4993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941526918" sldId="499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810356870" sldId="5008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694196342" sldId="5009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830831790" sldId="5010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784751843" sldId="5011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651897297" sldId="5012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014894539" sldId="5013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276357844" sldId="501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09665402" sldId="501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799251848" sldId="5016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318488912" sldId="5017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511503255" sldId="5018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819268334" sldId="5019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977217408" sldId="5020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660923488" sldId="5021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897575962" sldId="5022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4169666150" sldId="5023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022526195" sldId="5024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795184515" sldId="502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423445625" sldId="5026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164600941" sldId="5027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921922434" sldId="5028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2673742304" sldId="5029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343022734" sldId="5030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687278876" sldId="5031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4153184546" sldId="5032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1373496393" sldId="5035"/>
        </pc:sldMkLst>
      </pc:sldChg>
      <pc:sldChg chg="del">
        <pc:chgData name="Sayali Patil" userId="2a404755-b381-4501-b42c-11444dea4494" providerId="ADAL" clId="{548B5D68-BEDC-484D-BA5A-196BE058B057}" dt="2026-09-16T06:03:15.495" v="1434" actId="47"/>
        <pc:sldMkLst>
          <pc:docMk/>
          <pc:sldMk cId="924031998" sldId="5036"/>
        </pc:sldMkLst>
      </pc:sldChg>
      <pc:sldMasterChg chg="delSldLayout">
        <pc:chgData name="Sayali Patil" userId="2a404755-b381-4501-b42c-11444dea4494" providerId="ADAL" clId="{548B5D68-BEDC-484D-BA5A-196BE058B057}" dt="2026-09-16T06:03:15.495" v="1434" actId="47"/>
        <pc:sldMasterMkLst>
          <pc:docMk/>
          <pc:sldMasterMk cId="2540808106" sldId="2147483660"/>
        </pc:sldMasterMkLst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2540808106" sldId="2147483660"/>
            <pc:sldLayoutMk cId="895509494" sldId="2147483718"/>
          </pc:sldLayoutMkLst>
        </pc:sldLayoutChg>
      </pc:sldMasterChg>
      <pc:sldMasterChg chg="del delSldLayout">
        <pc:chgData name="Sayali Patil" userId="2a404755-b381-4501-b42c-11444dea4494" providerId="ADAL" clId="{548B5D68-BEDC-484D-BA5A-196BE058B057}" dt="2026-09-16T06:03:15.495" v="1434" actId="47"/>
        <pc:sldMasterMkLst>
          <pc:docMk/>
          <pc:sldMasterMk cId="1419381684" sldId="2147483719"/>
        </pc:sldMasterMkLst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2041344501" sldId="2147483720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61211931" sldId="2147483721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210828764" sldId="2147483722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3715771911" sldId="2147483723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896976951" sldId="2147483724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2279235444" sldId="2147483725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1658605801" sldId="2147483726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303986509" sldId="2147483727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5802496" sldId="2147483728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1046725659" sldId="2147483729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652192972" sldId="2147483730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2826721780" sldId="2147483731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745460130" sldId="2147483732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4234610978" sldId="2147483733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3071045067" sldId="2147483734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2866052112" sldId="2147483735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589031051" sldId="2147483736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3022598783" sldId="2147483737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3462984041" sldId="2147483738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987666629" sldId="2147483739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43437633" sldId="2147483740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3036211859" sldId="2147483741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1034886938" sldId="2147483742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2563924274" sldId="2147483743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3492575906" sldId="2147483744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743831910" sldId="2147483745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1349858758" sldId="2147483746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1983114505" sldId="2147483747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2051862896" sldId="2147483748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3187330956" sldId="2147483749"/>
          </pc:sldLayoutMkLst>
        </pc:sldLayoutChg>
        <pc:sldLayoutChg chg="del">
          <pc:chgData name="Sayali Patil" userId="2a404755-b381-4501-b42c-11444dea4494" providerId="ADAL" clId="{548B5D68-BEDC-484D-BA5A-196BE058B057}" dt="2026-09-16T06:03:15.495" v="1434" actId="47"/>
          <pc:sldLayoutMkLst>
            <pc:docMk/>
            <pc:sldMasterMk cId="1419381684" sldId="2147483719"/>
            <pc:sldLayoutMk cId="1564262534" sldId="214748375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0D5F0-DEDB-4207-AC6F-C9348E117F2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11557-1D5D-4225-BD05-2D0922FA8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193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5B71E-CD0B-4E6E-93BA-185C491C3A0E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87B0E-8739-48F7-AADE-F1C531232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58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1pPr>
    <a:lvl2pPr marL="483259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2pPr>
    <a:lvl3pPr marL="966517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3pPr>
    <a:lvl4pPr marL="1449775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4pPr>
    <a:lvl5pPr marL="1933034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5pPr>
    <a:lvl6pPr marL="2416292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6pPr>
    <a:lvl7pPr marL="2899551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7pPr>
    <a:lvl8pPr marL="3382810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8pPr>
    <a:lvl9pPr marL="3866068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1A851-CC62-0F7A-A742-6683B472B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942EC-BBF4-9EF0-B20F-CEA385DA9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8A8FD-BC7D-7AF2-FDC0-82CAEB7DE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249AC-44A0-46B9-9943-F91913A704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87B0E-8739-48F7-AADE-F1C531232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974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03F31-FDDA-B679-43F9-2342A830E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7E44A-4D4C-7339-041E-B2DDBC39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5313F-612B-EA10-CF13-F6670AB1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DC472-09B3-47BE-7876-71EF8B89F3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87B0E-8739-48F7-AADE-F1C531232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881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0" y="2"/>
            <a:ext cx="12192000" cy="68246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IN" sz="1902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56"/>
            <a:ext cx="12192000" cy="6847944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35" name="Rectangle 34"/>
          <p:cNvSpPr/>
          <p:nvPr userDrawn="1"/>
        </p:nvSpPr>
        <p:spPr>
          <a:xfrm>
            <a:off x="743259" y="10058"/>
            <a:ext cx="5906925" cy="6858001"/>
          </a:xfrm>
          <a:prstGeom prst="rect">
            <a:avLst/>
          </a:prstGeom>
          <a:solidFill>
            <a:srgbClr val="0070C0">
              <a:alpha val="81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10" name="TextBox 9"/>
          <p:cNvSpPr txBox="1"/>
          <p:nvPr userDrawn="1"/>
        </p:nvSpPr>
        <p:spPr>
          <a:xfrm>
            <a:off x="829068" y="6616282"/>
            <a:ext cx="1984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Source@ Future Market Insights, 2026</a:t>
            </a:r>
            <a:endParaRPr lang="en-IN" sz="900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71630" y="5918917"/>
            <a:ext cx="11448743" cy="584895"/>
          </a:xfrm>
          <a:prstGeom prst="rect">
            <a:avLst/>
          </a:prstGeom>
          <a:solidFill>
            <a:srgbClr val="FCD15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13" name="Rectangle 12"/>
          <p:cNvSpPr/>
          <p:nvPr userDrawn="1"/>
        </p:nvSpPr>
        <p:spPr>
          <a:xfrm>
            <a:off x="371630" y="6559883"/>
            <a:ext cx="11448743" cy="575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</p:spTree>
    <p:extLst>
      <p:ext uri="{BB962C8B-B14F-4D97-AF65-F5344CB8AC3E}">
        <p14:creationId xmlns:p14="http://schemas.microsoft.com/office/powerpoint/2010/main" val="1285309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96" userDrawn="1">
          <p15:clr>
            <a:srgbClr val="FBAE40"/>
          </p15:clr>
        </p15:guide>
        <p15:guide id="3" pos="7552" userDrawn="1">
          <p15:clr>
            <a:srgbClr val="FBAE40"/>
          </p15:clr>
        </p15:guide>
        <p15:guide id="4" orient="horz" pos="4248" userDrawn="1">
          <p15:clr>
            <a:srgbClr val="FBAE40"/>
          </p15:clr>
        </p15:guide>
        <p15:guide id="5" orient="horz" pos="40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/>
          <p:cNvSpPr>
            <a:spLocks noGrp="1"/>
          </p:cNvSpPr>
          <p:nvPr userDrawn="1"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11" name="Rectangle 10"/>
          <p:cNvSpPr/>
          <p:nvPr userDrawn="1"/>
        </p:nvSpPr>
        <p:spPr>
          <a:xfrm>
            <a:off x="8645236" y="0"/>
            <a:ext cx="3546764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5271899" y="-810653"/>
            <a:ext cx="2926080" cy="109141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13" name="Rectangle 12"/>
          <p:cNvSpPr/>
          <p:nvPr userDrawn="1"/>
        </p:nvSpPr>
        <p:spPr>
          <a:xfrm rot="5400000">
            <a:off x="1403070" y="2763754"/>
            <a:ext cx="422240" cy="1752737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cxnSp>
        <p:nvCxnSpPr>
          <p:cNvPr id="6" name="Straight Connector 5"/>
          <p:cNvCxnSpPr/>
          <p:nvPr userDrawn="1"/>
        </p:nvCxnSpPr>
        <p:spPr>
          <a:xfrm flipV="1">
            <a:off x="-6113" y="6314741"/>
            <a:ext cx="1009180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 flipV="1">
            <a:off x="1501725" y="4939555"/>
            <a:ext cx="775854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 userDrawn="1"/>
        </p:nvSpPr>
        <p:spPr>
          <a:xfrm>
            <a:off x="1658200" y="5164120"/>
            <a:ext cx="7732467" cy="385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902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52402" y="6477502"/>
            <a:ext cx="1984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Source@ Future Market Insights, 2026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286358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96" userDrawn="1">
          <p15:clr>
            <a:srgbClr val="FBAE40"/>
          </p15:clr>
        </p15:guide>
        <p15:guide id="3" pos="7552" userDrawn="1">
          <p15:clr>
            <a:srgbClr val="FBAE40"/>
          </p15:clr>
        </p15:guide>
        <p15:guide id="4" orient="horz" pos="4248" userDrawn="1">
          <p15:clr>
            <a:srgbClr val="FBAE40"/>
          </p15:clr>
        </p15:guide>
        <p15:guide id="5" orient="horz" pos="400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442127"/>
            <a:ext cx="11855752" cy="13333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64550" y="1560854"/>
            <a:ext cx="7529743" cy="1097280"/>
          </a:xfrm>
          <a:noFill/>
          <a:ln>
            <a:noFill/>
          </a:ln>
        </p:spPr>
        <p:txBody>
          <a:bodyPr vert="horz" lIns="91440" tIns="91440" rIns="91440" bIns="91440" rtlCol="0" anchor="b" anchorCtr="0">
            <a:noAutofit/>
          </a:bodyPr>
          <a:lstStyle>
            <a:lvl1pPr algn="l">
              <a:defRPr lang="en-US" sz="2000" b="0" dirty="0"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52400" y="3069662"/>
            <a:ext cx="11819998" cy="1049336"/>
          </a:xfrm>
        </p:spPr>
        <p:txBody>
          <a:bodyPr>
            <a:noAutofit/>
          </a:bodyPr>
          <a:lstStyle>
            <a:lvl1pPr marL="0" indent="0" algn="l">
              <a:buNone/>
              <a:defRPr sz="2501" b="1">
                <a:solidFill>
                  <a:schemeClr val="tx1"/>
                </a:solidFill>
                <a:latin typeface="+mn-lt"/>
              </a:defRPr>
            </a:lvl1pPr>
            <a:lvl2pPr marL="45721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4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0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8" name="Group 17"/>
          <p:cNvGrpSpPr/>
          <p:nvPr userDrawn="1"/>
        </p:nvGrpSpPr>
        <p:grpSpPr bwMode="gray">
          <a:xfrm flipH="1">
            <a:off x="152400" y="2821784"/>
            <a:ext cx="11853333" cy="182880"/>
            <a:chOff x="114300" y="958850"/>
            <a:chExt cx="8890000" cy="304800"/>
          </a:xfrm>
        </p:grpSpPr>
        <p:sp>
          <p:nvSpPr>
            <p:cNvPr id="19" name="Rectangle 18"/>
            <p:cNvSpPr/>
            <p:nvPr/>
          </p:nvSpPr>
          <p:spPr bwMode="gray">
            <a:xfrm>
              <a:off x="114302" y="958850"/>
              <a:ext cx="8889998" cy="102297"/>
            </a:xfrm>
            <a:prstGeom prst="rect">
              <a:avLst/>
            </a:prstGeom>
            <a:gradFill flip="none" rotWithShape="1">
              <a:gsLst>
                <a:gs pos="0">
                  <a:srgbClr val="47AD0B"/>
                </a:gs>
                <a:gs pos="95000">
                  <a:schemeClr val="bg1"/>
                </a:gs>
                <a:gs pos="100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  <a:ln/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7" noProof="0" dirty="0">
                <a:solidFill>
                  <a:srgbClr val="FFC000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 bwMode="gray">
            <a:xfrm>
              <a:off x="114300" y="1060101"/>
              <a:ext cx="8889998" cy="102297"/>
            </a:xfrm>
            <a:prstGeom prst="rect">
              <a:avLst/>
            </a:prstGeom>
            <a:gradFill flip="none" rotWithShape="1">
              <a:gsLst>
                <a:gs pos="0">
                  <a:srgbClr val="FF4E00"/>
                </a:gs>
                <a:gs pos="95000">
                  <a:schemeClr val="bg1"/>
                </a:gs>
                <a:gs pos="100000">
                  <a:schemeClr val="bg1"/>
                </a:gs>
              </a:gsLst>
              <a:lin ang="10800000" scaled="1"/>
              <a:tileRect/>
            </a:gradFill>
            <a:ln/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 sz="2397" noProof="0" dirty="0">
                <a:solidFill>
                  <a:srgbClr val="FFC000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 bwMode="gray">
            <a:xfrm>
              <a:off x="114300" y="1161353"/>
              <a:ext cx="8889998" cy="102297"/>
            </a:xfrm>
            <a:prstGeom prst="rect">
              <a:avLst/>
            </a:prstGeom>
            <a:gradFill flip="none" rotWithShape="1">
              <a:gsLst>
                <a:gs pos="0">
                  <a:srgbClr val="90278E"/>
                </a:gs>
                <a:gs pos="95000">
                  <a:schemeClr val="bg1"/>
                </a:gs>
                <a:gs pos="100000">
                  <a:schemeClr val="bg1"/>
                </a:gs>
              </a:gsLst>
              <a:lin ang="10800000" scaled="1"/>
              <a:tileRect/>
            </a:gradFill>
            <a:ln/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 sz="2397" noProof="0" dirty="0">
                <a:solidFill>
                  <a:srgbClr val="FFC000"/>
                </a:solidFill>
              </a:endParaRPr>
            </a:p>
          </p:txBody>
        </p:sp>
      </p:grpSp>
      <p:sp>
        <p:nvSpPr>
          <p:cNvPr id="32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1346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96" userDrawn="1">
          <p15:clr>
            <a:srgbClr val="FBAE40"/>
          </p15:clr>
        </p15:guide>
        <p15:guide id="3" pos="7552" userDrawn="1">
          <p15:clr>
            <a:srgbClr val="FBAE40"/>
          </p15:clr>
        </p15:guide>
        <p15:guide id="4" orient="horz" pos="4248" userDrawn="1">
          <p15:clr>
            <a:srgbClr val="FBAE40"/>
          </p15:clr>
        </p15:guide>
        <p15:guide id="5" orient="horz" pos="400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854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9230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1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1999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Freeform 2"/>
          <p:cNvSpPr/>
          <p:nvPr userDrawn="1"/>
        </p:nvSpPr>
        <p:spPr>
          <a:xfrm>
            <a:off x="157241" y="1132242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104401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1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1999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Freeform 2"/>
          <p:cNvSpPr/>
          <p:nvPr userDrawn="1"/>
        </p:nvSpPr>
        <p:spPr>
          <a:xfrm>
            <a:off x="157241" y="1132242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 bwMode="gray">
          <a:xfrm>
            <a:off x="152400" y="3683000"/>
            <a:ext cx="1181999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reeform 6"/>
          <p:cNvSpPr/>
          <p:nvPr userDrawn="1"/>
        </p:nvSpPr>
        <p:spPr>
          <a:xfrm>
            <a:off x="157241" y="3710342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15968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11815156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1999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262322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08907" y="1613579"/>
            <a:ext cx="5763491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32913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76784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3768436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178181" y="1613579"/>
            <a:ext cx="3768436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178181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17818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8203961" y="1613579"/>
            <a:ext cx="3768436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8203961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820396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938573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376843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86858" y="1125788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2400" y="1140546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178181" y="1613579"/>
            <a:ext cx="376843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212639" y="1128782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17818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8203961" y="1613579"/>
            <a:ext cx="376843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8238418" y="1143001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820396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572003"/>
            <a:ext cx="11815156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376845" y="4066996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4101421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273984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376843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178181" y="1613579"/>
            <a:ext cx="778937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178181" y="1143000"/>
            <a:ext cx="778937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178181" y="1143000"/>
            <a:ext cx="778937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572003"/>
            <a:ext cx="11815156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4101421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4101421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491150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3768436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178181" y="1613579"/>
            <a:ext cx="778937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178181" y="1143000"/>
            <a:ext cx="778937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178181" y="1143000"/>
            <a:ext cx="778937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4178181" y="4572003"/>
            <a:ext cx="7789377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4178181" y="4101421"/>
            <a:ext cx="7789377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4183022" y="4101421"/>
            <a:ext cx="7789377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543274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5763491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04065" y="1613579"/>
            <a:ext cx="5763491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04065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4065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572003"/>
            <a:ext cx="11815156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4101421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4101421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451159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1181515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572003"/>
            <a:ext cx="11815156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4101421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4101421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173537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1181515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170336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572003"/>
            <a:ext cx="11815156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4101421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4101421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796527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08907" y="1613579"/>
            <a:ext cx="5763491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38109731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78476" y="1106971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78476" y="3812828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36438778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4590288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08907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6208907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6208907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6208907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419062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08907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6208907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6208907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6208907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417777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6208907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41489650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6208907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0654935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6208907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 bwMode="gray">
          <a:xfrm>
            <a:off x="6208907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6208907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6208907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5365957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81"/>
            <a:ext cx="5763491" cy="2246579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519983"/>
            <a:ext cx="5763491" cy="1735719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4028164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4036328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6208907" y="1613581"/>
            <a:ext cx="5763491" cy="2246579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 bwMode="gray">
          <a:xfrm>
            <a:off x="6208907" y="4519983"/>
            <a:ext cx="5763491" cy="1735719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6208907" y="4028164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6208907" y="4036328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32819943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387927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86475"/>
            <a:ext cx="387927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815896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815896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4344041" y="1613579"/>
            <a:ext cx="387927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4344041" y="1143000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344041" y="1143000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 bwMode="gray">
          <a:xfrm>
            <a:off x="4344041" y="4286475"/>
            <a:ext cx="387927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4344041" y="3815896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4344041" y="3815896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20" name="Content Placeholder 2"/>
          <p:cNvSpPr>
            <a:spLocks noGrp="1"/>
          </p:cNvSpPr>
          <p:nvPr>
            <p:ph idx="21"/>
          </p:nvPr>
        </p:nvSpPr>
        <p:spPr bwMode="gray">
          <a:xfrm>
            <a:off x="8530841" y="1613579"/>
            <a:ext cx="3441556" cy="4590288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22"/>
          </p:nvPr>
        </p:nvSpPr>
        <p:spPr bwMode="gray">
          <a:xfrm>
            <a:off x="8530841" y="1143000"/>
            <a:ext cx="34415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Freeform 21"/>
          <p:cNvSpPr/>
          <p:nvPr userDrawn="1"/>
        </p:nvSpPr>
        <p:spPr>
          <a:xfrm>
            <a:off x="8530841" y="1143000"/>
            <a:ext cx="34415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9595551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52402" y="1613578"/>
            <a:ext cx="2269507" cy="914400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3143224" y="1613579"/>
            <a:ext cx="5266268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3143224" y="1143000"/>
            <a:ext cx="526626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3148065" y="1143000"/>
            <a:ext cx="5266268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3143224" y="4286475"/>
            <a:ext cx="5266268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3143224" y="3815896"/>
            <a:ext cx="526626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3148065" y="3815896"/>
            <a:ext cx="5266268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8726166" y="1613579"/>
            <a:ext cx="324623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8726166" y="1143000"/>
            <a:ext cx="324623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8726166" y="1143000"/>
            <a:ext cx="324623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 bwMode="gray">
          <a:xfrm>
            <a:off x="8726166" y="4286475"/>
            <a:ext cx="324623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8726166" y="3815896"/>
            <a:ext cx="324623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8726166" y="3815896"/>
            <a:ext cx="324623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219995" y="1659298"/>
            <a:ext cx="2134315" cy="822960"/>
          </a:xfr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13" indent="0">
              <a:buNone/>
              <a:defRPr/>
            </a:lvl2pPr>
            <a:lvl3pPr marL="914427" indent="0">
              <a:buNone/>
              <a:defRPr/>
            </a:lvl3pPr>
            <a:lvl4pPr marL="1371641" indent="0">
              <a:buNone/>
              <a:defRPr/>
            </a:lvl4pPr>
            <a:lvl5pPr marL="18288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Isosceles Triangle 6"/>
          <p:cNvSpPr/>
          <p:nvPr userDrawn="1"/>
        </p:nvSpPr>
        <p:spPr>
          <a:xfrm rot="5400000">
            <a:off x="2208943" y="1899828"/>
            <a:ext cx="914400" cy="34190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24" name="Rectangle 23"/>
          <p:cNvSpPr/>
          <p:nvPr userDrawn="1"/>
        </p:nvSpPr>
        <p:spPr>
          <a:xfrm>
            <a:off x="152402" y="4286475"/>
            <a:ext cx="2269507" cy="914400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219995" y="4332195"/>
            <a:ext cx="2134315" cy="822960"/>
          </a:xfr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13" indent="0">
              <a:buNone/>
              <a:defRPr/>
            </a:lvl2pPr>
            <a:lvl3pPr marL="914427" indent="0">
              <a:buNone/>
              <a:defRPr/>
            </a:lvl3pPr>
            <a:lvl4pPr marL="1371641" indent="0">
              <a:buNone/>
              <a:defRPr/>
            </a:lvl4pPr>
            <a:lvl5pPr marL="18288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Isosceles Triangle 27"/>
          <p:cNvSpPr/>
          <p:nvPr userDrawn="1"/>
        </p:nvSpPr>
        <p:spPr>
          <a:xfrm rot="5400000">
            <a:off x="2208943" y="4572725"/>
            <a:ext cx="914400" cy="34190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</p:spTree>
    <p:extLst>
      <p:ext uri="{BB962C8B-B14F-4D97-AF65-F5344CB8AC3E}">
        <p14:creationId xmlns:p14="http://schemas.microsoft.com/office/powerpoint/2010/main" val="14755408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52402" y="1613578"/>
            <a:ext cx="2269507" cy="914400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3143224" y="1613579"/>
            <a:ext cx="5266268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3143224" y="1143000"/>
            <a:ext cx="526626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3148065" y="1143000"/>
            <a:ext cx="5266268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8726166" y="1613579"/>
            <a:ext cx="324623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8726166" y="1143000"/>
            <a:ext cx="324623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8726166" y="1143000"/>
            <a:ext cx="324623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219995" y="1659298"/>
            <a:ext cx="2134315" cy="822960"/>
          </a:xfr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13" indent="0">
              <a:buNone/>
              <a:defRPr/>
            </a:lvl2pPr>
            <a:lvl3pPr marL="914427" indent="0">
              <a:buNone/>
              <a:defRPr/>
            </a:lvl3pPr>
            <a:lvl4pPr marL="1371641" indent="0">
              <a:buNone/>
              <a:defRPr/>
            </a:lvl4pPr>
            <a:lvl5pPr marL="18288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Isosceles Triangle 6"/>
          <p:cNvSpPr/>
          <p:nvPr userDrawn="1"/>
        </p:nvSpPr>
        <p:spPr>
          <a:xfrm rot="5400000">
            <a:off x="2208943" y="1899828"/>
            <a:ext cx="914400" cy="34190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</p:spTree>
    <p:extLst>
      <p:ext uri="{BB962C8B-B14F-4D97-AF65-F5344CB8AC3E}">
        <p14:creationId xmlns:p14="http://schemas.microsoft.com/office/powerpoint/2010/main" val="21669991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 userDrawn="1"/>
        </p:nvSpPr>
        <p:spPr>
          <a:xfrm>
            <a:off x="0" y="909507"/>
            <a:ext cx="12192000" cy="1306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37" name="Rectangle 36"/>
          <p:cNvSpPr/>
          <p:nvPr userDrawn="1"/>
        </p:nvSpPr>
        <p:spPr>
          <a:xfrm>
            <a:off x="0" y="1"/>
            <a:ext cx="12192000" cy="940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11" name="Freeform 10"/>
          <p:cNvSpPr/>
          <p:nvPr userDrawn="1"/>
        </p:nvSpPr>
        <p:spPr bwMode="gray">
          <a:xfrm>
            <a:off x="152400" y="6420652"/>
            <a:ext cx="11887200" cy="0"/>
          </a:xfrm>
          <a:custGeom>
            <a:avLst/>
            <a:gdLst>
              <a:gd name="connsiteX0" fmla="*/ 12039600 w 12039600"/>
              <a:gd name="connsiteY0" fmla="*/ 0 h 0"/>
              <a:gd name="connsiteX1" fmla="*/ 0 w 120396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39600">
                <a:moveTo>
                  <a:pt x="1203960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13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 bwMode="gray">
          <a:xfrm>
            <a:off x="152400" y="1257301"/>
            <a:ext cx="11836400" cy="4963051"/>
          </a:xfrm>
          <a:prstGeom prst="rect">
            <a:avLst/>
          </a:prstGeom>
        </p:spPr>
        <p:txBody>
          <a:bodyPr vert="horz" lIns="0" tIns="91440" rIns="91440" bIns="9144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23900"/>
          </a:xfrm>
          <a:prstGeom prst="rect">
            <a:avLst/>
          </a:prstGeom>
        </p:spPr>
        <p:txBody>
          <a:bodyPr vert="horz" lIns="0" tIns="91440" rIns="91440" bIns="9144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6" name="Rectangle 15"/>
          <p:cNvSpPr/>
          <p:nvPr userDrawn="1"/>
        </p:nvSpPr>
        <p:spPr bwMode="gray">
          <a:xfrm>
            <a:off x="-1299342" y="876303"/>
            <a:ext cx="1090332" cy="418887"/>
          </a:xfrm>
          <a:prstGeom prst="rect">
            <a:avLst/>
          </a:prstGeom>
          <a:solidFill>
            <a:srgbClr val="2A5F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7" name="Rectangle 16"/>
          <p:cNvSpPr/>
          <p:nvPr userDrawn="1"/>
        </p:nvSpPr>
        <p:spPr bwMode="gray">
          <a:xfrm>
            <a:off x="-1299342" y="1429860"/>
            <a:ext cx="1090332" cy="418887"/>
          </a:xfrm>
          <a:prstGeom prst="rect">
            <a:avLst/>
          </a:prstGeom>
          <a:solidFill>
            <a:srgbClr val="8E14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8" name="Rectangle 17"/>
          <p:cNvSpPr/>
          <p:nvPr userDrawn="1"/>
        </p:nvSpPr>
        <p:spPr bwMode="gray">
          <a:xfrm>
            <a:off x="-1299342" y="1983417"/>
            <a:ext cx="1090332" cy="418887"/>
          </a:xfrm>
          <a:prstGeom prst="rect">
            <a:avLst/>
          </a:prstGeom>
          <a:solidFill>
            <a:srgbClr val="9E7E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9" name="Rectangle 18"/>
          <p:cNvSpPr/>
          <p:nvPr userDrawn="1"/>
        </p:nvSpPr>
        <p:spPr bwMode="gray">
          <a:xfrm>
            <a:off x="-1299342" y="2536974"/>
            <a:ext cx="1090332" cy="418887"/>
          </a:xfrm>
          <a:prstGeom prst="rect">
            <a:avLst/>
          </a:prstGeom>
          <a:solidFill>
            <a:srgbClr val="40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0" name="Rectangle 19"/>
          <p:cNvSpPr/>
          <p:nvPr userDrawn="1"/>
        </p:nvSpPr>
        <p:spPr bwMode="gray">
          <a:xfrm>
            <a:off x="-1299342" y="3090531"/>
            <a:ext cx="1090332" cy="418887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-1299342" y="3644088"/>
            <a:ext cx="1090332" cy="418887"/>
          </a:xfrm>
          <a:prstGeom prst="rect">
            <a:avLst/>
          </a:prstGeom>
          <a:solidFill>
            <a:srgbClr val="A35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2" name="Rectangle 21"/>
          <p:cNvSpPr/>
          <p:nvPr userDrawn="1"/>
        </p:nvSpPr>
        <p:spPr bwMode="gray">
          <a:xfrm>
            <a:off x="-1299342" y="4197645"/>
            <a:ext cx="1090332" cy="418887"/>
          </a:xfrm>
          <a:prstGeom prst="rect">
            <a:avLst/>
          </a:prstGeom>
          <a:solidFill>
            <a:srgbClr val="7B84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3" name="Rectangle 22"/>
          <p:cNvSpPr/>
          <p:nvPr userDrawn="1"/>
        </p:nvSpPr>
        <p:spPr bwMode="gray">
          <a:xfrm>
            <a:off x="-1299342" y="4751202"/>
            <a:ext cx="1090332" cy="418887"/>
          </a:xfrm>
          <a:prstGeom prst="rect">
            <a:avLst/>
          </a:prstGeom>
          <a:solidFill>
            <a:srgbClr val="7B1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4" name="Rectangle 23"/>
          <p:cNvSpPr/>
          <p:nvPr userDrawn="1"/>
        </p:nvSpPr>
        <p:spPr bwMode="gray">
          <a:xfrm>
            <a:off x="12416658" y="876303"/>
            <a:ext cx="1090332" cy="418887"/>
          </a:xfrm>
          <a:prstGeom prst="rect">
            <a:avLst/>
          </a:prstGeom>
          <a:solidFill>
            <a:srgbClr val="7AA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5" name="Rectangle 24"/>
          <p:cNvSpPr/>
          <p:nvPr userDrawn="1"/>
        </p:nvSpPr>
        <p:spPr bwMode="gray">
          <a:xfrm>
            <a:off x="12416658" y="1429860"/>
            <a:ext cx="1090332" cy="418887"/>
          </a:xfrm>
          <a:prstGeom prst="rect">
            <a:avLst/>
          </a:prstGeom>
          <a:solidFill>
            <a:srgbClr val="E54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6" name="Rectangle 25"/>
          <p:cNvSpPr/>
          <p:nvPr userDrawn="1"/>
        </p:nvSpPr>
        <p:spPr bwMode="gray">
          <a:xfrm>
            <a:off x="12416658" y="1983417"/>
            <a:ext cx="1090332" cy="418887"/>
          </a:xfrm>
          <a:prstGeom prst="rect">
            <a:avLst/>
          </a:prstGeom>
          <a:solidFill>
            <a:srgbClr val="F3CE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7" name="Rectangle 26"/>
          <p:cNvSpPr/>
          <p:nvPr userDrawn="1"/>
        </p:nvSpPr>
        <p:spPr bwMode="gray">
          <a:xfrm>
            <a:off x="12416658" y="2536974"/>
            <a:ext cx="1090332" cy="418887"/>
          </a:xfrm>
          <a:prstGeom prst="rect">
            <a:avLst/>
          </a:prstGeom>
          <a:solidFill>
            <a:srgbClr val="A08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8" name="Rectangle 27"/>
          <p:cNvSpPr/>
          <p:nvPr userDrawn="1"/>
        </p:nvSpPr>
        <p:spPr bwMode="gray">
          <a:xfrm>
            <a:off x="12416658" y="3090531"/>
            <a:ext cx="1090332" cy="418887"/>
          </a:xfrm>
          <a:prstGeom prst="rect">
            <a:avLst/>
          </a:prstGeom>
          <a:solidFill>
            <a:srgbClr val="4B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9" name="Rectangle 28"/>
          <p:cNvSpPr/>
          <p:nvPr userDrawn="1"/>
        </p:nvSpPr>
        <p:spPr bwMode="gray">
          <a:xfrm>
            <a:off x="12416658" y="3644088"/>
            <a:ext cx="1090332" cy="418887"/>
          </a:xfrm>
          <a:prstGeom prst="rect">
            <a:avLst/>
          </a:prstGeom>
          <a:solidFill>
            <a:srgbClr val="EEA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0" name="Rectangle 29"/>
          <p:cNvSpPr/>
          <p:nvPr userDrawn="1"/>
        </p:nvSpPr>
        <p:spPr bwMode="gray">
          <a:xfrm>
            <a:off x="12416658" y="4197645"/>
            <a:ext cx="1090332" cy="418887"/>
          </a:xfrm>
          <a:prstGeom prst="rect">
            <a:avLst/>
          </a:prstGeom>
          <a:solidFill>
            <a:srgbClr val="D5D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1" name="Rectangle 30"/>
          <p:cNvSpPr/>
          <p:nvPr userDrawn="1"/>
        </p:nvSpPr>
        <p:spPr bwMode="gray">
          <a:xfrm>
            <a:off x="12416658" y="4751202"/>
            <a:ext cx="1090332" cy="418887"/>
          </a:xfrm>
          <a:prstGeom prst="rect">
            <a:avLst/>
          </a:prstGeom>
          <a:solidFill>
            <a:srgbClr val="E894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2" name="Rectangle 31"/>
          <p:cNvSpPr/>
          <p:nvPr userDrawn="1"/>
        </p:nvSpPr>
        <p:spPr bwMode="gray">
          <a:xfrm>
            <a:off x="-1299342" y="5304759"/>
            <a:ext cx="1090332" cy="418887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3" name="Rectangle 32"/>
          <p:cNvSpPr/>
          <p:nvPr userDrawn="1"/>
        </p:nvSpPr>
        <p:spPr bwMode="gray">
          <a:xfrm>
            <a:off x="-1299342" y="5858316"/>
            <a:ext cx="1090332" cy="4188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4" name="Rectangle 33"/>
          <p:cNvSpPr/>
          <p:nvPr userDrawn="1"/>
        </p:nvSpPr>
        <p:spPr bwMode="gray">
          <a:xfrm>
            <a:off x="12416658" y="5304759"/>
            <a:ext cx="1090332" cy="418887"/>
          </a:xfrm>
          <a:prstGeom prst="rect">
            <a:avLst/>
          </a:prstGeom>
          <a:solidFill>
            <a:srgbClr val="F19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5" name="Rectangle 34"/>
          <p:cNvSpPr/>
          <p:nvPr userDrawn="1"/>
        </p:nvSpPr>
        <p:spPr bwMode="gray">
          <a:xfrm>
            <a:off x="12416658" y="5858316"/>
            <a:ext cx="1090332" cy="418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152402" y="6477502"/>
            <a:ext cx="1984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Source@ Future Market Insights, 2026</a:t>
            </a:r>
            <a:endParaRPr lang="en-IN" sz="900" dirty="0"/>
          </a:p>
        </p:txBody>
      </p:sp>
      <p:pic>
        <p:nvPicPr>
          <p:cNvPr id="38" name="Picture 37"/>
          <p:cNvPicPr>
            <a:picLocks noChangeAspect="1"/>
          </p:cNvPicPr>
          <p:nvPr userDrawn="1"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1" t="24035" r="4211" b="24386"/>
          <a:stretch/>
        </p:blipFill>
        <p:spPr>
          <a:xfrm>
            <a:off x="10743475" y="165161"/>
            <a:ext cx="1245325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08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2" r:id="rId3"/>
    <p:sldLayoutId id="2147483684" r:id="rId4"/>
    <p:sldLayoutId id="2147483716" r:id="rId5"/>
    <p:sldLayoutId id="2147483662" r:id="rId6"/>
    <p:sldLayoutId id="2147483714" r:id="rId7"/>
    <p:sldLayoutId id="2147483675" r:id="rId8"/>
    <p:sldLayoutId id="2147483685" r:id="rId9"/>
    <p:sldLayoutId id="2147483686" r:id="rId10"/>
    <p:sldLayoutId id="2147483687" r:id="rId11"/>
    <p:sldLayoutId id="2147483691" r:id="rId12"/>
    <p:sldLayoutId id="2147483697" r:id="rId13"/>
    <p:sldLayoutId id="2147483688" r:id="rId14"/>
    <p:sldLayoutId id="2147483689" r:id="rId15"/>
    <p:sldLayoutId id="2147483710" r:id="rId16"/>
    <p:sldLayoutId id="2147483707" r:id="rId17"/>
    <p:sldLayoutId id="2147483690" r:id="rId18"/>
    <p:sldLayoutId id="2147483692" r:id="rId19"/>
    <p:sldLayoutId id="2147483693" r:id="rId20"/>
    <p:sldLayoutId id="2147483694" r:id="rId21"/>
    <p:sldLayoutId id="2147483695" r:id="rId22"/>
    <p:sldLayoutId id="2147483709" r:id="rId23"/>
    <p:sldLayoutId id="2147483696" r:id="rId24"/>
    <p:sldLayoutId id="2147483706" r:id="rId25"/>
    <p:sldLayoutId id="2147483698" r:id="rId26"/>
    <p:sldLayoutId id="2147483699" r:id="rId27"/>
    <p:sldLayoutId id="2147483700" r:id="rId28"/>
    <p:sldLayoutId id="2147483665" r:id="rId29"/>
  </p:sldLayoutIdLst>
  <p:hf hdr="0" ftr="0" dt="0"/>
  <p:txStyles>
    <p:titleStyle>
      <a:lvl1pPr algn="l" defTabSz="914427" rtl="0" eaLnBrk="1" latinLnBrk="0" hangingPunct="1">
        <a:lnSpc>
          <a:spcPct val="90000"/>
        </a:lnSpc>
        <a:spcBef>
          <a:spcPct val="0"/>
        </a:spcBef>
        <a:buNone/>
        <a:defRPr sz="23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7" indent="-228607" algn="l" defTabSz="914427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20" indent="-228607" algn="l" defTabSz="914427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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3" indent="-228607" algn="l" defTabSz="91442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8" indent="-228607" algn="l" defTabSz="914427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q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61" indent="-228607" algn="l" defTabSz="9144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75" indent="-228607" algn="l" defTabSz="9144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88" indent="-228607" algn="l" defTabSz="9144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01" indent="-228607" algn="l" defTabSz="9144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15" indent="-228607" algn="l" defTabSz="9144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4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7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1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55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68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81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95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08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" userDrawn="1">
          <p15:clr>
            <a:srgbClr val="F26B43"/>
          </p15:clr>
        </p15:guide>
        <p15:guide id="2" pos="96" userDrawn="1">
          <p15:clr>
            <a:srgbClr val="F26B43"/>
          </p15:clr>
        </p15:guide>
        <p15:guide id="3" pos="7552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orient="horz" pos="4032" userDrawn="1">
          <p15:clr>
            <a:srgbClr val="F26B43"/>
          </p15:clr>
        </p15:guide>
        <p15:guide id="6" orient="horz" pos="552" userDrawn="1">
          <p15:clr>
            <a:srgbClr val="F26B43"/>
          </p15:clr>
        </p15:guide>
        <p15:guide id="8" orient="horz" pos="3910" userDrawn="1">
          <p15:clr>
            <a:srgbClr val="F26B43"/>
          </p15:clr>
        </p15:guide>
        <p15:guide id="9" pos="3744" userDrawn="1">
          <p15:clr>
            <a:srgbClr val="F26B43"/>
          </p15:clr>
        </p15:guide>
        <p15:guide id="10" pos="3904" userDrawn="1">
          <p15:clr>
            <a:srgbClr val="F26B43"/>
          </p15:clr>
        </p15:guide>
        <p15:guide id="11" orient="horz" pos="7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C39AE-AF44-4BD0-E5E1-DDCFB8A4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1525A-3894-FBB6-F393-7E8694719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69947-63B5-25BB-5C05-5EEF7EFA519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597891" y="4256716"/>
            <a:ext cx="5781675" cy="62071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GB" sz="3600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Table of Contents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00C468-7158-2E34-FAA3-6A05B1794AF4}"/>
              </a:ext>
            </a:extLst>
          </p:cNvPr>
          <p:cNvSpPr txBox="1"/>
          <p:nvPr/>
        </p:nvSpPr>
        <p:spPr>
          <a:xfrm>
            <a:off x="1192531" y="6277200"/>
            <a:ext cx="1984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Source@ Future Market Insights, 2026</a:t>
            </a:r>
            <a:endParaRPr lang="en-IN" sz="9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0B84DB-53F0-65B4-D62D-F3AFF241DC2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343" y="-97969"/>
            <a:ext cx="1071120" cy="108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02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5474-D0FE-9708-BD29-5FDF27A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9893-7427-B223-9C7E-B4B8BE4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Contents(1/9)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8276D-C253-2354-C2E8-C6C72CE6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2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F395DC-D12D-0435-BF1F-26C575C9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371229"/>
              </p:ext>
            </p:extLst>
          </p:nvPr>
        </p:nvGraphicFramePr>
        <p:xfrm>
          <a:off x="152400" y="1173981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Symbol" panose="05050102010706020507" pitchFamily="18" charset="2"/>
                          <a:cs typeface="Symbol" panose="05050102010706020507" pitchFamily="18" charset="2"/>
                        </a:rPr>
                        <a:t>·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ymbol" panose="05050102010706020507" pitchFamily="18" charset="2"/>
                          <a:cs typeface="Symbol" panose="05050102010706020507" pitchFamily="18" charset="2"/>
                        </a:rPr>
                        <a:t>     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ymbol" panose="05050102010706020507" pitchFamily="18" charset="2"/>
                          <a:cs typeface="Symbol" panose="05050102010706020507" pitchFamily="18" charset="2"/>
                        </a:rPr>
                        <a:t>Executive Summary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</a:rPr>
                        <a:t>o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ourier New" panose="02070309020205020404" pitchFamily="49" charset="0"/>
                        </a:rPr>
                        <a:t>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Courier New" panose="02070309020205020404" pitchFamily="49" charset="0"/>
                        </a:rPr>
                        <a:t>Global Market Snapshot</a:t>
                      </a:r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685800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</a:rPr>
                        <a:t>o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ourier New" panose="02070309020205020404" pitchFamily="49" charset="0"/>
                        </a:rPr>
                        <a:t>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Courier New" panose="02070309020205020404" pitchFamily="49" charset="0"/>
                        </a:rPr>
                        <a:t>Key Demand Trends</a:t>
                      </a:r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685800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1.1.1.1.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 Supply Trends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</a:rPr>
                        <a:t>o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ourier New" panose="02070309020205020404" pitchFamily="49" charset="0"/>
                        </a:rPr>
                        <a:t>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Courier New" panose="02070309020205020404" pitchFamily="49" charset="0"/>
                        </a:rPr>
                        <a:t>Technology Roadmap</a:t>
                      </a:r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685800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</a:rPr>
                        <a:t>o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ourier New" panose="02070309020205020404" pitchFamily="49" charset="0"/>
                        </a:rPr>
                        <a:t>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Courier New" panose="02070309020205020404" pitchFamily="49" charset="0"/>
                        </a:rPr>
                        <a:t>Analyst Takeaways &amp; Recommendations</a:t>
                      </a:r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685800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Market Overview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Market Coverage / Taxonomy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1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Market Definition By Segments Covered</a:t>
                      </a:r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Section 1: Global Market Outlook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2.2.1.1.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Global Market Size (Value &amp; Volume) 2021–2036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2021–2025: Historical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2.4.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2026–2036: Forecast Outlook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2.5.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Y-o-Y Growth Trend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2.6.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Absolute $ Opportunity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Global Market (Value- Volume) Analysis 2021-2036, By Product Type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Introduction / Key Findings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2021–2025: Historical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2026–2036: Forecast Outlook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3.4.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Y-o-Y Growth Trend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3.5.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Market Share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3.5.1.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Flat Polybags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3.5.1.1.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Standard Flat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3.5.1.2.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Lay Flat Tubing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3.5.1.3.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Flat Poly Sleeves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3.5.2.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Gusseted Polybags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3.5.2.1.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Side Gusset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3.5.2.2.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Bottom Gusset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3.5.2.3.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Quad Seal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3.5.3.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Resealable Polybags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DFC4E-4250-86BE-7CE7-80E39B31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23124"/>
              </p:ext>
            </p:extLst>
          </p:nvPr>
        </p:nvGraphicFramePr>
        <p:xfrm>
          <a:off x="6197601" y="1143000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3.5.3.1.</a:t>
                      </a:r>
                      <a:r>
                        <a:rPr lang="en-US" sz="7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Zip Lock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3.5.3.2.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Slider Zip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3.5.3.3.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Press-to-Close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3.5.3.4.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Double Zip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3.5.4.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 Polybags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3.5.4.1.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Heavy-Duty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3.5.4.2.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FIBC Liners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3.5.4.3.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Machinery Parts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3.5.4.4.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Chemical Packaging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3.5.5.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Protective Polybags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3.5.5.1.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Bubble Poly Mailers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3.5.5.2.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Anti-Static (ESD)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3.5.5.3.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Vacuum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3.5.5.4.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Cushion Packaging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3.5.6.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 &amp; Merchandise Bags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3.5.6.1.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T-Shirt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3.5.6.2.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Merchandise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3.5.6.3.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Die-Cut Handle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3.5.6.4.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Patch Handle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3.5.6.5.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D-Cut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3.5.7.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E-commerce Polybags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3.5.7.1.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Courier Mailers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3.5.7.2.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Tamper-Evident Mailers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3.5.7.3.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Return Mailers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3.5.7.4.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Security Mailers</a:t>
                      </a:r>
                    </a:p>
                  </a:txBody>
                  <a:tcPr marL="10287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3.5.8.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Specialty Polybags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3.5.8.1.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Wicketed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3.5.8.2.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Header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3.5.8.3.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Perforated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3.5.8.4.</a:t>
                      </a:r>
                      <a:r>
                        <a:rPr lang="en-US" sz="7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Drawstring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564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5474-D0FE-9708-BD29-5FDF27A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9893-7427-B223-9C7E-B4B8BE4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Contents(2/9)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8276D-C253-2354-C2E8-C6C72CE6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3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F395DC-D12D-0435-BF1F-26C575C9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251295"/>
              </p:ext>
            </p:extLst>
          </p:nvPr>
        </p:nvGraphicFramePr>
        <p:xfrm>
          <a:off x="152400" y="1173981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3.5.8.5.</a:t>
                      </a:r>
                      <a:r>
                        <a:rPr lang="en-US" sz="7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 Printed Bags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Global Market (Value- Volume) Analysis 2021–2036, By Material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Introduction / Key Findings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2021–2025: Historical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2026–2036: Forecast Outlook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4.4.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Y-o-Y Growth Trend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4.5.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Market Share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4.5.1.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Polyethylene (PE)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4.5.2.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Low-Density Polyethylene (LDPE)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4.5.3.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Linear Low-Density Polyethylene (LLDPE)</a:t>
                      </a:r>
                    </a:p>
                  </a:txBody>
                  <a:tcPr marL="771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4.5.4.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High-Density Polyethylene (HDPE)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4.5.5.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Medium-Density Polyethylene (MDPE)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4.5.6.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Polypropylene (PP)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4.5.6.1.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Cast Polypropylene (CPP)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4.5.6.2.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Biaxially Oriented Polypropylene (BOPP)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4.5.6.3.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Oriented Polypropylene (OPP)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4.5.7.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Recycled Plastics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4.5.7.1.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Post-Consumer Recycled (PCR)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4.5.7.2.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Post-Industrial Recycled (PIR)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4.5.7.3.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Mixed Recycled Resin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4.5.8.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Bio-Based Materials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4.5.8.1.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4.5.8.2.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4.5.8.3.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Starch Blend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4.5.8.4.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PBAT Blend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4.5.8.5.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Cellulose-Based Films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4.5.9.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Specialty Materials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4.5.9.1.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EVA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4.5.9.2.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Coextruded Multilayer Films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4.5.9.3.</a:t>
                      </a:r>
                      <a:r>
                        <a:rPr lang="en-US" sz="7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 Films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DFC4E-4250-86BE-7CE7-80E39B31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560317"/>
              </p:ext>
            </p:extLst>
          </p:nvPr>
        </p:nvGraphicFramePr>
        <p:xfrm>
          <a:off x="6197601" y="1143000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4.5.9.4.</a:t>
                      </a:r>
                      <a:r>
                        <a:rPr lang="en-US" sz="7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Conductive Polymers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Global Market (Value- Volume) Analysis 2021–2036, By End-Use Industry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5.1.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Introduction / Key Findings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5.2.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2021–2025: Historical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5.3.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2026–2036: Forecast Outlook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5.4.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Y-o-Y Growth Trend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5.5.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Market Share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5.5.1.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Food &amp; Beverage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5.5.1.1.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Fresh Produce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5.5.1.2.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Frozen Food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5.5.1.3.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Dairy Products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5.5.1.4.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Bakery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5.5.1.5.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Meat &amp; Poultry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5.5.1.6.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Seafood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5.5.1.7.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Snacks &amp; Confectionery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5.5.1.8.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Beverage Packaging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5.5.2.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 &amp; Consumer Goods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5.5.2.1.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Apparel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5.5.2.2.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Footwear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5.5.2.3.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Toys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5.5.2.4.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Home Care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5.5.2.5.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Household Goods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5.5.2.6.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Stationery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5.5.3.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Healthcare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5.5.3.1.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Pharmaceuticals</a:t>
                      </a:r>
                    </a:p>
                  </a:txBody>
                  <a:tcPr marL="10287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5.5.3.2.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Medical Devices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5.5.3.3.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Surgical Products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5.5.3.4.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Diagnostic Kits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5.5.3.5.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Laboratory Supplies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5.5.4.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E-commerce &amp; Logistics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125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5474-D0FE-9708-BD29-5FDF27A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9893-7427-B223-9C7E-B4B8BE4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Contents(3/9)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8276D-C253-2354-C2E8-C6C72CE6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4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F395DC-D12D-0435-BF1F-26C575C9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088377"/>
              </p:ext>
            </p:extLst>
          </p:nvPr>
        </p:nvGraphicFramePr>
        <p:xfrm>
          <a:off x="152400" y="1173981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5.5.4.1.</a:t>
                      </a:r>
                      <a:r>
                        <a:rPr lang="en-US" sz="7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Courier Packaging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5.5.4.2.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Fulfillment Centers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5.5.4.3.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Return Packaging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5.5.4.4.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Warehouse Packaging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5.5.5.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5.5.5.1.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Automotive Components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5.5.5.2.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Chemicals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5.5.5.3.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Machinery Parts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5.5.5.4.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Hardware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5.5.5.5.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Electrical Components</a:t>
                      </a:r>
                    </a:p>
                  </a:txBody>
                  <a:tcPr marL="10287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5.5.6.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Agriculture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5.5.6.1.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Seeds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5.5.6.2.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Fertilizers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5.5.6.3.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Animal Feed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5.5.6.4.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Produce Packaging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5.5.7.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Electronics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5.5.7.1.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Semiconductors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5.5.7.2.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Consumer Electronics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5.5.7.3.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Electronic Components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5.5.7.4.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PCB Packaging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5.5.8.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Personal Care &amp; Cosmetics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5.5.8.1.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Cosmetic Products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5.5.8.2.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Toiletries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5.5.8.3.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Beauty Products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Global Market (Value- Volume) Analysis 2021–2036, by Region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6.1.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Introduction / Key Findings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6.2.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2021–2025: Historical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6.3.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2026–2036: Forecast Outlook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6.4.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Y-o-Y Growth Trend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6.5.</a:t>
                      </a:r>
                      <a:r>
                        <a:rPr lang="en-US" sz="7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Market Share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DFC4E-4250-86BE-7CE7-80E39B31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620326"/>
              </p:ext>
            </p:extLst>
          </p:nvPr>
        </p:nvGraphicFramePr>
        <p:xfrm>
          <a:off x="6197601" y="1143000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6.5.1.</a:t>
                      </a: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 America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6.5.1.1.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U.S.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6.5.1.2.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Canada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6.5.2.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Latin America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6.5.2.1.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Brazil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6.5.2.2.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Mexico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6.5.2.3.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 of LATAM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6.5.3.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East Asia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6.5.3.1.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China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6.5.3.2.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Japan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6.5.3.3.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 Korea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6.5.4.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 Asia &amp; Pacific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6.5.4.1.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India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6.5.4.2.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Thailand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6.5.4.3.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Malaysia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6.5.4.4.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Indonesia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6.5.4.5.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Philippines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6.5.4.6.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Singapore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6.5.4.7.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Australia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6.5.4.8.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New Zealand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6.5.4.9.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 of South East Asia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6.5.5.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Europe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6.5.5.1.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Germany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6.5.5.2.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U.K.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6.5.5.3.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France  </a:t>
                      </a:r>
                    </a:p>
                  </a:txBody>
                  <a:tcPr marL="10287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6.5.5.4.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Italy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6.5.5.5.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Spain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6.5.5.6.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Belgium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6.5.5.7.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Netherlands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6.5.5.8.</a:t>
                      </a:r>
                      <a:r>
                        <a:rPr lang="en-US" sz="7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Nordic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963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5474-D0FE-9708-BD29-5FDF27A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9893-7427-B223-9C7E-B4B8BE4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Contents(4/9)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8276D-C253-2354-C2E8-C6C72CE6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5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F395DC-D12D-0435-BF1F-26C575C9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660478"/>
              </p:ext>
            </p:extLst>
          </p:nvPr>
        </p:nvGraphicFramePr>
        <p:xfrm>
          <a:off x="152400" y="1173981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6.5.5.9.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Russia 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6.5.5.10.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Poland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6.5.5.11.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Switzerland  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6.5.5.12.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 of Europe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6.5.6.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Middle East &amp; Africa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6.5.6.1.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UAE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6.5.6.2.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Saudi Arabia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6.5.6.3.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Turkey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6.5.6.4.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6.5.6.5.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 of GCC</a:t>
                      </a:r>
                    </a:p>
                  </a:txBody>
                  <a:tcPr marL="10287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6.5.6.6.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 Africa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6.5.6.7.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 if MEA</a:t>
                      </a: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EE0000"/>
                          </a:solidFill>
                          <a:effectLst/>
                          <a:latin typeface="Calibri" panose="020F0502020204030204" pitchFamily="34" charset="0"/>
                        </a:rPr>
                        <a:t>Note: Value &amp; Volume (US$ Mn / UNITS) for all segments will be provided for each region/ Country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Cross-sectional Assessment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7.1.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 Type × End-Use Industry</a:t>
                      </a:r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7.2.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End-Use Industry × Material</a:t>
                      </a:r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EE0000"/>
                          </a:solidFill>
                          <a:effectLst/>
                          <a:latin typeface="Calibri" panose="020F0502020204030204" pitchFamily="34" charset="0"/>
                        </a:rPr>
                        <a:t>Note: Cross Sectional Assessment shall be provided on custom request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Section 2: Regional and Country Market Outlook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 America Market Size (Value &amp; Volume) 2021–2036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8.1.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2021–2025: Historical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8.2.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2026–2036: Forecast Outlook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8.3.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Y-o-Y Growth Trend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8.4.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Absolute $ Opportunity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8.4.1.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Product Type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8.4.2.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Material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8.4.3.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End-Use Industry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Latin America Market Size (Value &amp; Volume) 2021–2036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2021–2025: Historical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2026–2036: Forecast Outlook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9.3.</a:t>
                      </a:r>
                      <a:r>
                        <a:rPr lang="en-US" sz="7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Y-o-Y Growth Trend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DFC4E-4250-86BE-7CE7-80E39B31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360035"/>
              </p:ext>
            </p:extLst>
          </p:nvPr>
        </p:nvGraphicFramePr>
        <p:xfrm>
          <a:off x="6197601" y="1143000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9.4.</a:t>
                      </a:r>
                      <a:r>
                        <a:rPr lang="en-US" sz="7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 </a:t>
                      </a: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Absolute $ Opportunity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9.4.1.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Product Type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9.4.2.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Material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9.4.3.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End-Use Industry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Europe Market Size (Value &amp; Volume) 2021–2036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10.1.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2021–2025: Historical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10.2.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2026–2036: Forecast Outlook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10.3.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Y-o-Y Growth Trend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10.4.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Absolute $ Opportunity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10.4.1.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Product Type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10.4.2.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Material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10.4.3.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End-Use Industry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East Asia Market Size (Value &amp; Volume) 2021–2036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2021–2025: Historical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2026–2036: Forecast Outlook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Y-o-Y Growth Trend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11.4.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Absolute $ Opportunity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11.4.1.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Product Type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11.4.2.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Material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11.4.3.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End-Use Industry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 Asia &amp; Pacific Market Size (Value &amp; Volume) 2021–2036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12.1.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2021–2025: Historical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12.2.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2026–2036: Forecast Outlook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12.3.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Y-o-Y Growth Trend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12.4.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Absolute $ Opportunity Analysis</a:t>
                      </a:r>
                    </a:p>
                  </a:txBody>
                  <a:tcPr marL="4286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12.4.1.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Product Type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12.4.2.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Material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12.4.3.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End-Use Industry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Middle East &amp; Africa Market Size (Value &amp; Volume) 2021–2036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13.1.</a:t>
                      </a:r>
                      <a:r>
                        <a:rPr lang="en-US" sz="7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2021–2025: Historical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59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5474-D0FE-9708-BD29-5FDF27A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9893-7427-B223-9C7E-B4B8BE4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Contents(5/9)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8276D-C253-2354-C2E8-C6C72CE6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6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F395DC-D12D-0435-BF1F-26C575C9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768993"/>
              </p:ext>
            </p:extLst>
          </p:nvPr>
        </p:nvGraphicFramePr>
        <p:xfrm>
          <a:off x="152400" y="1173981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13.2.</a:t>
                      </a:r>
                      <a:r>
                        <a:rPr lang="en-US" sz="7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2026–2036: Forecast Outlook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13.3.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Y-o-Y Growth Trend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13.4.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Absolute $ Opportunity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13.4.1.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Product Type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13.4.2.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Material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13.4.3.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End-Use Industry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Section 3: Pricing Assessment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Global Pricing Analysis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14.1.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Regional Price Assessment 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14.1.1.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Manufacturer Level Pricing</a:t>
                      </a:r>
                    </a:p>
                  </a:txBody>
                  <a:tcPr marL="771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14.1.2.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Distributor Level Pricing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14.1.3.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 Pricing (where applicable)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14.2.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Segment-wise Price Comparison (Product Type vs Material)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14.3.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Country-wise Price Comparison (Product Type)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14.4.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Price Forecast till 2036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14.5.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Factors Impacting Pricing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14.6.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Competitor Pricing Strategies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Section 4: Market Dynamics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Innovation Tracker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15.1.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Major Deals and Strategic Alliance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15.1.1.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Joint Ventures, M&amp;A, Licensing &amp; Partnerships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15.1.2.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Technology Collaboration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15.1.3.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Strategic Divestments/ Investments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15.2.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Product Launches &amp; Development</a:t>
                      </a:r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Stakeholder Perspectives – Manufacturer, Customer &amp; Distributor Insights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16.1.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Stakeholder Insights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16.1.1.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 Manufacturers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16.1.2.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 Customers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16.1.3.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 Distributors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16.2.</a:t>
                      </a:r>
                      <a:r>
                        <a:rPr lang="en-US" sz="7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Country- Level Market Drivers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DFC4E-4250-86BE-7CE7-80E39B31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438047"/>
              </p:ext>
            </p:extLst>
          </p:nvPr>
        </p:nvGraphicFramePr>
        <p:xfrm>
          <a:off x="6197601" y="1143000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16.2.1.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Supply Side Drivers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16.2.2.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Demand Side drivers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16.2.3.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Economic Side Drivers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16.3.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Country Level Restraints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16.4.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Country Level Opportunity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16.5.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Country Level Market Trends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16.6.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Forecast Factors – Top 20 Drivers by Relevance &amp; Impact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16.7.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Regional Macro-&amp; Micro Economic Indicators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16.8.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PESTEL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16.9.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Porter’s Analysis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Regulations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17.1.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Certifications and Certifying Agency Overview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17.2.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Import/Export Policies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17.3.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Formula Requirements</a:t>
                      </a:r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17.4.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Standards as per institutions</a:t>
                      </a:r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17.4.1.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FDA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17.4.2.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USDA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17.4.3.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FASSAI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17.4.4.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EU Commissions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Section 5: Production and Trade Outlook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Global Market- Production and Trade Analysis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18.1.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Production Volume (UNITS), (2021-2026) by Region/ Country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18.2.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Exports: Key Countries, Share &amp; Value (US$ Mn / UNITS)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18.3.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Imports: Key Countries, Share &amp; Value (US$ Mn / UNITS)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18.4.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Global Supply-Demand Overview (Prod., Sales, Import, Export)</a:t>
                      </a:r>
                    </a:p>
                  </a:txBody>
                  <a:tcPr marL="4286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 Chain Analysis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19.1.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Industry-Wide Operating Margin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19.1.1.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Operating margins at each node of supply chain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19.1.2.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Operating margins Comparison to Parent/Associated Market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19.2.</a:t>
                      </a:r>
                      <a:r>
                        <a:rPr lang="en-US" sz="7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Margin Optimization Strategies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203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5474-D0FE-9708-BD29-5FDF27A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9893-7427-B223-9C7E-B4B8BE4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Contents(6/9)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8276D-C253-2354-C2E8-C6C72CE6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7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F395DC-D12D-0435-BF1F-26C575C9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440067"/>
              </p:ext>
            </p:extLst>
          </p:nvPr>
        </p:nvGraphicFramePr>
        <p:xfrm>
          <a:off x="152400" y="1173981"/>
          <a:ext cx="5791199" cy="522617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19.3.</a:t>
                      </a:r>
                      <a:r>
                        <a:rPr lang="en-US" sz="7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List of Active Market Participants</a:t>
                      </a:r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19.3.1.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 Manufacturers/ Key Brands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19.3.2.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Distributors/Suppliers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19.3.3.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 Users</a:t>
                      </a: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2764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Note: The section lists 20-30 active market participants. For a comprehensive list, please contact the respective sales personnel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Section 7: Competition Assessment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Competition at a Glance- a Dashboard View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Company Share (%) Analysis, 2023, 2025, 2026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21.1.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By Region</a:t>
                      </a:r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21.2.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By Product Type </a:t>
                      </a:r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21.3.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By End Use Application/ Sales Channel</a:t>
                      </a:r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Company Share Breakdown (2026)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 Top Players (Tier 1)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 Mid-Sized Players (Tier 2)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 Emerging/Local Players (Tier 3)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Company Profile- MNCs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Amcor plc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23.1.1.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Product Portfolio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23.1.2.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Apparent Production Volume (UNITS) 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23.1.3.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Pricing Analysis (USD Per Unit) By Product Type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23.1.4.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Revenue (USD Mn) and Market Share by Market Segments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23.1.4.1.</a:t>
                      </a:r>
                      <a:r>
                        <a:rPr lang="en-US" sz="700" b="0" i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1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Product Sales</a:t>
                      </a:r>
                      <a:endParaRPr lang="en-US" sz="900" b="0" i="1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23.1.4.2.</a:t>
                      </a:r>
                      <a:r>
                        <a:rPr lang="en-US" sz="700" b="0" i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1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Channel Sales</a:t>
                      </a:r>
                      <a:endParaRPr lang="en-US" sz="900" b="0" i="1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23.1.4.3.</a:t>
                      </a:r>
                      <a:r>
                        <a:rPr lang="en-US" sz="700" b="0" i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1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Regional Sales</a:t>
                      </a:r>
                      <a:endParaRPr lang="en-US" sz="900" b="0" i="1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23.1.5.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Sales Footprint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23.1.6.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Strategy Overview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23.1.6.1.</a:t>
                      </a:r>
                      <a:r>
                        <a:rPr lang="en-US" sz="700" b="0" i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1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Marketing Strategy</a:t>
                      </a:r>
                      <a:endParaRPr lang="en-US" sz="900" b="0" i="1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23.1.6.2.</a:t>
                      </a:r>
                      <a:r>
                        <a:rPr lang="en-US" sz="700" b="0" i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1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Product Strategy</a:t>
                      </a:r>
                      <a:endParaRPr lang="en-US" sz="900" b="0" i="1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23.1.6.3.</a:t>
                      </a:r>
                      <a:r>
                        <a:rPr lang="en-US" sz="700" b="0" i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1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Channel Strategy</a:t>
                      </a:r>
                      <a:endParaRPr lang="en-US" sz="900" b="0" i="1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0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23.1.6.4.</a:t>
                      </a:r>
                      <a:r>
                        <a:rPr lang="en-US" sz="700" b="0" i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1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Pricing Strategy</a:t>
                      </a:r>
                      <a:endParaRPr lang="en-US" sz="900" b="0" i="1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DFC4E-4250-86BE-7CE7-80E39B31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617597"/>
              </p:ext>
            </p:extLst>
          </p:nvPr>
        </p:nvGraphicFramePr>
        <p:xfrm>
          <a:off x="6197601" y="1143000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23.1.7.</a:t>
                      </a: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9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SWOT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23.1.8.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 </a:t>
                      </a:r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Analyst Comment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1" u="none" strike="noStrike">
                          <a:solidFill>
                            <a:srgbClr val="EE0000"/>
                          </a:solidFill>
                          <a:effectLst/>
                          <a:latin typeface="Calibri" panose="020F0502020204030204" pitchFamily="34" charset="0"/>
                        </a:rPr>
                        <a:t>Note: All companies shall be indicated in similar manner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Sealed Air Corporation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Inteplast Group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Novolex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23.5.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Coveris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23.6.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Printpack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23.7.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Winpak Ltd.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23.8.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Huhtamaki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23.9.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Berry Global Group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23.10.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        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Mondi Group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23.11.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        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Pactiv Evergreen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23.12.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        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Sonoco Products Company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23.13.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        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A-Pac Manufacturing Co., Inc.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23.14.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        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PPC Flex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23.15.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        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Arihant Packers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23.16.</a:t>
                      </a: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             </a:t>
                      </a: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Others on request</a:t>
                      </a: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EE0000"/>
                          </a:solidFill>
                          <a:effectLst/>
                          <a:latin typeface="Calibri" panose="020F0502020204030204" pitchFamily="34" charset="0"/>
                        </a:rPr>
                        <a:t>ADD SECTIONS AS PER STORY LINE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Assumptions and Acronyms Used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</a:t>
                      </a: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 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Methodology</a:t>
                      </a: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223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E00AF-7EA1-2CB2-D631-D44E582AF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333F5-3DCE-976E-CC68-A0EFC9A0432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591199" y="4310743"/>
            <a:ext cx="8609555" cy="620486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List of Figures, List of Tables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AE591-49A6-3BFD-AC34-7E827408C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56BAD-B46F-5244-6ECA-D3AB8B2A491E}"/>
              </a:ext>
            </a:extLst>
          </p:cNvPr>
          <p:cNvSpPr txBox="1"/>
          <p:nvPr/>
        </p:nvSpPr>
        <p:spPr>
          <a:xfrm>
            <a:off x="1192531" y="6277200"/>
            <a:ext cx="1984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Source@ Future Market Insights, 2026</a:t>
            </a:r>
            <a:endParaRPr lang="en-IN" sz="9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3C5B27-D867-3C5C-422C-47BEA7AB995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483" y="-97969"/>
            <a:ext cx="1071120" cy="1088572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E365D00-2624-ED69-8D1A-F78DFD852709}"/>
              </a:ext>
            </a:extLst>
          </p:cNvPr>
          <p:cNvSpPr txBox="1">
            <a:spLocks/>
          </p:cNvSpPr>
          <p:nvPr/>
        </p:nvSpPr>
        <p:spPr bwMode="gray">
          <a:xfrm>
            <a:off x="918747" y="3439802"/>
            <a:ext cx="1344904" cy="388199"/>
          </a:xfrm>
          <a:prstGeom prst="rect">
            <a:avLst/>
          </a:prstGeom>
          <a:ln>
            <a:noFill/>
          </a:ln>
        </p:spPr>
        <p:txBody>
          <a:bodyPr vert="horz" lIns="0" tIns="91440" rIns="91440" bIns="91440" rtlCol="0">
            <a:noAutofit/>
          </a:bodyPr>
          <a:lstStyle>
            <a:lvl1pPr marL="228598" indent="-228598" algn="l" defTabSz="914391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anose="05000000000000000000" pitchFamily="2" charset="2"/>
              <a:buChar char="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anose="05000000000000000000" pitchFamily="2" charset="2"/>
              <a:buChar char="q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  <a:latin typeface="Bell MT" panose="02020503060305020303" pitchFamily="18" charset="0"/>
              </a:rPr>
              <a:t>Section XX</a:t>
            </a:r>
          </a:p>
        </p:txBody>
      </p:sp>
    </p:spTree>
    <p:extLst>
      <p:ext uri="{BB962C8B-B14F-4D97-AF65-F5344CB8AC3E}">
        <p14:creationId xmlns:p14="http://schemas.microsoft.com/office/powerpoint/2010/main" val="854208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D6779-5F16-5AFB-9BC7-300898257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AD7C2-14BA-9AB3-A100-C2A65252A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Figures (1/2)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4AB5C6-A37C-8FA4-DC41-1671EB7A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9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884FF4-0189-5675-9E98-0D570BC52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33265"/>
              </p:ext>
            </p:extLst>
          </p:nvPr>
        </p:nvGraphicFramePr>
        <p:xfrm>
          <a:off x="152400" y="1095603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1: Global Polybags Market Overview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2: Global Polybags Market Taxonomy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3: Global Polybags Market Definition by Segment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4: Key Demand Trends in the Global Polybags Market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5: Key Supply Trends in the Global Polybags Market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6: Technology Roadmap for the Global Polybags Market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7: Analyst Recommendations and Strategic Priorities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8: Global Polybags Market Size (Value),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9: Global Polybags Market Size (Volume),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10: Historical Market Performance, 2021–2025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11: Market Forecast Outlook, 2026–2036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12: Y-o-Y Growth Trend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13: Absolute Dollar Opportunity Analysis, 2026–2036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14: Global Market Share by Product Type, 2026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15: Product Type Value Comparison,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16: Product Type Volume Comparison,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17: Flat Polybags Market Trend Analysis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18: Standard Flat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19: Lay Flat Tubing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20: Flat Poly Sleeves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21: Gusseted Polybags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22: Side Gusset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23: Bottom Gusset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24: Quad Seal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25: Resealable Polybags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26: Zip Lock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27: Slider Zip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28: Press-to-Close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29: Double Zip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30: Industrial Polybags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A5C4F9-DF8B-5825-B342-14E0E1D42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665136"/>
              </p:ext>
            </p:extLst>
          </p:nvPr>
        </p:nvGraphicFramePr>
        <p:xfrm>
          <a:off x="6197601" y="1077685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31: Heavy-Duty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32: FIBC Liners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33: Machinery Parts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34: Chemical Packaging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35: Protective Polybags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36: Bubble Poly Mailers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37: Anti-Static (ESD)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38: Vacuum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39: Cushion Packaging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40: Retail &amp; Merchandise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41: T-Shirt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42: Merchandise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43: Die-Cut Handle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44: Patch Handle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45: D-Cut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46: E-commerce Polybags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47: Courier Mailers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48: Tamper-Evident Mailers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49: Return Mailers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50: Security Mailers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51: Specialty Polybags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52: Wicketed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53: Header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54: Perforated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55: Drawstring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56: Custom Printed Bags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57: Product Type Market Share Comparison, 2026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58: Product Type Y-o-Y Growth Analysis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59: Product Type Absolute Dollar Opportunity Analysis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60: Product Type Revenue Contribution by Segment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223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D6779-5F16-5AFB-9BC7-300898257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AD7C2-14BA-9AB3-A100-C2A65252A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Figures (2/2)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4AB5C6-A37C-8FA4-DC41-1671EB7A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10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884FF4-0189-5675-9E98-0D570BC52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135948"/>
              </p:ext>
            </p:extLst>
          </p:nvPr>
        </p:nvGraphicFramePr>
        <p:xfrm>
          <a:off x="152400" y="1095603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61: Global Market Share by Material, 2026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62: Material Value Comparison,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63: Material Volume Comparison,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64: Polyethylene (PE)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65: Low-Density Polyethylene (LDPE)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66: Linear Low-Density Polyethylene (LLDPE)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67: High-Density Polyethylene (HDPE)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68: Medium-Density Polyethylene (MDPE)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69: Polypropylene (PP)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70: Cast Polypropylene (CPP)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71: Biaxially Oriented Polypropylene (BOPP)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72: Oriented Polypropylene (OPP)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73: Recycled Plastics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74: Post-Consumer Recycled (PCR)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75: Post-Industrial Recycled (PIR)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76: Mixed Recycled Resin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77: Bio-Based Materials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78: PLA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79: PHA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80: Starch Blend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81: PBAT Blend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82: Cellulose-Based Films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83: Specialty Materials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84: EVA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85: Coextruded Multilayer Films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86: Barrier Films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87: Conductive Polymers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88: Material Market Share Analysis, 2026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89: Material Y-o-Y Growth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90: Material Absolute Dollar Opportunity Analysis, 2026–2036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A5C4F9-DF8B-5825-B342-14E0E1D42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975173"/>
              </p:ext>
            </p:extLst>
          </p:nvPr>
        </p:nvGraphicFramePr>
        <p:xfrm>
          <a:off x="6197601" y="1077685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91: Global Market Share by End-use Industry, 2026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92: End-use Industry Value Comparison,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93: End-use Industry Volume Comparison,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94: Food &amp; Beverage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95: Fresh Produce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96: Frozen Food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97: Dairy Products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98: Bakery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99: Meat &amp; Poultry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100: Seafood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101: Snacks &amp; Confectionery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102: Beverage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103: Retail &amp; Consumer Goods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104: Apparel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105: Footwear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106: Toys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107: Home Care Products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108: Household Goods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109: Stationery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110: Healthcare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111: Pharmaceutical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112: Medical Devices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113: Surgical Products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114: Diagnostic Kits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115: Laboratory Supplies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116: E-commerce &amp; Logistics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117: Courier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118: Fulfillment Center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119: Return Packaging Market Trend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Figure 120: End-use Industry Revenue Contribution by Segment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063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1338B-FDCA-B5A7-6245-C12B2E63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7BD9-70D0-DCE7-B8D3-D8922158D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Tables (1/2)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D0D402-C96A-7A8A-63CE-4CCE2F4C1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11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B0A8B0-3771-5101-897B-F1EE28908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145724"/>
              </p:ext>
            </p:extLst>
          </p:nvPr>
        </p:nvGraphicFramePr>
        <p:xfrm>
          <a:off x="152400" y="1095603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1: Global Polybags Market Snapshot, 2025–2036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2: Key Demand Trends in the Global Polybags Market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3: Key Supply Trends in the Global Polybags Market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4: Technology Roadmap for the Global Polybags Market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5: Analyst Recommendations and Strategic Takeaways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6: Polybags Market Taxonomy by Segment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7: Market Definition by Product Type, Material and End-use Industry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8: Global Polybags Market Size (Value),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9: Global Polybags Market Size (Volume),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10: Historical Market Analysis, 2021–2025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11: Market Forecast Analysis, 2026–2036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12: Y-o-Y Growth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13: Absolute Dollar Opportunity Analysis, 2026–2036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14: Global Polybags Market by Product Type (Value),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15: Global Polybags Market by Product Type (Volume),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16: Product Type Market Share Analysis, 2026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17: Flat Polybags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18: Standard Flat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19: Lay Flat Tubing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20: Flat Poly Sleeves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21: Gusseted Polybags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22: Side Gusset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23: Bottom Gusset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24: Quad Seal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25: Resealable Polybags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26: Zip Lock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27: Slider Zip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28: Press-to-Close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29: Double Zip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30: Industrial Polybags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AA0FBD-926E-1E14-0E5B-047371228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024575"/>
              </p:ext>
            </p:extLst>
          </p:nvPr>
        </p:nvGraphicFramePr>
        <p:xfrm>
          <a:off x="6197601" y="1090748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31: Heavy-Duty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32: FIBC Liners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33: Machinery Parts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34: Chemical Packaging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35: Protective Polybags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36: Bubble Poly Mailers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37: Anti-Static (ESD)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38: Vacuum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39: Cushion Packaging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40: Retail &amp; Merchandise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41: T-Shirt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42: Merchandise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43: Die-Cut Handle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44: Patch Handle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45: D-Cut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46: E-commerce Polybags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47: Courier Mailers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48: Tamper-Evident Mailers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49: Return Mailers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50: Security Mailers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51: Specialty Polybags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52: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Wicketed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53: Header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54: Perforated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55: Drawstring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56: Custom Printed Bags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57: Historical Product Type Comparison, 2021–2025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58: Forecast Product Type Comparison, 2026–2036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59: Product Type Y-o-Y Growth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60: Product Type Absolute Dollar Opportunity Analysis, 2026–2036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904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1338B-FDCA-B5A7-6245-C12B2E63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7BD9-70D0-DCE7-B8D3-D8922158D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Tables (2/2)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D0D402-C96A-7A8A-63CE-4CCE2F4C1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12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B0A8B0-3771-5101-897B-F1EE28908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716646"/>
              </p:ext>
            </p:extLst>
          </p:nvPr>
        </p:nvGraphicFramePr>
        <p:xfrm>
          <a:off x="152400" y="1082540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61: Global Polybags Market by Material (Value),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62: Global Polybags Market by Material (Volume),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63: Material-wise Market Share Analysis, 2026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64: Polyethylene (PE)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65: Low-Density Polyethylene (LDPE)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66: Linear Low-Density Polyethylene (LLDPE)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67: High-Density Polyethylene (HDPE)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68: Medium-Density Polyethylene (MDPE)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69: Polypropylene (PP)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70: Cast Polypropylene (CPP)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71: Biaxially Oriented Polypropylene (BOPP)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72: Oriented Polypropylene (OPP)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73: Recycled Plastics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74: Post-Consumer Recycled (PCR)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75: Post-Industrial Recycled (PIR)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76: Mixed Recycled Resin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77: Bio-Based Materials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78: PLA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79: PHA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80: Starch Blend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81: PBAT Blend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82: Cellulose-Based Films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83: Specialty Materials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84: EVA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85: Coextruded Multilayer Films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86: Barrier Films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87: Conductive Polymers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88: Historical Material Comparison, 2021–2025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89: Forecast Material Comparison, 2026–2036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90: Material-wise Y-o-Y Growth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AA0FBD-926E-1E14-0E5B-047371228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380421"/>
              </p:ext>
            </p:extLst>
          </p:nvPr>
        </p:nvGraphicFramePr>
        <p:xfrm>
          <a:off x="6197601" y="1103811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91: Material-wise Absolute Dollar Opportunity Analysis, 2026–2036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92: Global Polybags Market by End-use Industry (Value),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93: Global Polybags Market by End-use Industry (Volume),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94: End-use Industry Market Share Analysis, 2026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95: Food &amp; Beverage Industry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96: Fresh Produce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97: Frozen Food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98: Dairy Products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99: Bakery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100: Meat &amp; Poultry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101: Seafood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102: Snacks &amp; Confectionery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103: Beverage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104: Retail &amp; Consumer Goods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105: Apparel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106: Footwear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107: Toys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108: Home Care Products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109: Household Goods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110: Stationery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111: Healthcare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112: Pharmaceutical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113: Medical Devices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114: Surgical Products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115: Diagnostic Kits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116: Laboratory Supplies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117: E-commerce &amp; Logistics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118: Courier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119: Fulfillment Centers Packaging Market Analysis, 2021–2036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120: Return Packaging Market Analysis, 2021–2036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348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5F8F"/>
      </a:accent1>
      <a:accent2>
        <a:srgbClr val="8E1416"/>
      </a:accent2>
      <a:accent3>
        <a:srgbClr val="9E7E0A"/>
      </a:accent3>
      <a:accent4>
        <a:srgbClr val="40315E"/>
      </a:accent4>
      <a:accent5>
        <a:srgbClr val="008189"/>
      </a:accent5>
      <a:accent6>
        <a:srgbClr val="A35313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" id="{936E7243-1F93-427C-A3FE-465D0A96EE9A}" vid="{61850FB3-B8CF-4E61-B000-072DAF7DD4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6C510371034F4582A080378F3CA453" ma:contentTypeVersion="8" ma:contentTypeDescription="Create a new document." ma:contentTypeScope="" ma:versionID="5b373d49bd797c48a32f56fbf353ac5d">
  <xsd:schema xmlns:xsd="http://www.w3.org/2001/XMLSchema" xmlns:xs="http://www.w3.org/2001/XMLSchema" xmlns:p="http://schemas.microsoft.com/office/2006/metadata/properties" xmlns:ns3="c4c01e1a-734c-443d-9deb-04793c4ed5f2" targetNamespace="http://schemas.microsoft.com/office/2006/metadata/properties" ma:root="true" ma:fieldsID="0d9248bc3fe7fd351d1ee7072d828a6f" ns3:_="">
    <xsd:import namespace="c4c01e1a-734c-443d-9deb-04793c4ed5f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c01e1a-734c-443d-9deb-04793c4ed5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D2BFA2-920C-4E6E-B869-99B1B2905F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C2F0CA-F0F0-4E2F-A0EC-B2C22E83D159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schemas.openxmlformats.org/package/2006/metadata/core-properties"/>
    <ds:schemaRef ds:uri="http://www.w3.org/XML/1998/namespace"/>
    <ds:schemaRef ds:uri="http://purl.org/dc/elements/1.1/"/>
    <ds:schemaRef ds:uri="c4c01e1a-734c-443d-9deb-04793c4ed5f2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F42BB47-1B4A-4C7F-96D8-5FA236EB94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c01e1a-734c-443d-9deb-04793c4ed5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#02 Food and Beverages (11-7.5)</Template>
  <TotalTime>19914</TotalTime>
  <Words>4185</Words>
  <Application>Microsoft Office PowerPoint</Application>
  <PresentationFormat>Widescreen</PresentationFormat>
  <Paragraphs>620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Bell MT</vt:lpstr>
      <vt:lpstr>Calibri</vt:lpstr>
      <vt:lpstr>Courier New</vt:lpstr>
      <vt:lpstr>Symbol</vt:lpstr>
      <vt:lpstr>Times New Roman</vt:lpstr>
      <vt:lpstr>Wingdings</vt:lpstr>
      <vt:lpstr>Office Theme</vt:lpstr>
      <vt:lpstr>PowerPoint Presentation</vt:lpstr>
      <vt:lpstr>Table of Contents(1/9)</vt:lpstr>
      <vt:lpstr>Table of Contents(2/9)</vt:lpstr>
      <vt:lpstr>Table of Contents(3/9)</vt:lpstr>
      <vt:lpstr>Table of Contents(4/9)</vt:lpstr>
      <vt:lpstr>Table of Contents(5/9)</vt:lpstr>
      <vt:lpstr>Table of Contents(6/9)</vt:lpstr>
      <vt:lpstr>PowerPoint Presentation</vt:lpstr>
      <vt:lpstr>List of Figures (1/2)</vt:lpstr>
      <vt:lpstr>List of Figures (2/2)</vt:lpstr>
      <vt:lpstr>List of Tables (1/2)</vt:lpstr>
      <vt:lpstr>List of Tables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and Beverages</dc:title>
  <dc:creator>Sanjeevani Dubey</dc:creator>
  <cp:lastModifiedBy>Sayali Patil</cp:lastModifiedBy>
  <cp:revision>2796</cp:revision>
  <dcterms:created xsi:type="dcterms:W3CDTF">2019-04-26T09:22:20Z</dcterms:created>
  <dcterms:modified xsi:type="dcterms:W3CDTF">2026-09-16T06:03:15Z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0x010100D26C510371034F4582A080378F3CA453</vt:lpwstr>
  </property>
</Properties>
</file>