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4746" r:id="rId5"/>
    <p:sldId id="2592" r:id="rId6"/>
    <p:sldId id="4868" r:id="rId7"/>
    <p:sldId id="4869" r:id="rId8"/>
    <p:sldId id="4870" r:id="rId9"/>
    <p:sldId id="4871" r:id="rId10"/>
    <p:sldId id="4872" r:id="rId11"/>
    <p:sldId id="4873" r:id="rId12"/>
    <p:sldId id="4874" r:id="rId13"/>
    <p:sldId id="4875" r:id="rId14"/>
    <p:sldId id="4876" r:id="rId15"/>
    <p:sldId id="4782" r:id="rId16"/>
    <p:sldId id="4919" r:id="rId17"/>
    <p:sldId id="4783" r:id="rId18"/>
    <p:sldId id="4920" r:id="rId19"/>
  </p:sldIdLst>
  <p:sldSz cx="12192000" cy="6858000"/>
  <p:notesSz cx="6858000" cy="9144000"/>
  <p:defaultTextStyle>
    <a:defPPr>
      <a:defRPr lang="en-US"/>
    </a:defPPr>
    <a:lvl1pPr marL="0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1pPr>
    <a:lvl2pPr marL="483259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2pPr>
    <a:lvl3pPr marL="966517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3pPr>
    <a:lvl4pPr marL="1449775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4pPr>
    <a:lvl5pPr marL="1933034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5pPr>
    <a:lvl6pPr marL="2416292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6pPr>
    <a:lvl7pPr marL="2899551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7pPr>
    <a:lvl8pPr marL="3382810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8pPr>
    <a:lvl9pPr marL="3866068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Kunal Gunbote" initials="KG" lastIdx="1" clrIdx="6">
    <p:extLst>
      <p:ext uri="{19B8F6BF-5375-455C-9EA6-DF929625EA0E}">
        <p15:presenceInfo xmlns:p15="http://schemas.microsoft.com/office/powerpoint/2012/main" userId="S-1-5-21-1159362702-2669330398-3134130338-4935" providerId="AD"/>
      </p:ext>
    </p:extLst>
  </p:cmAuthor>
  <p:cmAuthor id="1" name="Sagar Walame" initials="SW" lastIdx="1" clrIdx="0">
    <p:extLst>
      <p:ext uri="{19B8F6BF-5375-455C-9EA6-DF929625EA0E}">
        <p15:presenceInfo xmlns:p15="http://schemas.microsoft.com/office/powerpoint/2012/main" userId="S-1-5-21-1159362702-2669330398-3134130338-92087" providerId="AD"/>
      </p:ext>
    </p:extLst>
  </p:cmAuthor>
  <p:cmAuthor id="2" name="Himanshu Kabra" initials="HK" lastIdx="24" clrIdx="2">
    <p:extLst>
      <p:ext uri="{19B8F6BF-5375-455C-9EA6-DF929625EA0E}">
        <p15:presenceInfo xmlns:p15="http://schemas.microsoft.com/office/powerpoint/2012/main" userId="S-1-5-21-1159362702-2669330398-3134130338-2214" providerId="AD"/>
      </p:ext>
    </p:extLst>
  </p:cmAuthor>
  <p:cmAuthor id="4" name="Nandita Patra" initials="NP" lastIdx="9" clrIdx="3">
    <p:extLst>
      <p:ext uri="{19B8F6BF-5375-455C-9EA6-DF929625EA0E}">
        <p15:presenceInfo xmlns:p15="http://schemas.microsoft.com/office/powerpoint/2012/main" userId="S-1-5-21-1159362702-2669330398-3134130338-4988" providerId="AD"/>
      </p:ext>
    </p:extLst>
  </p:cmAuthor>
  <p:cmAuthor id="5" name="Suraj Pawar" initials="SP" lastIdx="13" clrIdx="4">
    <p:extLst>
      <p:ext uri="{19B8F6BF-5375-455C-9EA6-DF929625EA0E}">
        <p15:presenceInfo xmlns:p15="http://schemas.microsoft.com/office/powerpoint/2012/main" userId="S-1-5-21-1159362702-2669330398-3134130338-2470" providerId="AD"/>
      </p:ext>
    </p:extLst>
  </p:cmAuthor>
  <p:cmAuthor id="6" name="Amarendra Mummaneni" initials="AM" lastIdx="30" clrIdx="5">
    <p:extLst>
      <p:ext uri="{19B8F6BF-5375-455C-9EA6-DF929625EA0E}">
        <p15:presenceInfo xmlns:p15="http://schemas.microsoft.com/office/powerpoint/2012/main" userId="S-1-5-21-1159362702-2669330398-3134130338-49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8FD"/>
    <a:srgbClr val="BFBFBF"/>
    <a:srgbClr val="EEEEEE"/>
    <a:srgbClr val="FBEEBF"/>
    <a:srgbClr val="000000"/>
    <a:srgbClr val="DEFEE0"/>
    <a:srgbClr val="CDDFF0"/>
    <a:srgbClr val="EFF4E8"/>
    <a:srgbClr val="D9D9D9"/>
    <a:srgbClr val="EFF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4434" autoAdjust="0"/>
  </p:normalViewPr>
  <p:slideViewPr>
    <p:cSldViewPr snapToGrid="0">
      <p:cViewPr varScale="1">
        <p:scale>
          <a:sx n="109" d="100"/>
          <a:sy n="109" d="100"/>
        </p:scale>
        <p:origin x="94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23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li Patil" userId="2a404755-b381-4501-b42c-11444dea4494" providerId="ADAL" clId="{548B5D68-BEDC-484D-BA5A-196BE058B057}"/>
    <pc:docChg chg="delSld delMainMaster">
      <pc:chgData name="Sayali Patil" userId="2a404755-b381-4501-b42c-11444dea4494" providerId="ADAL" clId="{548B5D68-BEDC-484D-BA5A-196BE058B057}" dt="2026-09-16T05:42:40.284" v="1" actId="47"/>
      <pc:docMkLst>
        <pc:docMk/>
      </pc:docMkLst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2217628619" sldId="45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028134426" sldId="140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860135376" sldId="144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709678574" sldId="144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35321489" sldId="147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750940787" sldId="147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758669651" sldId="147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008505189" sldId="153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02491093" sldId="199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100756261" sldId="2028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2472225283" sldId="203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35891580" sldId="204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340746409" sldId="204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267859387" sldId="232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472945751" sldId="232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346430973" sldId="2364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1693123745" sldId="237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66517553" sldId="2393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2692765155" sldId="243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084148106" sldId="244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558025799" sldId="244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761199071" sldId="244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756298205" sldId="247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99062890" sldId="248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845770605" sldId="249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782662522" sldId="250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406654720" sldId="250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44744330" sldId="250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206787180" sldId="250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22909692" sldId="251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984240084" sldId="251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637724678" sldId="251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915888340" sldId="251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724274815" sldId="251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549038543" sldId="252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216583379" sldId="253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315566302" sldId="253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788340679" sldId="253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940082771" sldId="254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452335266" sldId="254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859316693" sldId="254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303846552" sldId="254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901682238" sldId="256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765396608" sldId="257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731927891" sldId="257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060882891" sldId="259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488352160" sldId="260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183491819" sldId="260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094966161" sldId="296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727847043" sldId="469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677608141" sldId="469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368645337" sldId="469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478602554" sldId="470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627333177" sldId="470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699526541" sldId="470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725574353" sldId="470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05065500" sldId="470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334634940" sldId="471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190713338" sldId="471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675635797" sldId="471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848476416" sldId="471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818007388" sldId="473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807047906" sldId="473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475821666" sldId="473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918869905" sldId="473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054768597" sldId="473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742688335" sldId="473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649334144" sldId="473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828753844" sldId="473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990547290" sldId="474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078654303" sldId="474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4195897229" sldId="474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327114635" sldId="4743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1003065222" sldId="474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475870899" sldId="474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22138692" sldId="475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634567137" sldId="475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010487042" sldId="476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860896993" sldId="476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150519915" sldId="477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629575621" sldId="477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905612976" sldId="478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309978359" sldId="478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527101871" sldId="478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797571114" sldId="478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708819582" sldId="478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296909614" sldId="478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855288922" sldId="479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451217914" sldId="479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428012915" sldId="479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066303313" sldId="479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574746332" sldId="479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628004527" sldId="480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617128111" sldId="480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907288508" sldId="480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873277676" sldId="480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761354538" sldId="480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104779127" sldId="480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706051479" sldId="480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947431444" sldId="481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58925149" sldId="481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769181358" sldId="481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995632609" sldId="481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514333459" sldId="481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167454629" sldId="484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281831406" sldId="484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477824045" sldId="484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320502112" sldId="485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277636157" sldId="485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380649824" sldId="486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782929519" sldId="487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4195855030" sldId="487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770013836" sldId="487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909374028" sldId="488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565809464" sldId="488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636599206" sldId="490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656073024" sldId="490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657289427" sldId="490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800617035" sldId="491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910878635" sldId="492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624246177" sldId="492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131271897" sldId="492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75735774" sldId="492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083073395" sldId="492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673311673" sldId="492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811018315" sldId="492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561113301" sldId="492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4731093" sldId="4929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497103247" sldId="493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770510397" sldId="493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524417125" sldId="493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971926871" sldId="493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700932059" sldId="493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175178673" sldId="493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10378937" sldId="4938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806172325" sldId="4939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2978079639" sldId="4945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3559640022" sldId="4946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1863953346" sldId="4947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693953909" sldId="496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855658372" sldId="496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76393040" sldId="496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4014270125" sldId="4977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2405583712" sldId="4978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3976032222" sldId="4980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1759358694" sldId="4982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295416930" sldId="4983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1969514420" sldId="4984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275043422" sldId="4985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3626699501" sldId="4986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011244674" sldId="4987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2852996752" sldId="4989"/>
        </pc:sldMkLst>
      </pc:sldChg>
      <pc:sldChg chg="del">
        <pc:chgData name="Sayali Patil" userId="2a404755-b381-4501-b42c-11444dea4494" providerId="ADAL" clId="{548B5D68-BEDC-484D-BA5A-196BE058B057}" dt="2026-09-16T05:42:18.092" v="0" actId="47"/>
        <pc:sldMkLst>
          <pc:docMk/>
          <pc:sldMk cId="2872055539" sldId="4990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2843989541" sldId="4991"/>
        </pc:sldMkLst>
      </pc:sldChg>
      <pc:sldChg chg="del">
        <pc:chgData name="Sayali Patil" userId="2a404755-b381-4501-b42c-11444dea4494" providerId="ADAL" clId="{548B5D68-BEDC-484D-BA5A-196BE058B057}" dt="2026-09-16T05:42:40.284" v="1" actId="47"/>
        <pc:sldMkLst>
          <pc:docMk/>
          <pc:sldMk cId="608432996" sldId="4992"/>
        </pc:sldMkLst>
      </pc:sldChg>
      <pc:sldMasterChg chg="delSldLayout">
        <pc:chgData name="Sayali Patil" userId="2a404755-b381-4501-b42c-11444dea4494" providerId="ADAL" clId="{548B5D68-BEDC-484D-BA5A-196BE058B057}" dt="2026-09-16T05:42:40.284" v="1" actId="47"/>
        <pc:sldMasterMkLst>
          <pc:docMk/>
          <pc:sldMasterMk cId="2540808106" sldId="2147483660"/>
        </pc:sldMasterMkLst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40808106" sldId="2147483660"/>
            <pc:sldLayoutMk cId="2881413922" sldId="2147483717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40808106" sldId="2147483660"/>
            <pc:sldLayoutMk cId="895509494" sldId="2147483718"/>
          </pc:sldLayoutMkLst>
        </pc:sldLayoutChg>
      </pc:sldMasterChg>
      <pc:sldMasterChg chg="del delSldLayout">
        <pc:chgData name="Sayali Patil" userId="2a404755-b381-4501-b42c-11444dea4494" providerId="ADAL" clId="{548B5D68-BEDC-484D-BA5A-196BE058B057}" dt="2026-09-16T05:42:40.284" v="1" actId="47"/>
        <pc:sldMasterMkLst>
          <pc:docMk/>
          <pc:sldMasterMk cId="1419381684" sldId="2147483719"/>
        </pc:sldMasterMkLst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2041344501" sldId="2147483720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61211931" sldId="2147483721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210828764" sldId="2147483722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3715771911" sldId="2147483723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896976951" sldId="2147483724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2279235444" sldId="2147483725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1658605801" sldId="2147483726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303986509" sldId="2147483727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5802496" sldId="2147483728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1046725659" sldId="2147483729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652192972" sldId="2147483730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2826721780" sldId="2147483731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745460130" sldId="2147483732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4234610978" sldId="2147483733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3071045067" sldId="2147483734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2866052112" sldId="2147483735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589031051" sldId="2147483736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3022598783" sldId="2147483737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3462984041" sldId="2147483738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987666629" sldId="2147483739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43437633" sldId="2147483740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3036211859" sldId="2147483741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1034886938" sldId="2147483742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2563924274" sldId="2147483743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3492575906" sldId="2147483744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743831910" sldId="2147483745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1349858758" sldId="2147483746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1983114505" sldId="2147483747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2051862896" sldId="2147483748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3187330956" sldId="2147483749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1419381684" sldId="2147483719"/>
            <pc:sldLayoutMk cId="1564262534" sldId="2147483750"/>
          </pc:sldLayoutMkLst>
        </pc:sldLayoutChg>
      </pc:sldMasterChg>
      <pc:sldMasterChg chg="del delSldLayout">
        <pc:chgData name="Sayali Patil" userId="2a404755-b381-4501-b42c-11444dea4494" providerId="ADAL" clId="{548B5D68-BEDC-484D-BA5A-196BE058B057}" dt="2026-09-16T05:42:40.284" v="1" actId="47"/>
        <pc:sldMasterMkLst>
          <pc:docMk/>
          <pc:sldMasterMk cId="2501966325" sldId="2147483751"/>
        </pc:sldMasterMkLst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2180405063" sldId="2147483752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771136773" sldId="2147483753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836019338" sldId="2147483754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918916994" sldId="2147483755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827797348" sldId="2147483756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1647433576" sldId="2147483757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1220976502" sldId="2147483758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462610315" sldId="2147483759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1331841742" sldId="2147483760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795857959" sldId="2147483761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2838986199" sldId="2147483762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2211177370" sldId="2147483763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1001948426" sldId="2147483764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2843401757" sldId="2147483765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165843646" sldId="2147483766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1389722876" sldId="2147483767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042163601" sldId="2147483768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1091431026" sldId="2147483769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1180750546" sldId="2147483770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1309488729" sldId="2147483771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979381748" sldId="2147483772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2546931546" sldId="2147483773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2671036278" sldId="2147483774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499945423" sldId="2147483775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048982695" sldId="2147483776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814493730" sldId="2147483777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741091314" sldId="2147483778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467743132" sldId="2147483779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4176624863" sldId="2147483780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3378803639" sldId="2147483781"/>
          </pc:sldLayoutMkLst>
        </pc:sldLayoutChg>
        <pc:sldLayoutChg chg="del">
          <pc:chgData name="Sayali Patil" userId="2a404755-b381-4501-b42c-11444dea4494" providerId="ADAL" clId="{548B5D68-BEDC-484D-BA5A-196BE058B057}" dt="2026-09-16T05:42:40.284" v="1" actId="47"/>
          <pc:sldLayoutMkLst>
            <pc:docMk/>
            <pc:sldMasterMk cId="2501966325" sldId="2147483751"/>
            <pc:sldLayoutMk cId="1962885360" sldId="21474837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0D5F0-DEDB-4207-AC6F-C9348E117F2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11557-1D5D-4225-BD05-2D0922FA8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19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5B71E-CD0B-4E6E-93BA-185C491C3A0E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87B0E-8739-48F7-AADE-F1C531232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58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1pPr>
    <a:lvl2pPr marL="483259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2pPr>
    <a:lvl3pPr marL="966517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3pPr>
    <a:lvl4pPr marL="1449775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4pPr>
    <a:lvl5pPr marL="1933034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5pPr>
    <a:lvl6pPr marL="2416292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6pPr>
    <a:lvl7pPr marL="2899551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7pPr>
    <a:lvl8pPr marL="3382810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8pPr>
    <a:lvl9pPr marL="3866068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A851-CC62-0F7A-A742-6683B472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942EC-BBF4-9EF0-B20F-CEA385DA9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8A8FD-BC7D-7AF2-FDC0-82CAEB7DE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249AC-44A0-46B9-9943-F91913A70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7B0E-8739-48F7-AADE-F1C531232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974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03F31-FDDA-B679-43F9-2342A830E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7E44A-4D4C-7339-041E-B2DDBC39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5313F-612B-EA10-CF13-F6670AB1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DC472-09B3-47BE-7876-71EF8B89F3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7B0E-8739-48F7-AADE-F1C531232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881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0" y="2"/>
            <a:ext cx="12192000" cy="68246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IN" sz="1902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56"/>
            <a:ext cx="12192000" cy="684794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5" name="Rectangle 34"/>
          <p:cNvSpPr/>
          <p:nvPr userDrawn="1"/>
        </p:nvSpPr>
        <p:spPr>
          <a:xfrm>
            <a:off x="743259" y="10058"/>
            <a:ext cx="5906925" cy="6858001"/>
          </a:xfrm>
          <a:prstGeom prst="rect">
            <a:avLst/>
          </a:prstGeom>
          <a:solidFill>
            <a:srgbClr val="0070C0">
              <a:alpha val="81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0" name="TextBox 9"/>
          <p:cNvSpPr txBox="1"/>
          <p:nvPr userDrawn="1"/>
        </p:nvSpPr>
        <p:spPr>
          <a:xfrm>
            <a:off x="829068" y="661628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Source@ Future Market Insights, 2026</a:t>
            </a:r>
            <a:endParaRPr lang="en-IN" sz="9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71630" y="5918917"/>
            <a:ext cx="11448743" cy="584895"/>
          </a:xfrm>
          <a:prstGeom prst="rect">
            <a:avLst/>
          </a:prstGeom>
          <a:solidFill>
            <a:srgbClr val="FCD15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3" name="Rectangle 12"/>
          <p:cNvSpPr/>
          <p:nvPr userDrawn="1"/>
        </p:nvSpPr>
        <p:spPr>
          <a:xfrm>
            <a:off x="371630" y="6559883"/>
            <a:ext cx="11448743" cy="575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</p:spTree>
    <p:extLst>
      <p:ext uri="{BB962C8B-B14F-4D97-AF65-F5344CB8AC3E}">
        <p14:creationId xmlns:p14="http://schemas.microsoft.com/office/powerpoint/2010/main" val="1285309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52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/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1" name="Rectangle 10"/>
          <p:cNvSpPr/>
          <p:nvPr userDrawn="1"/>
        </p:nvSpPr>
        <p:spPr>
          <a:xfrm>
            <a:off x="8645236" y="0"/>
            <a:ext cx="3546764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271899" y="-810653"/>
            <a:ext cx="2926080" cy="109141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3" name="Rectangle 12"/>
          <p:cNvSpPr/>
          <p:nvPr userDrawn="1"/>
        </p:nvSpPr>
        <p:spPr>
          <a:xfrm rot="5400000">
            <a:off x="1403070" y="2763754"/>
            <a:ext cx="422240" cy="1752737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-6113" y="6314741"/>
            <a:ext cx="1009180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 flipV="1">
            <a:off x="1501725" y="4939555"/>
            <a:ext cx="775854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 userDrawn="1"/>
        </p:nvSpPr>
        <p:spPr>
          <a:xfrm>
            <a:off x="1658200" y="5164120"/>
            <a:ext cx="7732467" cy="385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902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52402" y="647750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Source@ Future Market Insights, 2026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86358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52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442127"/>
            <a:ext cx="11855752" cy="13333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64550" y="1560854"/>
            <a:ext cx="7529743" cy="1097280"/>
          </a:xfrm>
          <a:noFill/>
          <a:ln>
            <a:noFill/>
          </a:ln>
        </p:spPr>
        <p:txBody>
          <a:bodyPr vert="horz" lIns="91440" tIns="91440" rIns="91440" bIns="91440" rtlCol="0" anchor="b" anchorCtr="0">
            <a:noAutofit/>
          </a:bodyPr>
          <a:lstStyle>
            <a:lvl1pPr algn="l">
              <a:defRPr lang="en-US" sz="2000" b="0" dirty="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52400" y="3069662"/>
            <a:ext cx="11819998" cy="1049336"/>
          </a:xfrm>
        </p:spPr>
        <p:txBody>
          <a:bodyPr>
            <a:noAutofit/>
          </a:bodyPr>
          <a:lstStyle>
            <a:lvl1pPr marL="0" indent="0" algn="l">
              <a:buNone/>
              <a:defRPr sz="2501" b="1">
                <a:solidFill>
                  <a:schemeClr val="tx1"/>
                </a:solidFill>
                <a:latin typeface="+mn-lt"/>
              </a:defRPr>
            </a:lvl1pPr>
            <a:lvl2pPr marL="4572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8" name="Group 17"/>
          <p:cNvGrpSpPr/>
          <p:nvPr userDrawn="1"/>
        </p:nvGrpSpPr>
        <p:grpSpPr bwMode="gray">
          <a:xfrm flipH="1">
            <a:off x="152400" y="2821784"/>
            <a:ext cx="11853333" cy="182880"/>
            <a:chOff x="114300" y="958850"/>
            <a:chExt cx="8890000" cy="304800"/>
          </a:xfrm>
        </p:grpSpPr>
        <p:sp>
          <p:nvSpPr>
            <p:cNvPr id="19" name="Rectangle 18"/>
            <p:cNvSpPr/>
            <p:nvPr/>
          </p:nvSpPr>
          <p:spPr bwMode="gray">
            <a:xfrm>
              <a:off x="114302" y="958850"/>
              <a:ext cx="8889998" cy="102297"/>
            </a:xfrm>
            <a:prstGeom prst="rect">
              <a:avLst/>
            </a:prstGeom>
            <a:gradFill flip="none" rotWithShape="1">
              <a:gsLst>
                <a:gs pos="0">
                  <a:srgbClr val="47AD0B"/>
                </a:gs>
                <a:gs pos="95000">
                  <a:schemeClr val="bg1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7" noProof="0" dirty="0">
                <a:solidFill>
                  <a:srgbClr val="FFC000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 bwMode="gray">
            <a:xfrm>
              <a:off x="114300" y="1060101"/>
              <a:ext cx="8889998" cy="102297"/>
            </a:xfrm>
            <a:prstGeom prst="rect">
              <a:avLst/>
            </a:prstGeom>
            <a:gradFill flip="none" rotWithShape="1">
              <a:gsLst>
                <a:gs pos="0">
                  <a:srgbClr val="FF4E00"/>
                </a:gs>
                <a:gs pos="95000">
                  <a:schemeClr val="bg1"/>
                </a:gs>
                <a:gs pos="100000">
                  <a:schemeClr val="bg1"/>
                </a:gs>
              </a:gsLst>
              <a:lin ang="10800000" scaled="1"/>
              <a:tileRect/>
            </a:gra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 sz="2397" noProof="0" dirty="0">
                <a:solidFill>
                  <a:srgbClr val="FFC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 bwMode="gray">
            <a:xfrm>
              <a:off x="114300" y="1161353"/>
              <a:ext cx="8889998" cy="102297"/>
            </a:xfrm>
            <a:prstGeom prst="rect">
              <a:avLst/>
            </a:prstGeom>
            <a:gradFill flip="none" rotWithShape="1">
              <a:gsLst>
                <a:gs pos="0">
                  <a:srgbClr val="90278E"/>
                </a:gs>
                <a:gs pos="95000">
                  <a:schemeClr val="bg1"/>
                </a:gs>
                <a:gs pos="100000">
                  <a:schemeClr val="bg1"/>
                </a:gs>
              </a:gsLst>
              <a:lin ang="10800000" scaled="1"/>
              <a:tileRect/>
            </a:gra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 sz="2397" noProof="0" dirty="0">
                <a:solidFill>
                  <a:srgbClr val="FFC000"/>
                </a:solidFill>
              </a:endParaRPr>
            </a:p>
          </p:txBody>
        </p:sp>
      </p:grpSp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346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52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854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23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1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reeform 2"/>
          <p:cNvSpPr/>
          <p:nvPr userDrawn="1"/>
        </p:nvSpPr>
        <p:spPr>
          <a:xfrm>
            <a:off x="157241" y="1132242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0440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1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reeform 2"/>
          <p:cNvSpPr/>
          <p:nvPr userDrawn="1"/>
        </p:nvSpPr>
        <p:spPr>
          <a:xfrm>
            <a:off x="157241" y="1132242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 bwMode="gray">
          <a:xfrm>
            <a:off x="152400" y="368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157241" y="3710342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5968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1181515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262322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32913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76784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1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8203961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8203961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820396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938573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86858" y="1125788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2400" y="1140546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212639" y="1128782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8203961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8238418" y="1143001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820396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376845" y="4066996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273984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778937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1" y="1143000"/>
            <a:ext cx="778937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778937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491150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778937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1" y="1143000"/>
            <a:ext cx="778937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778937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4178181" y="4572003"/>
            <a:ext cx="7789377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4178181" y="4101421"/>
            <a:ext cx="7789377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4183022" y="4101421"/>
            <a:ext cx="7789377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543274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5763491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4065" y="1613579"/>
            <a:ext cx="5763491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4065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4065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51159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1181515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173537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1181515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70336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79652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8109731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78476" y="110697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78476" y="3812828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643877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4590288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6208907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208907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6208907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9062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6208907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208907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6208907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7777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48965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0654935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6208907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6208907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6208907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5365957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81"/>
            <a:ext cx="5763491" cy="224657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519983"/>
            <a:ext cx="5763491" cy="173571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4028164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4036328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81"/>
            <a:ext cx="5763491" cy="224657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6208907" y="4519983"/>
            <a:ext cx="5763491" cy="173571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6208907" y="4028164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6208907" y="4036328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2819943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4344041" y="1613579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4344041" y="1143000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344041" y="1143000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4344041" y="4286475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4344041" y="3815896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4344041" y="3815896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0" name="Content Placeholder 2"/>
          <p:cNvSpPr>
            <a:spLocks noGrp="1"/>
          </p:cNvSpPr>
          <p:nvPr>
            <p:ph idx="21"/>
          </p:nvPr>
        </p:nvSpPr>
        <p:spPr bwMode="gray">
          <a:xfrm>
            <a:off x="8530841" y="1613579"/>
            <a:ext cx="3441556" cy="4590288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8530841" y="1143000"/>
            <a:ext cx="34415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Freeform 21"/>
          <p:cNvSpPr/>
          <p:nvPr userDrawn="1"/>
        </p:nvSpPr>
        <p:spPr>
          <a:xfrm>
            <a:off x="8530841" y="1143000"/>
            <a:ext cx="34415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9595551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52402" y="1613578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3143224" y="1613579"/>
            <a:ext cx="5266268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143224" y="1143000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3148065" y="1143000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3143224" y="4286475"/>
            <a:ext cx="5266268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3143224" y="3815896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3148065" y="3815896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8726166" y="1613579"/>
            <a:ext cx="324623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8726166" y="1143000"/>
            <a:ext cx="324623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8726166" y="1143000"/>
            <a:ext cx="324623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8726166" y="4286475"/>
            <a:ext cx="324623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8726166" y="3815896"/>
            <a:ext cx="324623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8726166" y="3815896"/>
            <a:ext cx="324623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219995" y="1659298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13" indent="0">
              <a:buNone/>
              <a:defRPr/>
            </a:lvl2pPr>
            <a:lvl3pPr marL="914427" indent="0">
              <a:buNone/>
              <a:defRPr/>
            </a:lvl3pPr>
            <a:lvl4pPr marL="1371641" indent="0">
              <a:buNone/>
              <a:defRPr/>
            </a:lvl4pPr>
            <a:lvl5pPr marL="18288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Isosceles Triangle 6"/>
          <p:cNvSpPr/>
          <p:nvPr userDrawn="1"/>
        </p:nvSpPr>
        <p:spPr>
          <a:xfrm rot="5400000">
            <a:off x="2208943" y="1899828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24" name="Rectangle 23"/>
          <p:cNvSpPr/>
          <p:nvPr userDrawn="1"/>
        </p:nvSpPr>
        <p:spPr>
          <a:xfrm>
            <a:off x="152402" y="4286475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219995" y="4332195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13" indent="0">
              <a:buNone/>
              <a:defRPr/>
            </a:lvl2pPr>
            <a:lvl3pPr marL="914427" indent="0">
              <a:buNone/>
              <a:defRPr/>
            </a:lvl3pPr>
            <a:lvl4pPr marL="1371641" indent="0">
              <a:buNone/>
              <a:defRPr/>
            </a:lvl4pPr>
            <a:lvl5pPr marL="18288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Isosceles Triangle 27"/>
          <p:cNvSpPr/>
          <p:nvPr userDrawn="1"/>
        </p:nvSpPr>
        <p:spPr>
          <a:xfrm rot="5400000">
            <a:off x="2208943" y="4572725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</p:spTree>
    <p:extLst>
      <p:ext uri="{BB962C8B-B14F-4D97-AF65-F5344CB8AC3E}">
        <p14:creationId xmlns:p14="http://schemas.microsoft.com/office/powerpoint/2010/main" val="14755408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52402" y="1613578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3143224" y="1613579"/>
            <a:ext cx="5266268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143224" y="1143000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3148065" y="1143000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8726166" y="1613579"/>
            <a:ext cx="324623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8726166" y="1143000"/>
            <a:ext cx="324623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8726166" y="1143000"/>
            <a:ext cx="324623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219995" y="1659298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13" indent="0">
              <a:buNone/>
              <a:defRPr/>
            </a:lvl2pPr>
            <a:lvl3pPr marL="914427" indent="0">
              <a:buNone/>
              <a:defRPr/>
            </a:lvl3pPr>
            <a:lvl4pPr marL="1371641" indent="0">
              <a:buNone/>
              <a:defRPr/>
            </a:lvl4pPr>
            <a:lvl5pPr marL="18288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Isosceles Triangle 6"/>
          <p:cNvSpPr/>
          <p:nvPr userDrawn="1"/>
        </p:nvSpPr>
        <p:spPr>
          <a:xfrm rot="5400000">
            <a:off x="2208943" y="1899828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</p:spTree>
    <p:extLst>
      <p:ext uri="{BB962C8B-B14F-4D97-AF65-F5344CB8AC3E}">
        <p14:creationId xmlns:p14="http://schemas.microsoft.com/office/powerpoint/2010/main" val="2166999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 userDrawn="1"/>
        </p:nvSpPr>
        <p:spPr>
          <a:xfrm>
            <a:off x="0" y="909507"/>
            <a:ext cx="12192000" cy="1306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7" name="Rectangle 36"/>
          <p:cNvSpPr/>
          <p:nvPr userDrawn="1"/>
        </p:nvSpPr>
        <p:spPr>
          <a:xfrm>
            <a:off x="0" y="1"/>
            <a:ext cx="12192000" cy="940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11" name="Freeform 10"/>
          <p:cNvSpPr/>
          <p:nvPr userDrawn="1"/>
        </p:nvSpPr>
        <p:spPr bwMode="gray">
          <a:xfrm>
            <a:off x="152400" y="6420652"/>
            <a:ext cx="11887200" cy="0"/>
          </a:xfrm>
          <a:custGeom>
            <a:avLst/>
            <a:gdLst>
              <a:gd name="connsiteX0" fmla="*/ 12039600 w 12039600"/>
              <a:gd name="connsiteY0" fmla="*/ 0 h 0"/>
              <a:gd name="connsiteX1" fmla="*/ 0 w 12039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9600">
                <a:moveTo>
                  <a:pt x="120396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13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 bwMode="gray">
          <a:xfrm>
            <a:off x="152400" y="1257301"/>
            <a:ext cx="11836400" cy="4963051"/>
          </a:xfrm>
          <a:prstGeom prst="rect">
            <a:avLst/>
          </a:prstGeom>
        </p:spPr>
        <p:txBody>
          <a:bodyPr vert="horz" lIns="0" tIns="91440" rIns="91440" bIns="9144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23900"/>
          </a:xfrm>
          <a:prstGeom prst="rect">
            <a:avLst/>
          </a:prstGeom>
        </p:spPr>
        <p:txBody>
          <a:bodyPr vert="horz" lIns="0" tIns="91440" rIns="91440" bIns="9144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6" name="Rectangle 15"/>
          <p:cNvSpPr/>
          <p:nvPr userDrawn="1"/>
        </p:nvSpPr>
        <p:spPr bwMode="gray">
          <a:xfrm>
            <a:off x="-1299342" y="876303"/>
            <a:ext cx="1090332" cy="418887"/>
          </a:xfrm>
          <a:prstGeom prst="rect">
            <a:avLst/>
          </a:prstGeom>
          <a:solidFill>
            <a:srgbClr val="2A5F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7" name="Rectangle 16"/>
          <p:cNvSpPr/>
          <p:nvPr userDrawn="1"/>
        </p:nvSpPr>
        <p:spPr bwMode="gray">
          <a:xfrm>
            <a:off x="-1299342" y="1429860"/>
            <a:ext cx="1090332" cy="418887"/>
          </a:xfrm>
          <a:prstGeom prst="rect">
            <a:avLst/>
          </a:prstGeom>
          <a:solidFill>
            <a:srgbClr val="8E14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8" name="Rectangle 17"/>
          <p:cNvSpPr/>
          <p:nvPr userDrawn="1"/>
        </p:nvSpPr>
        <p:spPr bwMode="gray">
          <a:xfrm>
            <a:off x="-1299342" y="1983417"/>
            <a:ext cx="1090332" cy="418887"/>
          </a:xfrm>
          <a:prstGeom prst="rect">
            <a:avLst/>
          </a:prstGeom>
          <a:solidFill>
            <a:srgbClr val="9E7E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9" name="Rectangle 18"/>
          <p:cNvSpPr/>
          <p:nvPr userDrawn="1"/>
        </p:nvSpPr>
        <p:spPr bwMode="gray">
          <a:xfrm>
            <a:off x="-1299342" y="2536974"/>
            <a:ext cx="1090332" cy="418887"/>
          </a:xfrm>
          <a:prstGeom prst="rect">
            <a:avLst/>
          </a:prstGeom>
          <a:solidFill>
            <a:srgbClr val="40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0" name="Rectangle 19"/>
          <p:cNvSpPr/>
          <p:nvPr userDrawn="1"/>
        </p:nvSpPr>
        <p:spPr bwMode="gray">
          <a:xfrm>
            <a:off x="-1299342" y="3090531"/>
            <a:ext cx="1090332" cy="418887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-1299342" y="3644088"/>
            <a:ext cx="1090332" cy="418887"/>
          </a:xfrm>
          <a:prstGeom prst="rect">
            <a:avLst/>
          </a:prstGeom>
          <a:solidFill>
            <a:srgbClr val="A35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2" name="Rectangle 21"/>
          <p:cNvSpPr/>
          <p:nvPr userDrawn="1"/>
        </p:nvSpPr>
        <p:spPr bwMode="gray">
          <a:xfrm>
            <a:off x="-1299342" y="4197645"/>
            <a:ext cx="1090332" cy="418887"/>
          </a:xfrm>
          <a:prstGeom prst="rect">
            <a:avLst/>
          </a:prstGeom>
          <a:solidFill>
            <a:srgbClr val="7B84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3" name="Rectangle 22"/>
          <p:cNvSpPr/>
          <p:nvPr userDrawn="1"/>
        </p:nvSpPr>
        <p:spPr bwMode="gray">
          <a:xfrm>
            <a:off x="-1299342" y="4751202"/>
            <a:ext cx="1090332" cy="418887"/>
          </a:xfrm>
          <a:prstGeom prst="rect">
            <a:avLst/>
          </a:prstGeom>
          <a:solidFill>
            <a:srgbClr val="7B1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4" name="Rectangle 23"/>
          <p:cNvSpPr/>
          <p:nvPr userDrawn="1"/>
        </p:nvSpPr>
        <p:spPr bwMode="gray">
          <a:xfrm>
            <a:off x="12416658" y="876303"/>
            <a:ext cx="1090332" cy="418887"/>
          </a:xfrm>
          <a:prstGeom prst="rect">
            <a:avLst/>
          </a:prstGeom>
          <a:solidFill>
            <a:srgbClr val="7AA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5" name="Rectangle 24"/>
          <p:cNvSpPr/>
          <p:nvPr userDrawn="1"/>
        </p:nvSpPr>
        <p:spPr bwMode="gray">
          <a:xfrm>
            <a:off x="12416658" y="1429860"/>
            <a:ext cx="1090332" cy="418887"/>
          </a:xfrm>
          <a:prstGeom prst="rect">
            <a:avLst/>
          </a:prstGeom>
          <a:solidFill>
            <a:srgbClr val="E54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6" name="Rectangle 25"/>
          <p:cNvSpPr/>
          <p:nvPr userDrawn="1"/>
        </p:nvSpPr>
        <p:spPr bwMode="gray">
          <a:xfrm>
            <a:off x="12416658" y="1983417"/>
            <a:ext cx="1090332" cy="418887"/>
          </a:xfrm>
          <a:prstGeom prst="rect">
            <a:avLst/>
          </a:prstGeom>
          <a:solidFill>
            <a:srgbClr val="F3C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7" name="Rectangle 26"/>
          <p:cNvSpPr/>
          <p:nvPr userDrawn="1"/>
        </p:nvSpPr>
        <p:spPr bwMode="gray">
          <a:xfrm>
            <a:off x="12416658" y="2536974"/>
            <a:ext cx="1090332" cy="418887"/>
          </a:xfrm>
          <a:prstGeom prst="rect">
            <a:avLst/>
          </a:prstGeom>
          <a:solidFill>
            <a:srgbClr val="A08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8" name="Rectangle 27"/>
          <p:cNvSpPr/>
          <p:nvPr userDrawn="1"/>
        </p:nvSpPr>
        <p:spPr bwMode="gray">
          <a:xfrm>
            <a:off x="12416658" y="3090531"/>
            <a:ext cx="1090332" cy="418887"/>
          </a:xfrm>
          <a:prstGeom prst="rect">
            <a:avLst/>
          </a:prstGeom>
          <a:solidFill>
            <a:srgbClr val="4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9" name="Rectangle 28"/>
          <p:cNvSpPr/>
          <p:nvPr userDrawn="1"/>
        </p:nvSpPr>
        <p:spPr bwMode="gray">
          <a:xfrm>
            <a:off x="12416658" y="3644088"/>
            <a:ext cx="1090332" cy="418887"/>
          </a:xfrm>
          <a:prstGeom prst="rect">
            <a:avLst/>
          </a:prstGeom>
          <a:solidFill>
            <a:srgbClr val="EEA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0" name="Rectangle 29"/>
          <p:cNvSpPr/>
          <p:nvPr userDrawn="1"/>
        </p:nvSpPr>
        <p:spPr bwMode="gray">
          <a:xfrm>
            <a:off x="12416658" y="4197645"/>
            <a:ext cx="1090332" cy="418887"/>
          </a:xfrm>
          <a:prstGeom prst="rect">
            <a:avLst/>
          </a:prstGeom>
          <a:solidFill>
            <a:srgbClr val="D5D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1" name="Rectangle 30"/>
          <p:cNvSpPr/>
          <p:nvPr userDrawn="1"/>
        </p:nvSpPr>
        <p:spPr bwMode="gray">
          <a:xfrm>
            <a:off x="12416658" y="4751202"/>
            <a:ext cx="1090332" cy="418887"/>
          </a:xfrm>
          <a:prstGeom prst="rect">
            <a:avLst/>
          </a:prstGeom>
          <a:solidFill>
            <a:srgbClr val="E89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2" name="Rectangle 31"/>
          <p:cNvSpPr/>
          <p:nvPr userDrawn="1"/>
        </p:nvSpPr>
        <p:spPr bwMode="gray">
          <a:xfrm>
            <a:off x="-1299342" y="5304759"/>
            <a:ext cx="1090332" cy="418887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-1299342" y="5858316"/>
            <a:ext cx="1090332" cy="4188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4" name="Rectangle 33"/>
          <p:cNvSpPr/>
          <p:nvPr userDrawn="1"/>
        </p:nvSpPr>
        <p:spPr bwMode="gray">
          <a:xfrm>
            <a:off x="12416658" y="5304759"/>
            <a:ext cx="1090332" cy="418887"/>
          </a:xfrm>
          <a:prstGeom prst="rect">
            <a:avLst/>
          </a:prstGeom>
          <a:solidFill>
            <a:srgbClr val="F19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5" name="Rectangle 34"/>
          <p:cNvSpPr/>
          <p:nvPr userDrawn="1"/>
        </p:nvSpPr>
        <p:spPr bwMode="gray">
          <a:xfrm>
            <a:off x="12416658" y="5858316"/>
            <a:ext cx="1090332" cy="418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52402" y="647750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Source@ Future Market Insights, 2026</a:t>
            </a:r>
            <a:endParaRPr lang="en-IN" sz="900" dirty="0"/>
          </a:p>
        </p:txBody>
      </p:sp>
      <p:pic>
        <p:nvPicPr>
          <p:cNvPr id="38" name="Picture 37"/>
          <p:cNvPicPr>
            <a:picLocks noChangeAspect="1"/>
          </p:cNvPicPr>
          <p:nvPr userDrawn="1"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1" t="24035" r="4211" b="24386"/>
          <a:stretch/>
        </p:blipFill>
        <p:spPr>
          <a:xfrm>
            <a:off x="10743475" y="165161"/>
            <a:ext cx="1245325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0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2" r:id="rId3"/>
    <p:sldLayoutId id="2147483684" r:id="rId4"/>
    <p:sldLayoutId id="2147483716" r:id="rId5"/>
    <p:sldLayoutId id="2147483662" r:id="rId6"/>
    <p:sldLayoutId id="2147483714" r:id="rId7"/>
    <p:sldLayoutId id="2147483675" r:id="rId8"/>
    <p:sldLayoutId id="2147483685" r:id="rId9"/>
    <p:sldLayoutId id="2147483686" r:id="rId10"/>
    <p:sldLayoutId id="2147483687" r:id="rId11"/>
    <p:sldLayoutId id="2147483691" r:id="rId12"/>
    <p:sldLayoutId id="2147483697" r:id="rId13"/>
    <p:sldLayoutId id="2147483688" r:id="rId14"/>
    <p:sldLayoutId id="2147483689" r:id="rId15"/>
    <p:sldLayoutId id="2147483710" r:id="rId16"/>
    <p:sldLayoutId id="2147483707" r:id="rId17"/>
    <p:sldLayoutId id="2147483690" r:id="rId18"/>
    <p:sldLayoutId id="2147483692" r:id="rId19"/>
    <p:sldLayoutId id="2147483693" r:id="rId20"/>
    <p:sldLayoutId id="2147483694" r:id="rId21"/>
    <p:sldLayoutId id="2147483695" r:id="rId22"/>
    <p:sldLayoutId id="2147483709" r:id="rId23"/>
    <p:sldLayoutId id="2147483696" r:id="rId24"/>
    <p:sldLayoutId id="2147483706" r:id="rId25"/>
    <p:sldLayoutId id="2147483698" r:id="rId26"/>
    <p:sldLayoutId id="2147483699" r:id="rId27"/>
    <p:sldLayoutId id="2147483700" r:id="rId28"/>
    <p:sldLayoutId id="2147483665" r:id="rId29"/>
  </p:sldLayoutIdLst>
  <p:hf hdr="0" ftr="0" dt="0"/>
  <p:txStyles>
    <p:titleStyle>
      <a:lvl1pPr algn="l" defTabSz="914427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7" indent="-228607" algn="l" defTabSz="914427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0" indent="-228607" algn="l" defTabSz="914427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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3" indent="-228607" algn="l" defTabSz="91442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8" indent="-228607" algn="l" defTabSz="914427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q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1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5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88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01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15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7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1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5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68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1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95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08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F26B43"/>
          </p15:clr>
        </p15:guide>
        <p15:guide id="2" pos="96" userDrawn="1">
          <p15:clr>
            <a:srgbClr val="F26B43"/>
          </p15:clr>
        </p15:guide>
        <p15:guide id="3" pos="7552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orient="horz" pos="552" userDrawn="1">
          <p15:clr>
            <a:srgbClr val="F26B43"/>
          </p15:clr>
        </p15:guide>
        <p15:guide id="8" orient="horz" pos="3910" userDrawn="1">
          <p15:clr>
            <a:srgbClr val="F26B43"/>
          </p15:clr>
        </p15:guide>
        <p15:guide id="9" pos="3744" userDrawn="1">
          <p15:clr>
            <a:srgbClr val="F26B43"/>
          </p15:clr>
        </p15:guide>
        <p15:guide id="10" pos="3904" userDrawn="1">
          <p15:clr>
            <a:srgbClr val="F26B43"/>
          </p15:clr>
        </p15:guide>
        <p15:guide id="11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C39AE-AF44-4BD0-E5E1-DDCFB8A4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1525A-3894-FBB6-F393-7E8694719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69947-63B5-25BB-5C05-5EEF7EFA519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97891" y="4256716"/>
            <a:ext cx="5781675" cy="62071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GB" sz="36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Table of 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0C468-7158-2E34-FAA3-6A05B1794AF4}"/>
              </a:ext>
            </a:extLst>
          </p:cNvPr>
          <p:cNvSpPr txBox="1"/>
          <p:nvPr/>
        </p:nvSpPr>
        <p:spPr>
          <a:xfrm>
            <a:off x="1192531" y="6277200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Source@ Future Market Insights, 2026</a:t>
            </a:r>
            <a:endParaRPr lang="en-IN" sz="9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0B84DB-53F0-65B4-D62D-F3AFF241DC2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343" y="-97969"/>
            <a:ext cx="1071120" cy="108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02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Contents(1/9)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957272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68580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68580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685800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685800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68580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IN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611818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564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Contents(2/9)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3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100187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95691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125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Contents(3/9)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4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54084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306758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96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Contents(4/9)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923977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014018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59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Contents(5/9)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6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350164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1" u="none" strike="noStrike">
                        <a:solidFill>
                          <a:srgbClr val="EE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768595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203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Contents(6/9)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7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956671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911059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223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Contents(7/9)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8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961656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fr-FR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810875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031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Contents(8/9)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9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588889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11474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28700" marR="9525" marT="9525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1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1" u="none" strike="noStrike">
                        <a:solidFill>
                          <a:srgbClr val="EE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598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5474-D0FE-9708-BD29-5FDF27A9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9893-7427-B223-9C7E-B4B8BE4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Contents(9/9)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8276D-C253-2354-C2E8-C6C72CE6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10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F395DC-D12D-0435-BF1F-26C575C9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486859"/>
              </p:ext>
            </p:extLst>
          </p:nvPr>
        </p:nvGraphicFramePr>
        <p:xfrm>
          <a:off x="152400" y="1173981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8625" marR="9525" marT="9525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145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5740" marR="7620" marT="7620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5740" marR="7620" marT="7620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380" marR="7620" marT="7620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380" marR="7620" marT="7620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5740" marR="7620" marT="7620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DFC4E-4250-86BE-7CE7-80E39B31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373519"/>
              </p:ext>
            </p:extLst>
          </p:nvPr>
        </p:nvGraphicFramePr>
        <p:xfrm>
          <a:off x="6197601" y="1143000"/>
          <a:ext cx="5791199" cy="524973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5740" marR="7620" marT="7620" marB="0" anchor="ctr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380" marR="7620" marT="7620" marB="0" anchor="ctr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380" marR="7620" marT="7620" marB="0" anchor="ctr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380" marR="7620" marT="7620" marB="0" anchor="ctr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05740" marR="7620" marT="7620" marB="0" anchor="ctr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060" marR="7620" marT="7620" marB="0" anchor="ctr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380" marR="7620" marT="7620" marB="0" anchor="ctr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380" marR="7620" marT="7620" marB="0" anchor="ctr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870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00AF-7EA1-2CB2-D631-D44E582A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333F5-3DCE-976E-CC68-A0EFC9A0432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91199" y="4310743"/>
            <a:ext cx="8609555" cy="620486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List of Figures, List of Tables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AE591-49A6-3BFD-AC34-7E827408C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56BAD-B46F-5244-6ECA-D3AB8B2A491E}"/>
              </a:ext>
            </a:extLst>
          </p:cNvPr>
          <p:cNvSpPr txBox="1"/>
          <p:nvPr/>
        </p:nvSpPr>
        <p:spPr>
          <a:xfrm>
            <a:off x="1192531" y="6277200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Source@ Future Market Insights, 2026</a:t>
            </a:r>
            <a:endParaRPr lang="en-IN" sz="9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3C5B27-D867-3C5C-422C-47BEA7AB99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483" y="-97969"/>
            <a:ext cx="1071120" cy="1088572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E365D00-2624-ED69-8D1A-F78DFD852709}"/>
              </a:ext>
            </a:extLst>
          </p:cNvPr>
          <p:cNvSpPr txBox="1">
            <a:spLocks/>
          </p:cNvSpPr>
          <p:nvPr/>
        </p:nvSpPr>
        <p:spPr bwMode="gray">
          <a:xfrm>
            <a:off x="918747" y="3439802"/>
            <a:ext cx="1344904" cy="388199"/>
          </a:xfrm>
          <a:prstGeom prst="rect">
            <a:avLst/>
          </a:prstGeom>
          <a:ln>
            <a:noFill/>
          </a:ln>
        </p:spPr>
        <p:txBody>
          <a:bodyPr vert="horz" lIns="0" tIns="91440" rIns="91440" bIns="91440" rtlCol="0">
            <a:noAutofit/>
          </a:bodyPr>
          <a:lstStyle>
            <a:lvl1pPr marL="228598" indent="-228598" algn="l" defTabSz="914391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anose="05000000000000000000" pitchFamily="2" charset="2"/>
              <a:buChar char="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anose="05000000000000000000" pitchFamily="2" charset="2"/>
              <a:buChar char="q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latin typeface="Bell MT" panose="02020503060305020303" pitchFamily="18" charset="0"/>
              </a:rPr>
              <a:t>Section XX</a:t>
            </a:r>
          </a:p>
        </p:txBody>
      </p:sp>
    </p:spTree>
    <p:extLst>
      <p:ext uri="{BB962C8B-B14F-4D97-AF65-F5344CB8AC3E}">
        <p14:creationId xmlns:p14="http://schemas.microsoft.com/office/powerpoint/2010/main" val="854208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6779-5F16-5AFB-9BC7-30089825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D7C2-14BA-9AB3-A100-C2A65252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Figures 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AB5C6-A37C-8FA4-DC41-1671EB7A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12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884FF4-0189-5675-9E98-0D570BC52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963418"/>
              </p:ext>
            </p:extLst>
          </p:nvPr>
        </p:nvGraphicFramePr>
        <p:xfrm>
          <a:off x="152400" y="1095603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227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A5C4F9-DF8B-5825-B342-14E0E1D42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595383"/>
              </p:ext>
            </p:extLst>
          </p:nvPr>
        </p:nvGraphicFramePr>
        <p:xfrm>
          <a:off x="6197601" y="1077685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223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6779-5F16-5AFB-9BC7-30089825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D7C2-14BA-9AB3-A100-C2A65252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Figures 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4AB5C6-A37C-8FA4-DC41-1671EB7A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13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884FF4-0189-5675-9E98-0D570BC52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53638"/>
              </p:ext>
            </p:extLst>
          </p:nvPr>
        </p:nvGraphicFramePr>
        <p:xfrm>
          <a:off x="152400" y="1095603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227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22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A5C4F9-DF8B-5825-B342-14E0E1D42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838228"/>
              </p:ext>
            </p:extLst>
          </p:nvPr>
        </p:nvGraphicFramePr>
        <p:xfrm>
          <a:off x="6197601" y="1077685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063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338B-FDCA-B5A7-6245-C12B2E63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7BD9-70D0-DCE7-B8D3-D8922158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Tables 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D0D402-C96A-7A8A-63CE-4CCE2F4C1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14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B0A8B0-3771-5101-897B-F1EE28908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58796"/>
              </p:ext>
            </p:extLst>
          </p:nvPr>
        </p:nvGraphicFramePr>
        <p:xfrm>
          <a:off x="152400" y="1095603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AA0FBD-926E-1E14-0E5B-047371228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411170"/>
              </p:ext>
            </p:extLst>
          </p:nvPr>
        </p:nvGraphicFramePr>
        <p:xfrm>
          <a:off x="6197601" y="1090748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904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338B-FDCA-B5A7-6245-C12B2E63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7BD9-70D0-DCE7-B8D3-D8922158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Tables 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D0D402-C96A-7A8A-63CE-4CCE2F4C1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15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B0A8B0-3771-5101-897B-F1EE28908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172231"/>
              </p:ext>
            </p:extLst>
          </p:nvPr>
        </p:nvGraphicFramePr>
        <p:xfrm>
          <a:off x="152400" y="1082540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AA0FBD-926E-1E14-0E5B-047371228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648957"/>
              </p:ext>
            </p:extLst>
          </p:nvPr>
        </p:nvGraphicFramePr>
        <p:xfrm>
          <a:off x="6197601" y="1103811"/>
          <a:ext cx="5791199" cy="531495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791199">
                  <a:extLst>
                    <a:ext uri="{9D8B030D-6E8A-4147-A177-3AD203B41FA5}">
                      <a16:colId xmlns:a16="http://schemas.microsoft.com/office/drawing/2014/main" val="1549111643"/>
                    </a:ext>
                  </a:extLst>
                </a:gridCol>
              </a:tblGrid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622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35812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025950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46188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651155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484275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997235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109351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90507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757078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706652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619915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990712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2056104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055421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326626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98717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568028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9473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176730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00064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4267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54563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3557103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581498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907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4105971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995279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321936"/>
                  </a:ext>
                </a:extLst>
              </a:tr>
              <a:tr h="1749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83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34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5F8F"/>
      </a:accent1>
      <a:accent2>
        <a:srgbClr val="8E1416"/>
      </a:accent2>
      <a:accent3>
        <a:srgbClr val="9E7E0A"/>
      </a:accent3>
      <a:accent4>
        <a:srgbClr val="40315E"/>
      </a:accent4>
      <a:accent5>
        <a:srgbClr val="008189"/>
      </a:accent5>
      <a:accent6>
        <a:srgbClr val="A35313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" id="{936E7243-1F93-427C-A3FE-465D0A96EE9A}" vid="{61850FB3-B8CF-4E61-B000-072DAF7DD4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C510371034F4582A080378F3CA453" ma:contentTypeVersion="8" ma:contentTypeDescription="Create a new document." ma:contentTypeScope="" ma:versionID="5b373d49bd797c48a32f56fbf353ac5d">
  <xsd:schema xmlns:xsd="http://www.w3.org/2001/XMLSchema" xmlns:xs="http://www.w3.org/2001/XMLSchema" xmlns:p="http://schemas.microsoft.com/office/2006/metadata/properties" xmlns:ns3="c4c01e1a-734c-443d-9deb-04793c4ed5f2" targetNamespace="http://schemas.microsoft.com/office/2006/metadata/properties" ma:root="true" ma:fieldsID="0d9248bc3fe7fd351d1ee7072d828a6f" ns3:_="">
    <xsd:import namespace="c4c01e1a-734c-443d-9deb-04793c4ed5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c01e1a-734c-443d-9deb-04793c4ed5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C2F0CA-F0F0-4E2F-A0EC-B2C22E83D159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  <ds:schemaRef ds:uri="c4c01e1a-734c-443d-9deb-04793c4ed5f2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42BB47-1B4A-4C7F-96D8-5FA236EB94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c01e1a-734c-443d-9deb-04793c4ed5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D2BFA2-920C-4E6E-B869-99B1B2905F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#02 Food and Beverages (11-7.5)</Template>
  <TotalTime>19584</TotalTime>
  <Words>121</Words>
  <Application>Microsoft Office PowerPoint</Application>
  <PresentationFormat>Widescreen</PresentationFormat>
  <Paragraphs>35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Bell MT</vt:lpstr>
      <vt:lpstr>Calibri</vt:lpstr>
      <vt:lpstr>Courier New</vt:lpstr>
      <vt:lpstr>Wingdings</vt:lpstr>
      <vt:lpstr>Office Theme</vt:lpstr>
      <vt:lpstr>PowerPoint Presentation</vt:lpstr>
      <vt:lpstr>Table of Contents(1/9)</vt:lpstr>
      <vt:lpstr>Table of Contents(2/9)</vt:lpstr>
      <vt:lpstr>Table of Contents(3/9)</vt:lpstr>
      <vt:lpstr>Table of Contents(4/9)</vt:lpstr>
      <vt:lpstr>Table of Contents(5/9)</vt:lpstr>
      <vt:lpstr>Table of Contents(6/9)</vt:lpstr>
      <vt:lpstr>Table of Contents(7/9)</vt:lpstr>
      <vt:lpstr>Table of Contents(8/9)</vt:lpstr>
      <vt:lpstr>Table of Contents(9/9)</vt:lpstr>
      <vt:lpstr>PowerPoint Presentation</vt:lpstr>
      <vt:lpstr>List of Figures (1/2)</vt:lpstr>
      <vt:lpstr>List of Figures (2/2)</vt:lpstr>
      <vt:lpstr>List of Tables (1/2)</vt:lpstr>
      <vt:lpstr>List of Tables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and Beverages</dc:title>
  <dc:creator>Sanjeevani Dubey</dc:creator>
  <cp:lastModifiedBy>Sayali Patil</cp:lastModifiedBy>
  <cp:revision>2798</cp:revision>
  <dcterms:created xsi:type="dcterms:W3CDTF">2019-04-26T09:22:20Z</dcterms:created>
  <dcterms:modified xsi:type="dcterms:W3CDTF">2026-09-16T05:42:42Z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0x010100D26C510371034F4582A080378F3CA453</vt:lpwstr>
  </property>
</Properties>
</file>